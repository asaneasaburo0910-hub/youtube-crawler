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97Y-pjUpLWA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RsVOqOIbjIg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DmJLy3nunz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Sp4xl7wtqt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WeNFTGw-OEk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yaTcmZmTJvE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s4UW__ysPE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USRm59lLMWw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arYxrKukR5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uzsSnLLHx5M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P8QordVAUyU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y_fYd3Zw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yHmPWzkhcZ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2026年09月19日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https://www.youtube.com/watch?v=97Y-pjUpLWA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new trick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ROSÉ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951,096  👍 37,302  💬 1,735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3:03  ·  📅 公開23時間前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公開23時間で急上昇入り！　50万再生の注目コンテンツ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https://www.youtube.com/watch?v=RsVOqOIbjIg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【ララバイ】次回 チェルノボグ 死す【モンスト】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がみくん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247,594  👍 1,594  💬 422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17:34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https://www.youtube.com/watch?v=DmJLy3nunzM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BTS WORLD TOUR ‘ARIRANG’ LIVE VIEWING FROM BUENOS AIRES &amp; SAO PAULO - Official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BANGTANTV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616,358  👍 69,675  💬 3,946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0:48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いいね率11.3%と視聴者の支持が非常に高い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https://www.youtube.com/watch?v=Sp4xl7wtqtc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櫻坂46 『愛MUST BE』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櫻坂46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1,270,201  👍 36,394  💬 14,717  📈+14.9%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4:17  ·  📅 公開55時間前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前日比+14.9%で着実に成長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https://www.youtube.com/watch?v=WeNFTGw-OEk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癖強すぎるホストと姫達に腹筋崩壊する黒服SHAKA【SURGE Town】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SHAKAch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333,538  👍 2,810  💬 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1:13:33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https://www.youtube.com/watch?v=yaTcmZmTJvE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予告 國分佳奈 (20代女性) 編 | ダウンタイム | Netflix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150,005  👍 226  💬 30  📈+21.4%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0:43  ·  📅 公開43時間前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前日比+21.4%で着実に成長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https://www.youtube.com/watch?v=s4UW__ysPEM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Fujii Kaze - You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Fujii Kaze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2,432,383  👍 100,205  💬 5,179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4:59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いいね率4.1%と好評価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https://www.youtube.com/watch?v=USRm59lLMWw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【複数視点】１０億の乗り物でヒーロー活動を始める叶に爆笑ｗｗｗ（SURGE Town）【叶/にじさんじ切り抜き】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白瀬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232,925  👍 2,485  💬 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33:25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https://www.youtube.com/watch?v=arYxrKukR5c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『ヤマトよ永遠に REBEL3199 第七章 虹色の輪廻』本予告 / 2026.10.30 上映開始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バンダイナムコフィルムワークス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343,458  👍 3,334  💬 708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1:03  ·  📅 公開24時間前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WATCH ME feat. BIA -Music Video-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1,108,027  👍 41,300  💬 2,381  ⏱ 4:01  📅 公開18時間前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100万再生超の大ヒット　いいね率3.7%と好評価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https://www.youtube.com/watch?v=uzsSnLLHx5M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[🔴LIVE]  깔깔티비 💫1박2일💫 화질UP 🔥24시간 무한 스트리밍🔥 ㅣ…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21,705,673  👍 11,888  ⏱ 不明  📅 2025-04-07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El Chavo del 8 EN VIVO 24/7 🔴 Maratón de t…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19,887,003  👍 65,277  ⏱ 不明  📅 2025-12-25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19,165,124  👍 157,723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 LIVE! 24 HOURS Mickey Mouse Full Episode…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18,535,689  👍 26,882  ⏱ 不明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11,804,283  👍 186,812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23,050,464  👍 407,599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20,476,042  👍 362,034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19,844,898  👍 389,529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17,592,596  👍 246,542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15,558,256  👍 143,879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224,391,358  👍 1,233,126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166,405,244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151,398,963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58,251,444  👍 184,483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51,631,954  👍 203,889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7,385,787  👍 106,423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7,152,738  👍 107,960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6,949,015  👍 120,658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3,774,745  👍 47,012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3,585,202  👍 30,795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