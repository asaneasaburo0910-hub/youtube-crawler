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Gu1R9xNW7jM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blh7GJ8etyU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J5-NUv2fNt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iyZGf_hROY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qwYhKlY4Tx0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lI73nAqdGfA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KEINt_2nIWE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EpMQe14sTWM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CJe_5vWHtNg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4TBra-M7Ih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nd181QDqu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WNXS2QCVxYo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2026年10月15日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https://www.youtube.com/watch?v=Gu1R9xNW7jM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Ayumu Imazu - 結び [Music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Ayumu Imazu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267,630  👍 16,318  💬 461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3:48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いいね率6.1%と視聴者の支持が非常に高い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https://www.youtube.com/watch?v=blh7GJ8etyU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【今年１位確定】クソゲーの「究極体」シリーズ随一の特級呪物【デジモン バトルジャンクション】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530,990  👍 5,822  💬 881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19:07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https://www.youtube.com/watch?v=J5-NUv2fNtk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ヨルシカ - 雲を抜け風下へ私だけ（OFFICIAL VIDEO）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ヨルシカ / n-buna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822,795  👍 31,877  💬 1,220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4:22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https://www.youtube.com/watch?v=iyZGf_hROYA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『ドラゴンクエストウォーク』の新情報をお届け「スマートウォーク」#153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ドラゴンクエストウォーク公式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185,127  👍 1,939  💬 247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7:52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https://www.youtube.com/watch?v=qwYhKlY4Tx0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YOASOBI「咲き誇れ」Official Music Video / NHK連続テレビ小説『ブラッサム』主題歌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YOASOBI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516,187  👍 20,335  💬 865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4:27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https://www.youtube.com/watch?v=lI73nAqdGfA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謎解きまみれの広大な島に放り出されるゲーム、迷子になったら二度と出会えない【BigWalk】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らっだぁ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439,408  👍 12,058  💬 411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59:08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いいね率2.7%と好評価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https://www.youtube.com/watch?v=KEINt_2nIWE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DRAW♡ME「勝ち確♡ラヴ」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DRAW♡ME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508,954  👍 18,399  💬 2,983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4:17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　いいね率3.6%と好評価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https://www.youtube.com/watch?v=EpMQe14sTWM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ゼルダの伝説 時のオカリナ 紹介映像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Nintendo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1,321,606  👍 20,950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4:44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https://www.youtube.com/watch?v=CJe_5vWHtNg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『Cyberpunk: Edgerunners 2』予告編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190,450  👍 4,597  💬 370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2:07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It’s not a bad life -Live from BMSG FES’26-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425,022  👍 31,866  💬 1,544  ⏱ 4:15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いいね率7.5%と視聴者の支持が非常に高い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https://www.youtube.com/watch?v=4TBra-M7Ih8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19,165,428  👍 157,667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12,786,507  👍 170,222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11,827,505  👍 187,003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11,626,856  👍 133,694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10,699,544  👍 99,636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23,644,037  👍 415,954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19,853,865  👍 389,573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19,274,385  👍 264,662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月のクレーターをトイレにする男🌙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15,867,380  👍 212,735  ⏱ 1:04  📅 2026-06-10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13,594,961  👍 96,989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1,944,461,146  👍 14,516,920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226,646,452  👍 1,239,234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168,557,571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153,594,304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【♪うたアニメ】ことりのうた〈うた：いっちー＆なる〉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72,058,446  👍 37,045  ⏱ 1:35  📅 2019-08-02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https://www.youtube.com/watch?v=WNXS2QCVxYo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7,245,306  👍 108,840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6,972,107  👍 120,802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4,673,064  👍 24,769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3,954,085  👍 7,986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3,802,240  👍 47,110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