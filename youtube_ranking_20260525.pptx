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Ujpwokza2u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PFGfaQfzD6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6Rp806NSjY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4FOSHKro21k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1ufF3aFsXTk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HCnTDQm0oK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KuN3Wu_q1JU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AmHOx1851IQ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lRHOLA6c8pw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jK_uGTE66oo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pMTUitjC-48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2026年05月25日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https://www.youtube.com/watch?v=Ujpwokza2uo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【嘘だろ...】スプラあるある『利敵キッズ』の洗礼を浴びてしまう元プロ初心者GON【スプラ12日目】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140,064  👍 3,983  💬 737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44:21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いいね率2.8%と好評価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https://www.youtube.com/watch?v=PFGfaQfzD64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おねがいダーリン／莉犬【歌ってみた 2026 ver.】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莉犬くん【すとぷり】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198,404  👍 30,141  💬 7,498  📈+145.5%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3:14  ·  📅 公開25時間前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前日比+145.5%と急拡散中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https://www.youtube.com/watch?v=6Rp806NSjYs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【日本語実況】COMBO BREAKER - Day3 Part 2「CAPCOM Pro Tour 2026 Premier」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359,582  👍 3,647  💬 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2:30:19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https://www.youtube.com/watch?v=4FOSHKro21k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【MV】きゃわぽっぴんどぅー / iLiFE!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iLiFE!【あいらいふ】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436,893  👍 24,793  💬 1,585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3:21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いいね率5.7%と視聴者の支持が非常に高い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https://www.youtube.com/watch?v=1ufF3aFsXTk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クセが強い『神様』になってエンドラ討伐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160,604  👍 7,864  💬 333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43:16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10万再生突破の話題作　いいね率4.9%と好評価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https://www.youtube.com/watch?v=HCnTDQm0oKs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「ポパイ」まさかのホラー映画化...　映画『ポパイ・ザ・スレイヤー・マン』予告編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29,870  👍 467  💬 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1:00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https://www.youtube.com/watch?v=KuN3Wu_q1JU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SEKAI NO OWARI「炎と森のカーニバル」from「Tarkus」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SEKAI NO OWARI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24,578  👍 5,091  💬 491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5:53  ·  📅 公開-6時間前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公開-6時間で急上昇入り！　急上昇中の新興コンテンツ　いいね率20.7%と視聴者の支持が非常に高い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https://www.youtube.com/watch?v=AmHOx1851IQ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自由な住民たちの生活を見守る神ゲー『 トモダチコレクション わくわく生活 』～暴走～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332,506  👍 25,663  💬 2,411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1:12:18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いいね率7.7%と視聴者の支持が非常に高い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https://www.youtube.com/watch?v=lRHOLA6c8pw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YUJIRO HANMA Combo Breaker 2026 Crowd Reaction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Tetsu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67,622  👍 1,835  💬 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1:44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いいね率2.7%と好評価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STARGLOW / Good Boys Anthem -Music Video-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64,506  👍 17,460  💬 1,713  ⏱ 4:11  📅 公開-6時間前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急上昇中の新興コンテンツ　いいね率27.1%と視聴者の支持が非常に高い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https://www.youtube.com/watch?v=jK_uGTE66oo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19,146,976  👍 158,058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14,609,636  👍 41,775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12,781,060  👍 170,557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11,702,577  👍 185,600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11,468,500  👍 132,277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24,791,974  👍 378,440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20,446,645  👍 362,550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19,797,605  👍 389,784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18,331,622  👍 348,602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16,595,532  👍 195,475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140,910,673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52,714,085  👍 180,091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43,234,462  👍 185,715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34,743,736  👍 515,730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22,828,698  👍 140,090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6,799,422  👍 119,456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#film #映画red #恋愛 #映画紹介 #ドラマ #movie #映画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ドゥックの映画レビューへ  👁 4,092,266  👍 24,240  ⏱ 1:41  📅 2026-05-21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https://www.youtube.com/watch?v=pMTUitjC-48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3,490,687  👍 45,045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3,340,348  👍 29,866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3,280,192  👍 43,337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