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『ゴジラ-0.0』ファイナル予告を細かすぎるほど解説・考察：典子の眼帯の下の秘密…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Japan Sci-Fi 【SF解説・創作】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15万回　👍 839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It’s not a bad life -Special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【日本語実況】Evo France 2026 - Day３「CAPCOM Pro…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94万回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『ゴジラ-0.0』ファイナル予告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KEY TO LIT【Strawberry Breakfast(SixTONES…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39万回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