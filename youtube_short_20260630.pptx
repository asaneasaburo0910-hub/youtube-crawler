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2026年06月30日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9.4 (Fri)公開  映画『バックルームズ』本予告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Happinet phantom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62万回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【MV】パッチワーク・ヒーロー/緋八マナ【オリジナル曲】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緋八マナ / Hibachi Mana【にじさんじ】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【即興バトル】視聴者が作った『色々な統一パ』を借りて最強ポケモン廃人が真剣勝負！…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今日ポケch.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12万回　👍 2,444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『サイバーパンク: エッジランナーズ2』ティーザー予告編2 -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17万回　👍 8,455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Missing -Music Video- (Move v…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70万回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