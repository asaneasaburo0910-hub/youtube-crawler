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【まとめ】取り立て屋で始まり、最強の弁護人で終わる叶の１日ｗｗｗ（SURGE 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白瀬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4万回　👍 1,669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 – Feeling【LIVE from “Ha…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49万回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コイツ...ただの猫じゃない！？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42万回　👍 7,958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『余命一年、男をかう』 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9万回　👍 1,197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時空超えてユニバース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1058万回　👍 14万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