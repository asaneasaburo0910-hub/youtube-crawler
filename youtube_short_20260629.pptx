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9.4 (Fri)公開  映画『バックルームズ』ロング予告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Happinet phantom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乃木坂46『是非に及ばず』MUSIC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乃木坂46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映画『カラフルピーチ/砂漠の王子様』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カラフルピーチ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72万回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HUNTER×HUNTERinspired-試験編-【実写版映画予告※非公式】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欠番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18万回　👍 4,046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-Official Audio-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39万回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