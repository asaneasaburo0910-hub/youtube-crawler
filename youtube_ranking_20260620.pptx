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4FmsSWk8K1c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OPb8L7Admac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LU6UsOPtq5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YjPMupS1Lg4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aw1WHTeGDyc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SSEWfgjSA5k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7E9ZXITzgc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fyGCBX5SdkQ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s8cP1Vt5US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g9PQ_UXGZ2A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21eblauBPy8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Gaa5iluMIQ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Mr8II4SLhaI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40nqUvs_tf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ytBtKVEAmGQ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7l76OBSrc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2pECnr5MNu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Qut46hqaMvw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2MzSLqlLIs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lyZZdUUM_G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2026年06月20日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https://www.youtube.com/watch?v=4FmsSWk8K1c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【超学生×天月×Gero×センラ×そらる】好きすぎて滅！ @歌ってみた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Chogakusei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222,407  👍 29,623  💬 3,159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3:32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いいね率13.3%と視聴者の支持が非常に高い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https://www.youtube.com/watch?v=OPb8L7Admac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リアルに進化していく世界でエンドラ討伐【マイクラ】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356,157  👍 10,697  💬 333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38:02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いいね率3.0%と好評価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https://www.youtube.com/watch?v=LU6UsOPtq58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Zenless Zone Zero v3.1: Official Void Hunter Agent Remielle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185,438  👍 16,994  💬 1,335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1:29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10万再生突破の話題作　いいね率9.2%と視聴者の支持が非常に高い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https://www.youtube.com/watch?v=YjPMupS1Lg4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米津玄師 - 烏　Kenshi Yonezu -  Karasu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Kenshi Yonezu  米津玄師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1,865,258  👍 106,101  💬 6,071  📈+65.5%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4:18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前日比+65.5%と急拡散中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https://www.youtube.com/watch?v=aw1WHTeGDyc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スプラトゥーンのパクリで「泡スプラ」と呼ばれたゲームの現在【FOAMSTARS】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306,825  👍 7,102  💬 853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21:30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https://www.youtube.com/watch?v=SSEWfgjSA5k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JUJUTSU KAISEN Season 4 Trailer Mega Reaction Mashup | 呪術廻戦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SENKAIRO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36,844  👍 719  💬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1:10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https://www.youtube.com/watch?v=7E9ZXITzgcc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Elmiene, Fujii Kaze - Comets + Gold (Official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ElmieneVEVO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254,668  👍 23,982  💬 1,207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3:10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いいね率9.4%と視聴者の支持が非常に高い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https://www.youtube.com/watch?v=fyGCBX5SdkQ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【マインクラフト】1カット撮影で映画を完成させるまで終われません【日常組】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519,796  👍 20,627  💬 821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1:41:13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いいね率4.0%と好評価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https://www.youtube.com/watch?v=s8cP1Vt5US8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『チェンソーマン 刺客篇』ティザーPV②／Chainsaw Man –  Assassins Arc Official Trailer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MAPPA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2,893,570  👍 265,131  💬 9,793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　いいね率9.2%と視聴者の支持が非常に高い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Aぇ! group - 「PRIDE」Official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354,661  👍 48,145  💬 6,582  ⏱ 4:18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いいね率13.6%と視聴者の支持が非常に高い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https://www.youtube.com/watch?v=g9PQ_UXGZ2A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19,152,612  👍 158,004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狩野英孝のマイクラ実況が面白いwww#エンタメ #マイクラ #狩野英孝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11,729,670  👍 185,925  ⏱ 1:33  📅 2025-07-05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11,516,178  👍 132,894  ⏱ 0:18  📅 2025-11-01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10,545,197  👍 97,973  ⏱ 0:57  📅 2025-10-17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大根だけってどんな味なんだろう？ #面白い #おもしろ #エンタメ #お笑い #お笑…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8,889,248  👍 87,055  ⏱ 0:33  📅 2025-11-05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https://www.youtube.com/watch?v=40nqUvs_tfE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20,650,189  👍 375,574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20,450,363  👍 362,376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19,803,683  👍 389,666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ホラーゲームを全力で楽しむ男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17,214,290  👍 539,777  ⏱ 1:00  📅 2022-10-19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ヒカキンのスーパーマリオ3Dワールド実況 パート1【Nintendo Switc…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12,521,367  👍 42,566  ⏱ 42:29  📅 2021-03-27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727,822,312  👍 3,358,600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TVアニメ「ダンベル何キロ持てる？」OPテーマ Muscle Video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282,759,858  👍 791,678  ⏱ 1:44  📅 2019-07-11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214,827,048  👍 2,010,696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158,370,418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143,700,719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6,815,105  👍 119,573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6,130,571  👍 28,431  ⏱ 18:03  📅 2024-04-04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【残酷】衝撃の妊娠・出産アニメ3選 #shorts #アニメ #紹介 #感想 #an…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6,111,953  👍 90,665  ⏱ 0:47  📅 2025-03-01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シンクロ率100％だった映画『Michael』の裏側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4,394,366  👍 71,692  ⏱ 0:56  📅 2026-05-18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3,635,504  👍 46,221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