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hyperlink" Target="https://www.youtube.com/watch?v=R-iuG8oCIpg" TargetMode="External"/><Relationship Id="rId5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hyperlink" Target="https://www.youtube.com/watch?v=hikve2lv6EQ" TargetMode="External"/><Relationship Id="rId5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hyperlink" Target="https://www.youtube.com/watch?v=EJhsl8zZhdc" TargetMode="External"/><Relationship Id="rId5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hyperlink" Target="https://www.youtube.com/watch?v=Pz29ehcGsFk" TargetMode="External"/><Relationship Id="rId5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hyperlink" Target="https://www.youtube.com/watch?v=UQlgf5cfMbA" TargetMode="External"/><Relationship Id="rId5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png"/><Relationship Id="rId4" Type="http://schemas.openxmlformats.org/officeDocument/2006/relationships/hyperlink" Target="https://www.youtube.com/watch?v=Zl4igAf4Yhc" TargetMode="External"/><Relationship Id="rId5" Type="http://schemas.openxmlformats.org/officeDocument/2006/relationships/image" Target="../media/image1.gi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png"/><Relationship Id="rId4" Type="http://schemas.openxmlformats.org/officeDocument/2006/relationships/hyperlink" Target="https://www.youtube.com/watch?v=1hSOOSaPZZc" TargetMode="External"/><Relationship Id="rId5" Type="http://schemas.openxmlformats.org/officeDocument/2006/relationships/image" Target="../media/image1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png"/><Relationship Id="rId4" Type="http://schemas.openxmlformats.org/officeDocument/2006/relationships/hyperlink" Target="https://www.youtube.com/watch?v=C7V2ScEMyVU" TargetMode="External"/><Relationship Id="rId5" Type="http://schemas.openxmlformats.org/officeDocument/2006/relationships/image" Target="../media/image1.gi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png"/><Relationship Id="rId4" Type="http://schemas.openxmlformats.org/officeDocument/2006/relationships/hyperlink" Target="https://www.youtube.com/watch?v=zVXKN5pxbcI" TargetMode="External"/><Relationship Id="rId5" Type="http://schemas.openxmlformats.org/officeDocument/2006/relationships/image" Target="../media/image1.gi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png"/><Relationship Id="rId4" Type="http://schemas.openxmlformats.org/officeDocument/2006/relationships/hyperlink" Target="https://www.youtube.com/watch?v=Q7IFjVUUb_E" TargetMode="External"/><Relationship Id="rId5" Type="http://schemas.openxmlformats.org/officeDocument/2006/relationships/image" Target="../media/image1.gi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3.png"/><Relationship Id="rId5" Type="http://schemas.openxmlformats.org/officeDocument/2006/relationships/image" Target="../media/image24.jpg"/><Relationship Id="rId6" Type="http://schemas.openxmlformats.org/officeDocument/2006/relationships/hyperlink" Target="https://www.youtube.com/watch?v=21eblauBPy8" TargetMode="External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hyperlink" Target="https://www.youtube.com/watch?v=fGaa5iluMIQ" TargetMode="External"/><Relationship Id="rId10" Type="http://schemas.openxmlformats.org/officeDocument/2006/relationships/image" Target="../media/image27.png"/><Relationship Id="rId11" Type="http://schemas.openxmlformats.org/officeDocument/2006/relationships/image" Target="../media/image28.jpg"/><Relationship Id="rId12" Type="http://schemas.openxmlformats.org/officeDocument/2006/relationships/hyperlink" Target="https://www.youtube.com/watch?v=Mr8II4SLhaI" TargetMode="External"/><Relationship Id="rId13" Type="http://schemas.openxmlformats.org/officeDocument/2006/relationships/image" Target="../media/image29.png"/><Relationship Id="rId14" Type="http://schemas.openxmlformats.org/officeDocument/2006/relationships/image" Target="../media/image30.jpg"/><Relationship Id="rId15" Type="http://schemas.openxmlformats.org/officeDocument/2006/relationships/hyperlink" Target="https://www.youtube.com/watch?v=40nqUvs_tfE" TargetMode="External"/><Relationship Id="rId16" Type="http://schemas.openxmlformats.org/officeDocument/2006/relationships/image" Target="../media/image3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Relationship Id="rId3" Type="http://schemas.openxmlformats.org/officeDocument/2006/relationships/hyperlink" Target="https://www.youtube.com/watch?v=0cjKg-Z3xak" TargetMode="External"/><Relationship Id="rId4" Type="http://schemas.openxmlformats.org/officeDocument/2006/relationships/image" Target="../media/image33.png"/><Relationship Id="rId5" Type="http://schemas.openxmlformats.org/officeDocument/2006/relationships/image" Target="../media/image34.jpg"/><Relationship Id="rId6" Type="http://schemas.openxmlformats.org/officeDocument/2006/relationships/hyperlink" Target="https://www.youtube.com/watch?v=mhCy0IgobIw" TargetMode="External"/><Relationship Id="rId7" Type="http://schemas.openxmlformats.org/officeDocument/2006/relationships/image" Target="../media/image35.png"/><Relationship Id="rId8" Type="http://schemas.openxmlformats.org/officeDocument/2006/relationships/image" Target="../media/image36.jpg"/><Relationship Id="rId9" Type="http://schemas.openxmlformats.org/officeDocument/2006/relationships/hyperlink" Target="https://www.youtube.com/watch?v=XGbduoPa_-0" TargetMode="External"/><Relationship Id="rId10" Type="http://schemas.openxmlformats.org/officeDocument/2006/relationships/image" Target="../media/image37.png"/><Relationship Id="rId11" Type="http://schemas.openxmlformats.org/officeDocument/2006/relationships/image" Target="../media/image38.jpg"/><Relationship Id="rId12" Type="http://schemas.openxmlformats.org/officeDocument/2006/relationships/hyperlink" Target="https://www.youtube.com/watch?v=s7l76OBSrcg" TargetMode="External"/><Relationship Id="rId13" Type="http://schemas.openxmlformats.org/officeDocument/2006/relationships/image" Target="../media/image39.png"/><Relationship Id="rId14" Type="http://schemas.openxmlformats.org/officeDocument/2006/relationships/image" Target="../media/image40.jpg"/><Relationship Id="rId15" Type="http://schemas.openxmlformats.org/officeDocument/2006/relationships/hyperlink" Target="https://www.youtube.com/watch?v=d9MAnruE_-c" TargetMode="External"/><Relationship Id="rId16" Type="http://schemas.openxmlformats.org/officeDocument/2006/relationships/image" Target="../media/image4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Relationship Id="rId3" Type="http://schemas.openxmlformats.org/officeDocument/2006/relationships/hyperlink" Target="https://www.youtube.com/watch?v=2pECnr5MNuU" TargetMode="External"/><Relationship Id="rId4" Type="http://schemas.openxmlformats.org/officeDocument/2006/relationships/image" Target="../media/image43.png"/><Relationship Id="rId5" Type="http://schemas.openxmlformats.org/officeDocument/2006/relationships/image" Target="../media/image44.jpg"/><Relationship Id="rId6" Type="http://schemas.openxmlformats.org/officeDocument/2006/relationships/hyperlink" Target="https://www.youtube.com/watch?v=gcgKUcJKxIs" TargetMode="External"/><Relationship Id="rId7" Type="http://schemas.openxmlformats.org/officeDocument/2006/relationships/image" Target="../media/image45.png"/><Relationship Id="rId8" Type="http://schemas.openxmlformats.org/officeDocument/2006/relationships/image" Target="../media/image46.jpg"/><Relationship Id="rId9" Type="http://schemas.openxmlformats.org/officeDocument/2006/relationships/hyperlink" Target="https://www.youtube.com/watch?v=Wkrs11bLvpo" TargetMode="External"/><Relationship Id="rId10" Type="http://schemas.openxmlformats.org/officeDocument/2006/relationships/image" Target="../media/image47.png"/><Relationship Id="rId11" Type="http://schemas.openxmlformats.org/officeDocument/2006/relationships/image" Target="../media/image48.jpg"/><Relationship Id="rId12" Type="http://schemas.openxmlformats.org/officeDocument/2006/relationships/hyperlink" Target="https://www.youtube.com/watch?v=ScWlFcYn_FI" TargetMode="External"/><Relationship Id="rId13" Type="http://schemas.openxmlformats.org/officeDocument/2006/relationships/image" Target="../media/image49.png"/><Relationship Id="rId14" Type="http://schemas.openxmlformats.org/officeDocument/2006/relationships/image" Target="../media/image50.jpg"/><Relationship Id="rId15" Type="http://schemas.openxmlformats.org/officeDocument/2006/relationships/hyperlink" Target="https://www.youtube.com/watch?v=Xr032EhUDPw" TargetMode="External"/><Relationship Id="rId16" Type="http://schemas.openxmlformats.org/officeDocument/2006/relationships/image" Target="../media/image5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jpg"/><Relationship Id="rId3" Type="http://schemas.openxmlformats.org/officeDocument/2006/relationships/hyperlink" Target="https://www.youtube.com/watch?v=2a1YM7MCXng" TargetMode="External"/><Relationship Id="rId4" Type="http://schemas.openxmlformats.org/officeDocument/2006/relationships/image" Target="../media/image53.png"/><Relationship Id="rId5" Type="http://schemas.openxmlformats.org/officeDocument/2006/relationships/image" Target="../media/image54.jpg"/><Relationship Id="rId6" Type="http://schemas.openxmlformats.org/officeDocument/2006/relationships/hyperlink" Target="https://www.youtube.com/watch?v=lyZZdUUM_GM" TargetMode="External"/><Relationship Id="rId7" Type="http://schemas.openxmlformats.org/officeDocument/2006/relationships/image" Target="../media/image55.png"/><Relationship Id="rId8" Type="http://schemas.openxmlformats.org/officeDocument/2006/relationships/image" Target="../media/image56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7.png"/><Relationship Id="rId11" Type="http://schemas.openxmlformats.org/officeDocument/2006/relationships/image" Target="../media/image58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9.png"/><Relationship Id="rId14" Type="http://schemas.openxmlformats.org/officeDocument/2006/relationships/image" Target="../media/image60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5943600" cy="1280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901952"/>
            <a:ext cx="5669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246120"/>
            <a:ext cx="56692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0">
                <a:solidFill>
                  <a:srgbClr val="AAAAAA"/>
                </a:solidFill>
                <a:latin typeface="Arial"/>
              </a:rPr>
              <a:t>2026年06月26日  ·  急上昇 TOP 10 発表</a:t>
            </a:r>
          </a:p>
        </p:txBody>
      </p:sp>
      <p:pic>
        <p:nvPicPr>
          <p:cNvPr id="6" name="Picture 5" descr="ezgif_com-animated-gif-maker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https://www.youtube.com/watch?v=R-iuG8oCIpg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宇多田ヒカル　パッパパラダイス feat.甲本ヒロト 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Hikaru Utada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799,729  👍 38,469  💬 1,507  📈+68.7%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4:08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50万再生の注目コンテンツ　前日比+68.7%と急拡散中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https://www.youtube.com/watch?v=hikve2lv6EQ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【原神】エピソード サンドローネ「朝の日の温もり」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原神-Genshin-公式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350,826  👍 31,715  💬 1,286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3:27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公開17時間で急上昇入り！　10万再生突破の話題作　いいね率9.0%と視聴者の支持が非常に高い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https://www.youtube.com/watch?v=EJhsl8zZhdc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映画『HiGH&amp;LOW THE 新世界』超特報映像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HiGH&amp;LOW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194,912  👍 4,845  💬 630  📈+88.0%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2:34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前日比+88.0%と急拡散中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https://www.youtube.com/watch?v=Pz29ehcGsFk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Dance Forever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SixTONES - Topic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399,471  👍 27,481  💬 1,496  📈+33.6%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3:57  ·  📅 公開54時間前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公開2日で急上昇　10万再生突破の話題作　前日比+33.6%で着実に成長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https://www.youtube.com/watch?v=UQlgf5cfMbA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ホラーが嫌いすぎる友人に「 今年最も怖いと言われた５本のビデオ 」を見せてみた 【 Don't Play This 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キヨ。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769,381  👍 23,169  💬 1,344  📈+46.8%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1:35:09  ·  📅 公開37時間前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前日比+46.8%で着実に成長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https://www.youtube.com/watch?v=Zl4igAf4Yhc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「THE ONE PIECE」ティーザー予告編 - Netflix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Netflix Japan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964,180  👍 26,811  💬 2,541  📈+40.3%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1:10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前日比+40.3%で着実に成長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https://www.youtube.com/watch?v=1hSOOSaPZZc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モーニング娘。'26『Lonely...But not Alone』Promotion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モーニング娘。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👁 223,537  👍 13,262  💬 2,108  📈+59.7%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4:38  ·  📅 公開33時間前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10万再生突破の話題作　前日比+59.7%と急拡散中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https://www.youtube.com/watch?v=C7V2ScEMyVU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モンストニュース[6/25]超究極「ペイン天道」降臨！新イベント「掟と抗争のカルコサ PART Ⅲ」など、モンストの最新情報をお届けします！【モンスト公式】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モンスト（モンスターストライク）公式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D7F32"/>
                </a:solidFill>
                <a:latin typeface="Arial"/>
              </a:rPr>
              <a:t>👁 400,212  👍 4,671  💬 225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28:35  ·  📅 公開14時間前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公開14時間で急上昇入り！　10万再生突破の話題作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22860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68680"/>
            <a:ext cx="3474720" cy="195681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2926080"/>
            <a:ext cx="914400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30632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https://www.youtube.com/watch?v=zVXKN5pxbcI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77724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u="sng">
                <a:solidFill>
                  <a:srgbClr val="FFFFFF"/>
                </a:solidFill>
                <a:latin typeface="Arial"/>
                <a:hlinkClick r:id="rId4"/>
              </a:rPr>
              <a:t>【THE ONE PIECE】ティザー予告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2240280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 ONE PIECE公式YouTubeチャンネル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578608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1">
                <a:solidFill>
                  <a:srgbClr val="C0C0C0"/>
                </a:solidFill>
                <a:latin typeface="Arial"/>
              </a:rPr>
              <a:t>👁 803,409  👍 29,331  💬 2,218  📈+44.7%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944368"/>
            <a:ext cx="21031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⏱ 0:58  ·  📅 公開32時間前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393192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前日比+44.7%で着実に成長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Stray Kids "RUN IT" M/V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14,612,508  👍 1,077,129  💬 104,235  ⏱ 3:49  📅 公開41時間前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500万再生超の超バズ動画　前日比+54.4%と急拡散中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https://www.youtube.com/watch?v=Q7IFjVUUb_E</a:t>
            </a:r>
          </a:p>
        </p:txBody>
      </p:sp>
      <p:pic>
        <p:nvPicPr>
          <p:cNvPr id="12" name="Picture 11" descr="ezgif_com-animated-gif-maker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0" y="45720"/>
            <a:ext cx="3017520" cy="50520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19,153,864  👍 157,983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狩野英孝のマイクラ実況が面白いwww#エンタメ #マイクラ #狩野英孝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11,733,486  👍 185,969  ⏱ 1:33  📅 2025-07-05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11,523,217  👍 132,974  ⏱ 0:18  📅 2025-11-01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入れないと蝶野に制裁ビンタされる⁉️ #エンタメ #ガキ使 #ダウンタウン#方正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10,548,182  👍 97,991  ⏱ 0:57  📅 2025-10-17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https://www.youtube.com/watch?v=Mr8II4SLhaI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大根だけってどんな味なんだろう？ #面白い #おもしろ #エンタメ #お笑い #お笑…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8,889,897  👍 87,048  ⏱ 0:33  📅 2025-11-05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https://www.youtube.com/watch?v=40nqUvs_tfE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見たことの無い落ち方をする配信者#葉 #ゲーム実況 #切り抜き #onlyup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20,939,094  👍 378,311  ⏱ 0:38  📅 2023-07-07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感動のダブルスイカ‼️ #スイカゲーム #ゲーム実況 #サワヤンゲームズ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20,451,220  👍 362,353  ⏱ 0:59  📅 2023-12-22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全部ひっかかる人【しょぼんのアクション3D】 #ゲーム実況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19,805,342  👍 389,631  ⏱ 1:00  📅 2023-09-28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ヒカキンのスーパーマリオ3Dワールド実況 パート1【Nintendo Switc…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HikakinGames  👁 12,538,613  👍 42,580  ⏱ 42:29  📅 2021-03-27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https://www.youtube.com/watch?v=s7l76OBSrcg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自然に隠れた末路がww #shorts  #prophunt #かくれんぼ #cod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プン  👁 12,203,784  👍 159,755  ⏱ 1:00  📅 2024-10-30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https://www.youtube.com/watch?v=d9MAnruE_-c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TVアニメ「ダンベル何キロ持てる？」OPテーマ Muscle Video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KADOKAWAanime  👁 282,775,822  👍 791,710  ⏱ 1:44  📅 2019-07-11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https://www.youtube.com/watch?v=2pECnr5MNuU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144,349,414  👍 0  ⏱ 1:31  📅 2023-07-07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【公式】Pokémon Day記念！歴代のパートナーのポケモンたちが踊り出す “PO…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ポケモン公式YouTubeチャンネル  👁 71,082,084  👍 0  ⏱ 1:20  📅 2024-02-27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https://www.youtube.com/watch?v=Wkrs11bLvpo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アイナ・ジ・エンド / 革命道中 - On The Way × TVアニメ『ダンダダ…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45,592,459  👍 190,420  ⏱ 3:22  📅 2025-08-20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TVアニメ『呪術廻戦』第3期「死滅回游 前編」ノンクレジットOPムービー／OPテーマ…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37,724,761  👍 532,002  ⏱ 1:31  📅 2026-01-09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https://www.youtube.com/watch?v=Xr032EhUDPw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6,817,980  👍 119,595  ⏱ 1:00  📅 2025-03-15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シンクロ率100％だった映画『Michael』の裏側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フィルムチェーン  👁 5,099,723  👍 81,629  ⏱ 0:56  📅 2026-05-18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https://www.youtube.com/watch?v=lyZZdUUM_GM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3,666,469  👍 46,391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3,412,223  👍 30,157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3,351,822  👍 43,907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