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bII1RJUm89U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c0bncmJPys8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mV7451mcw-E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P3X_Ww7Kil0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MljLiGJDMH8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Wul77kjYih4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lgS25Ru0kEM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NaynviBP_3M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DtTen4LkBPk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I_6m6_Ylyd8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RHUauMcYlX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P8QordVAUyU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y_fYd3ZwP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yHmPWzkhcZ8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0cjKg-Z3xak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mhCy0IgobIw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CJ1A1aYvTe4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PkDfrVdCwCs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ScWlFcYn_FI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ew4ig9E5gaQ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2MzSLqlLIs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Qut46hqaMvw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lyZZdUUM_G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2026年06月30日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https://www.youtube.com/watch?v=bII1RJUm89U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【Performance Video】マジ！Magic！PEACH！ #VOLTACTION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VOLTACTION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67,479  👍 10,628  💬 429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3:19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　いいね率15.8%と視聴者の支持が非常に高い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https://www.youtube.com/watch?v=c0bncmJPys8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映画『カラフルピーチ/砂漠の王子様』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カラフルピーチ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1,142,740  👍 51,669  💬 7,942  📈+58.0%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3:58:22  ·  📅 公開36時間前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前日比+58.0%と急拡散中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https://www.youtube.com/watch?v=mV7451mcw-E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Cyberpunk: Edgerunners 2 | Official Teaser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Cyberpunk 2077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2,146,912  👍 258,249  💬 12,136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100万再生超の大ヒット　いいね率12.0%と視聴者の支持が非常に高い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https://www.youtube.com/watch?v=P3X_Ww7Kil0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#KTCHAN vs DOTAMA【BEST4】/戦極MCBATTLE 第42章 KING ONES ONLY(2026.6.20)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戦極MCBATTLE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142,005  👍 3,501  💬 452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6:20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いいね率2.5%と好評価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https://www.youtube.com/watch?v=MljLiGJDMH8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【スプラ3】 中の下杯 【 りりむ葛葉天宮こころやしろフレンかげつローレン【椎名唯華/にじさんじ】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243,093  👍 5,403  💬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2:14:45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https://www.youtube.com/watch?v=Wul77kjYih4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9.4 (Fri)公開  映画『バックルームズ』本予告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Happinet phantom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623,715  👍 0  💬 1,096  📈+1851.5%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2:16  ·  📅 公開22時間前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公開22時間で急上昇入り！　50万再生の注目コンテンツ　前日比+1851.5%の爆発的な伸び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https://www.youtube.com/watch?v=lgS25Ru0kEM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【MV】パッチワーク・ヒーロー/緋八マナ【オリジナル曲】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緋八マナ / Hibachi Mana【にじさんじ】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168,428  👍 32,774  💬 1,527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2:15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いいね率19.5%と視聴者の支持が非常に高い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https://www.youtube.com/watch?v=NaynviBP_3M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【即興バトル】視聴者が作った『色々な統一パ』を借りて最強ポケモン廃人が真剣勝負！！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今日ポケch.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129,274  👍 2,444  💬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16:05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https://www.youtube.com/watch?v=DtTen4LkBPk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『サイバーパンク: エッジランナーズ2』ティーザー予告編2 -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173,344  👍 8,455  💬 738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1:44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　いいね率4.9%と好評価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BE:FIRST / Missing -Music Video- (Move ver.)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708,492  👍 51,639  💬 3,892  ⏱ 3:31  📅 公開11時間前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　いいね率7.3%と視聴者の支持が非常に高い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https://www.youtube.com/watch?v=I_6m6_Ylyd8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19,154,261  👍 157,969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🔴LIVE: 24 HOURS+ Bluey Episodes in HD! ✨ 💙…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18,440,566  👍 46,901  ⏱ 不明  📅 2026-04-02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[🔴LIVE]  깔깔티비 💫1박2일💫 화질UP 🔥24시간 무한 스트리밍🔥 ㅣ…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17,955,169  👍 10,415  ⏱ 不明  📅 2025-04-07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El Chavo del 8 EN VIVO 24/7 🔴 Maratón de t…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15,264,093  👍 53,466  ⏱ 不明  📅 2025-12-25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🔴 LIVE! 24 HOURS Mickey Mouse Full Episode…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Disney Jr.   👁 13,498,508  👍 21,495  ⏱ 不明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https://www.youtube.com/watch?v=yHmPWzkhcZ8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24,912,092  👍 378,666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見たことの無い落ち方をする配信者#葉 #ゲーム実況 #切り抜き #onlyup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21,020,751  👍 379,375  ⏱ 0:38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感動のダブルスイカ‼️ #スイカゲーム #ゲーム実況 #サワヤンゲームズ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20,451,756  👍 362,329  ⏱ 0:59  📅 2023-12-22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19,806,294  👍 389,629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崩れる時は一瞬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ひろちんくん  👁 16,775,836  👍 292,634  ⏱ 0:58  📅 2023-06-11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https://www.youtube.com/watch?v=CJ1A1aYvTe4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映画「アンパンマンが生まれた日」【アンパンマンアニメ公式】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それいけ!アンパンマン【アニメ公式】  👁 149,033,192  👍 0  ⏱ 11:16  📅 2021-02-18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https://www.youtube.com/watch?v=PkDfrVdCwCs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144,760,116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アイナ・ジ・エンド / 革命道中 - On The Way × TVアニメ『ダンダダ…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45,922,126  👍 191,150  ⏱ 3:22  📅 2025-08-20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カプセルくるくるお皿でポン！たのしい回転ずしDX #アニメキッズ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アニメキッズanimekids  👁 44,415,524  👍 0  ⏱ 12:11  📅 2017-11-13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https://www.youtube.com/watch?v=ew4ig9E5gaQ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38,116,031  👍 534,036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6,820,201  👍 119,606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【残酷】衝撃の妊娠・出産アニメ3選 #shorts #アニメ #紹介 #感想 #an…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6,290,537  👍 93,066  ⏱ 0:47  📅 2025-03-01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人食い村に赴任した新入巡査、衝撃的な素材と演出、面白さで世界で大好評！隠れた秀作日本…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映画少女  👁 6,136,277  👍 28,444  ⏱ 18:03  📅 2024-04-04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https://www.youtube.com/watch?v=Qut46hqaMvw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シンクロ率100％だった映画『Michael』の裏側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5,489,526  👍 86,781  ⏱ 0:56  📅 2026-05-18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3,679,982  👍 46,499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