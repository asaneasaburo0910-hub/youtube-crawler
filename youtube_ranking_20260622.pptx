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Vu_a6ysKIGQ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0MGQBdZBLWM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Q0z4bi_-vlM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Jt9X4UKLz3Q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2pbH_jW8q7E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Pu4ahAsIt7g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FjBEe7_R2d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vxo5jkuT4ps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s8cP1Vt5US8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_wwfQZimNTU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21eblauBPy8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Gaa5iluMIQ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Mr8II4SLhaI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40nqUvs_tf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0cjKg-Z3xak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mhCy0IgobIw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4cpyl0ffMJc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Wkrs11bLvpo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A4SbWHa7TWE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2026年06月22日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https://www.youtube.com/watch?v=Vu_a6ysKIGQ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CUE CUE CUTE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Hey! Say! JUMP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22,280  👍 3,228  💬 146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4:08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　いいね率14.5%と視聴者の支持が非常に高い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https://www.youtube.com/watch?v=0MGQBdZBLWM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【激変】新ルールのポケモン使用率ランキングを見てみたら""異変""が起きてました。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今日ポケch.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230,927  👍 2,301  💬 377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58:43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https://www.youtube.com/watch?v=Q0z4bi_-vlM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『キャラメルハート』 from 超特急 BULLET TRAIN ARENA TOUR 2025「EVE」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超特急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149,232  👍 16,238  💬 1,115  📈+318.0%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3:44  ·  📅 公開19時間前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公開19時間で急上昇入り！　10万再生突破の話題作　前日比+318.0%の爆発的な伸び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https://www.youtube.com/watch?v=Jt9X4UKLz3Q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#005 『ドラゴンクエストスマッシュグロウ』の新情報を「マル」がお届け！「スマグロ マル秘 レポート」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ドラゴンクエストスマッシュグロウ公式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67,374  👍 708  💬 223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3:20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https://www.youtube.com/watch?v=2pbH_jW8q7E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＝LOVE（イコールラブ）/ ＝LOVE in TOKYO DOME 2027年1月 開催決定！！！【告知動画】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＝LOVE（イコールラブ）公式チャンネル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137,182  👍 16,160  💬 1,058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いいね率11.8%と視聴者の支持が非常に高い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https://www.youtube.com/watch?v=Pu4ahAsIt7g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【スト6】  吉沢 【 V最本番 】#KSKWIN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894,897  👍 10,290  💬 155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5:35:06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https://www.youtube.com/watch?v=FjBEe7_R2dc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So Strawberry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MAZZEL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135,615  👍 11,902  💬 798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2:48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いいね率8.8%と視聴者の支持が非常に高い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https://www.youtube.com/watch?v=vxo5jkuT4ps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VTuber最協決定戦 Ver.STREET FIGHTER 6 第二幕 Day2 本配信 【#V最協第二幕】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渋谷ハル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1,694,559  👍 16,493  💬 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8:25:35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https://www.youtube.com/watch?v=s8cP1Vt5US8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『チェンソーマン 刺客篇』ティザーPV②／Chainsaw Man –  Assassins Arc Official Trailer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MAPPA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5,009,585  👍 354,533  💬 12,233  📈+20.6%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公開57時間前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500万再生超の超バズ動画　前日比+20.6%で着実に成長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BE:FIRST / Missing -Teaser-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65,243  👍 11,881  💬 739  ⏱ 0:37  📅 公開-5時間前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いいね率18.2%と視聴者の支持が非常に高い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https://www.youtube.com/watch?v=_wwfQZimNTU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19,153,101  👍 157,999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狩野英孝のマイクラ実況が面白いwww#エンタメ #マイクラ #狩野英孝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11,731,101  👍 185,947  ⏱ 1:33  📅 2025-07-05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11,518,972  👍 132,934  ⏱ 0:18  📅 2025-11-01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10,546,239  👍 97,982  ⏱ 0:57  📅 2025-10-17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大根だけってどんな味なんだろう？ #面白い #おもしろ #エンタメ #お笑い #お笑…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8,889,480  👍 87,052  ⏱ 0:33  📅 2025-11-05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https://www.youtube.com/watch?v=40nqUvs_tfE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24,898,670  👍 378,830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見たことの無い落ち方をする配信者#葉 #ゲーム実況 #切り抜き #onlyup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20,759,306  👍 376,636  ⏱ 0:38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感動のダブルスイカ‼️ #スイカゲーム #ゲーム実況 #サワヤンゲームズ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20,450,808  👍 362,383  ⏱ 0:59  📅 2023-12-22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19,804,297  👍 389,664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12,121,406  👍 159,281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282,766,113  👍 791,733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143,938,499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【♪うたアニメ】やさいのうた〈うた：いっちー＆なる〉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86,829,911  👍 37,902  ⏱ 1:36  📅 2021-11-27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https://www.youtube.com/watch?v=4cpyl0ffMJc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【公式】Pokémon Day記念！歴代のパートナーのポケモンたちが踊り出す “PO…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ポケモン公式YouTubeチャンネル  👁 70,987,770  👍 0  ⏱ 1:20  📅 2024-02-27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https://www.youtube.com/watch?v=Wkrs11bLvpo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45,297,575  👍 189,799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6,816,254  👍 119,588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【時間がない方必見】3時間の映画『国宝』を多忙の3人が分割鑑賞！足りない部分を補完し…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さらば青春の光Official Youtube Channel  👁 5,186,968  👍 70,766  ⏱ 1:10:59  📅 2025-09-13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https://www.youtube.com/watch?v=A4SbWHa7TWE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4,651,794  👍 75,316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3,648,664  👍 46,301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3,406,624  👍 30,139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