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「仮面ライダーカブト20th」天道総司は行方知れず… ZECTが新たなライダ…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4,179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サンダーボルト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Yuuri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3万回　👍 1,923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【JP】ALGS Year 6 Split 1 Playoffs at EWC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esports_RAGE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65万回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『ゴジラ-0.0』特報＜11月3日(火・祝)公開＞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76万回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YEONJUN (연준) 'Ice Cream'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17万回　👍 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