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35x74_Q23O0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53SCCh_KbG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S5XWYowUQ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hDLAWFtsL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nPSFKSEhr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vqk2UD5jd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dEEd9HHEQE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LY_zx_BYDD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f2_4CmsLh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jPMupS1Lg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OIBODIPC_8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Pl10ZrhCt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5yb2N3pnztU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2026年06月19日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https://www.youtube.com/watch?v=35x74_Q23O0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Comets + 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Elmiene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87,608  👍 8,714  💬 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https://www.youtube.com/watch?v=53SCCh_KbG4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  旅をしてからスクリム vs ティム＝れん３そして宇佐美リト 【 スクリム4日目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443,459  👍 5,383  💬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6:45:45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https://www.youtube.com/watch?v=rS5XWYowUQQ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「ビリーと魔法のはじまり」ティザー予告｜12月4日（金）劇場公開！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ディズニー・スタジオ公式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179,563  👍 741  💬 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https://www.youtube.com/watch?v=lhDLAWFtsLE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Janet Jackson &amp; BE:FIRST - Doesn't Really Matter (Remix)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Janet Jackson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261,384  👍 29,648  💬 1,248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3:22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いいね率11.3%と視聴者の支持が非常に高い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https://www.youtube.com/watch?v=qnPSFKSEhrs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【原神】「Luna Ⅷ」予告番組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721,663  👍 30,181  💬 526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1:11:14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いいね率4.2%と好評価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https://www.youtube.com/watch?v=tvqk2UD5jd4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映画『あの星が降る丘で、君とまた出会いたい。』予告【8.7(fri)公開】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12,945  👍 311  💬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https://www.youtube.com/watch?v=dEEd9HHEQE0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真・運命 (曽野舜太&amp;山中柔太朗)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1,212,956  👍 90,812  💬 9,204  📈+50.2%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前日比+50.2%と急拡散中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https://www.youtube.com/watch?v=LY_zx_BYDDA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 繰り返す死の12分間 」の謎を解き明かす傑作タイムループゲーム 『 Twelve Minutes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784,941  👍 24,367  💬 1,700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3:04:27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https://www.youtube.com/watch?v=Zf2_4CmsLhg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かつてない進化を遂げる #スパイダーマン、新たな物語がいま始まる！『スパイダーマン：ブランド・ニュー・デイ』最新予告編　7月31日（金）日米同時公開決定！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1,106,088  👍 13,986  💬 931  📈+189.2%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2:35  ·  📅 公開27時間前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前日比+189.2%と急拡散中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米津玄師 - 烏　Kenshi Yonezu -  Karasu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1,126,770  👍 87,636  💬 5,277  ⏱ 4:18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　いいね率7.8%と視聴者の支持が非常に高い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https://www.youtube.com/watch?v=YjPMupS1Lg4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19,152,393  👍 158,005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11,728,940  👍 185,914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11,514,566  👍 132,882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10,544,640  👍 97,965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8,889,109  👍 87,056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20,567,680  👍 374,872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20,450,254  👍 362,378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19,803,344  👍 389,664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17,208,251  👍 539,668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11,980,049  👍 158,559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727,665,734  👍 3,358,012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282,756,770  👍 791,651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YOASOBI「勇者」 Official Music Video／TVアニメ『葬送の…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216,622,615  👍 1,213,363  ⏱ 3:24  📅 2023-09-29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ヒグチアイ / 悪魔の子 (アニメスペシャルVer.) | Ai Higuchi “…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214,721,223  👍 2,010,046  ⏱ 3:50  📅 2022-01-24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158,251,140  👍 0  ⏱ 1:31  📅 2023-09-01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6,814,630  👍 119,567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6,129,884  👍 28,431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6,090,877  👍 90,364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4,229,600  👍 69,646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3,629,861  👍 46,188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