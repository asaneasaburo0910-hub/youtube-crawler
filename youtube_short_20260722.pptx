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2026年07月22日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映画『カイジ 人生リベンジゲーム』予告1｜2027年1月29日(金)公開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東宝MOVIEチャンネル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52万回　👍 6,391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月下美人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Release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4万回　👍 3,132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【にじさんじ】熱狂！にじさんじ甲子園2026#5【 #にじ甲2026】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舞元啓介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53万回　👍 8,505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「アベンジャーズ／ドゥームズデイ」ティザー予告｜12月18日[金] 劇場公開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ディズニー・スタジオ公式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125万回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BE:FIRST / Boom Boom Back - Live from BE…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BE:FIRST Official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14万回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