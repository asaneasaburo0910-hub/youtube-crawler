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【呪術廻戦】知らなかった！！コラボ真獣神化があるなんて！！【モンストモンドリニュ…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がみくん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22万回　👍 3,538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Brand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65万回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DREAMDAZE Ⅳ　7.12 SUN【モンスト公式】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277万回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【タリバン支配】13歳で結婚させられた母、60歳で初めて夢を追う／映画『ハワの手…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moviecollectionjp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8,203回　👍 43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Number_i - BUGS LIFE (Official Music Vid…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Number_i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132万回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