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hyperlink" Target="https://www.youtube.com/watch?v=lzONqPuwicI" TargetMode="External"/><Relationship Id="rId5" Type="http://schemas.openxmlformats.org/officeDocument/2006/relationships/image" Target="../media/image1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hyperlink" Target="https://www.youtube.com/watch?v=IcddACyGhoY" TargetMode="External"/><Relationship Id="rId5" Type="http://schemas.openxmlformats.org/officeDocument/2006/relationships/image" Target="../media/image1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hyperlink" Target="https://www.youtube.com/watch?v=z2WzTPOIWkE" TargetMode="External"/><Relationship Id="rId5" Type="http://schemas.openxmlformats.org/officeDocument/2006/relationships/image" Target="../media/image1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hyperlink" Target="https://www.youtube.com/watch?v=FRhHK_d6tD8" TargetMode="External"/><Relationship Id="rId5" Type="http://schemas.openxmlformats.org/officeDocument/2006/relationships/image" Target="../media/image1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hyperlink" Target="https://www.youtube.com/watch?v=ME2yyOv2GxU" TargetMode="External"/><Relationship Id="rId5" Type="http://schemas.openxmlformats.org/officeDocument/2006/relationships/image" Target="../media/image1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13.png"/><Relationship Id="rId4" Type="http://schemas.openxmlformats.org/officeDocument/2006/relationships/hyperlink" Target="https://www.youtube.com/watch?v=eaNaUiUteAA" TargetMode="External"/><Relationship Id="rId5" Type="http://schemas.openxmlformats.org/officeDocument/2006/relationships/image" Target="../media/image1.gif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hyperlink" Target="https://www.youtube.com/watch?v=HDGCTtuW-Yo" TargetMode="External"/><Relationship Id="rId5" Type="http://schemas.openxmlformats.org/officeDocument/2006/relationships/image" Target="../media/image1.gif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Relationship Id="rId4" Type="http://schemas.openxmlformats.org/officeDocument/2006/relationships/hyperlink" Target="https://www.youtube.com/watch?v=WSHK5x7rnq4" TargetMode="External"/><Relationship Id="rId5" Type="http://schemas.openxmlformats.org/officeDocument/2006/relationships/image" Target="../media/image1.gif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9.png"/><Relationship Id="rId4" Type="http://schemas.openxmlformats.org/officeDocument/2006/relationships/hyperlink" Target="https://www.youtube.com/watch?v=OfbV-IvWscc" TargetMode="External"/><Relationship Id="rId5" Type="http://schemas.openxmlformats.org/officeDocument/2006/relationships/image" Target="../media/image1.gif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hyperlink" Target="https://www.youtube.com/watch?v=JhoPsnnaaKM" TargetMode="External"/><Relationship Id="rId5" Type="http://schemas.openxmlformats.org/officeDocument/2006/relationships/image" Target="../media/image1.gif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Relationship Id="rId3" Type="http://schemas.openxmlformats.org/officeDocument/2006/relationships/hyperlink" Target="https://www.youtube.com/watch?v=fBQOV3jiST0" TargetMode="External"/><Relationship Id="rId4" Type="http://schemas.openxmlformats.org/officeDocument/2006/relationships/image" Target="../media/image23.png"/><Relationship Id="rId5" Type="http://schemas.openxmlformats.org/officeDocument/2006/relationships/image" Target="../media/image24.jpg"/><Relationship Id="rId6" Type="http://schemas.openxmlformats.org/officeDocument/2006/relationships/hyperlink" Target="https://www.youtube.com/watch?v=i5TSvrhVH94" TargetMode="External"/><Relationship Id="rId7" Type="http://schemas.openxmlformats.org/officeDocument/2006/relationships/image" Target="../media/image25.png"/><Relationship Id="rId8" Type="http://schemas.openxmlformats.org/officeDocument/2006/relationships/image" Target="../media/image26.jpg"/><Relationship Id="rId9" Type="http://schemas.openxmlformats.org/officeDocument/2006/relationships/hyperlink" Target="https://www.youtube.com/watch?v=21eblauBPy8" TargetMode="External"/><Relationship Id="rId10" Type="http://schemas.openxmlformats.org/officeDocument/2006/relationships/image" Target="../media/image27.png"/><Relationship Id="rId11" Type="http://schemas.openxmlformats.org/officeDocument/2006/relationships/image" Target="../media/image28.jpg"/><Relationship Id="rId12" Type="http://schemas.openxmlformats.org/officeDocument/2006/relationships/hyperlink" Target="https://www.youtube.com/watch?v=fGaa5iluMIQ" TargetMode="External"/><Relationship Id="rId13" Type="http://schemas.openxmlformats.org/officeDocument/2006/relationships/image" Target="../media/image29.png"/><Relationship Id="rId14" Type="http://schemas.openxmlformats.org/officeDocument/2006/relationships/image" Target="../media/image30.jpg"/><Relationship Id="rId15" Type="http://schemas.openxmlformats.org/officeDocument/2006/relationships/hyperlink" Target="https://www.youtube.com/watch?v=Mr8II4SLhaI" TargetMode="External"/><Relationship Id="rId16" Type="http://schemas.openxmlformats.org/officeDocument/2006/relationships/image" Target="../media/image3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hyperlink" Target="https://www.youtube.com/watch?v=mhCy0IgobIw" TargetMode="External"/><Relationship Id="rId4" Type="http://schemas.openxmlformats.org/officeDocument/2006/relationships/image" Target="../media/image33.png"/><Relationship Id="rId5" Type="http://schemas.openxmlformats.org/officeDocument/2006/relationships/image" Target="../media/image34.jpg"/><Relationship Id="rId6" Type="http://schemas.openxmlformats.org/officeDocument/2006/relationships/hyperlink" Target="https://www.youtube.com/watch?v=0cjKg-Z3xak" TargetMode="External"/><Relationship Id="rId7" Type="http://schemas.openxmlformats.org/officeDocument/2006/relationships/image" Target="../media/image35.png"/><Relationship Id="rId8" Type="http://schemas.openxmlformats.org/officeDocument/2006/relationships/image" Target="../media/image36.jpg"/><Relationship Id="rId9" Type="http://schemas.openxmlformats.org/officeDocument/2006/relationships/hyperlink" Target="https://www.youtube.com/watch?v=XGbduoPa_-0" TargetMode="External"/><Relationship Id="rId10" Type="http://schemas.openxmlformats.org/officeDocument/2006/relationships/image" Target="../media/image37.png"/><Relationship Id="rId11" Type="http://schemas.openxmlformats.org/officeDocument/2006/relationships/image" Target="../media/image38.jpg"/><Relationship Id="rId12" Type="http://schemas.openxmlformats.org/officeDocument/2006/relationships/hyperlink" Target="https://www.youtube.com/watch?v=s7l76OBSrcg" TargetMode="External"/><Relationship Id="rId13" Type="http://schemas.openxmlformats.org/officeDocument/2006/relationships/image" Target="../media/image39.png"/><Relationship Id="rId14" Type="http://schemas.openxmlformats.org/officeDocument/2006/relationships/image" Target="../media/image40.jpg"/><Relationship Id="rId15" Type="http://schemas.openxmlformats.org/officeDocument/2006/relationships/hyperlink" Target="https://www.youtube.com/watch?v=d9MAnruE_-c" TargetMode="External"/><Relationship Id="rId16" Type="http://schemas.openxmlformats.org/officeDocument/2006/relationships/image" Target="../media/image4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hyperlink" Target="https://www.youtube.com/watch?v=Nk9ElVi2uwE" TargetMode="External"/><Relationship Id="rId4" Type="http://schemas.openxmlformats.org/officeDocument/2006/relationships/image" Target="../media/image43.png"/><Relationship Id="rId5" Type="http://schemas.openxmlformats.org/officeDocument/2006/relationships/image" Target="../media/image44.jpg"/><Relationship Id="rId6" Type="http://schemas.openxmlformats.org/officeDocument/2006/relationships/hyperlink" Target="https://www.youtube.com/watch?v=Rg-dUnEcdrI" TargetMode="External"/><Relationship Id="rId7" Type="http://schemas.openxmlformats.org/officeDocument/2006/relationships/image" Target="../media/image45.png"/><Relationship Id="rId8" Type="http://schemas.openxmlformats.org/officeDocument/2006/relationships/image" Target="../media/image46.jpg"/><Relationship Id="rId9" Type="http://schemas.openxmlformats.org/officeDocument/2006/relationships/hyperlink" Target="https://www.youtube.com/watch?v=offKATJmkeQ" TargetMode="External"/><Relationship Id="rId10" Type="http://schemas.openxmlformats.org/officeDocument/2006/relationships/image" Target="../media/image47.png"/><Relationship Id="rId11" Type="http://schemas.openxmlformats.org/officeDocument/2006/relationships/image" Target="../media/image48.jpg"/><Relationship Id="rId12" Type="http://schemas.openxmlformats.org/officeDocument/2006/relationships/hyperlink" Target="https://www.youtube.com/watch?v=F541MRFhXX8" TargetMode="External"/><Relationship Id="rId13" Type="http://schemas.openxmlformats.org/officeDocument/2006/relationships/image" Target="../media/image49.png"/><Relationship Id="rId14" Type="http://schemas.openxmlformats.org/officeDocument/2006/relationships/image" Target="../media/image50.jpg"/><Relationship Id="rId15" Type="http://schemas.openxmlformats.org/officeDocument/2006/relationships/hyperlink" Target="https://www.youtube.com/watch?v=cRHE_1F8Yi8" TargetMode="External"/><Relationship Id="rId16" Type="http://schemas.openxmlformats.org/officeDocument/2006/relationships/image" Target="../media/image5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Relationship Id="rId3" Type="http://schemas.openxmlformats.org/officeDocument/2006/relationships/hyperlink" Target="https://www.youtube.com/watch?v=2a1YM7MCXng" TargetMode="External"/><Relationship Id="rId4" Type="http://schemas.openxmlformats.org/officeDocument/2006/relationships/image" Target="../media/image53.png"/><Relationship Id="rId5" Type="http://schemas.openxmlformats.org/officeDocument/2006/relationships/image" Target="../media/image54.jpg"/><Relationship Id="rId6" Type="http://schemas.openxmlformats.org/officeDocument/2006/relationships/hyperlink" Target="https://www.youtube.com/watch?v=Qut46hqaMvw" TargetMode="External"/><Relationship Id="rId7" Type="http://schemas.openxmlformats.org/officeDocument/2006/relationships/image" Target="../media/image55.png"/><Relationship Id="rId8" Type="http://schemas.openxmlformats.org/officeDocument/2006/relationships/image" Target="../media/image56.jpg"/><Relationship Id="rId9" Type="http://schemas.openxmlformats.org/officeDocument/2006/relationships/hyperlink" Target="https://www.youtube.com/watch?v=lyZZdUUM_GM" TargetMode="External"/><Relationship Id="rId10" Type="http://schemas.openxmlformats.org/officeDocument/2006/relationships/image" Target="../media/image57.png"/><Relationship Id="rId11" Type="http://schemas.openxmlformats.org/officeDocument/2006/relationships/image" Target="../media/image58.jpg"/><Relationship Id="rId12" Type="http://schemas.openxmlformats.org/officeDocument/2006/relationships/hyperlink" Target="https://www.youtube.com/watch?v=OhHzzl4Z6qU" TargetMode="External"/><Relationship Id="rId13" Type="http://schemas.openxmlformats.org/officeDocument/2006/relationships/image" Target="../media/image59.png"/><Relationship Id="rId14" Type="http://schemas.openxmlformats.org/officeDocument/2006/relationships/image" Target="../media/image60.jpg"/><Relationship Id="rId15" Type="http://schemas.openxmlformats.org/officeDocument/2006/relationships/hyperlink" Target="https://www.youtube.com/watch?v=KWYewgdSAOI" TargetMode="External"/><Relationship Id="rId16" Type="http://schemas.openxmlformats.org/officeDocument/2006/relationships/image" Target="../media/image6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28800"/>
            <a:ext cx="5943600" cy="128016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901952"/>
            <a:ext cx="56692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 Black"/>
              </a:rPr>
              <a:t>▶  YouTube トレンド ランキング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3246120"/>
            <a:ext cx="5669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AAAAAA"/>
                </a:solidFill>
                <a:latin typeface="Arial"/>
              </a:rPr>
              <a:t>2026年06月16日  ·  急上昇 TOP 10 発表</a:t>
            </a:r>
          </a:p>
        </p:txBody>
      </p:sp>
      <p:pic>
        <p:nvPicPr>
          <p:cNvPr id="6" name="Picture 5" descr="ezgif_com-animated-gif-maker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#10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https://www.youtube.com/watch?v=lzONqPuwicI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RIIZE 'D-D-Done' (Official Audio)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RIIZE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108,740  👍 11,555  💬 729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2:50  ·  📅 公開13時間前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公開13時間で急上昇入り！　10万再生突破の話題作　いいね率10.6%と視聴者の支持が非常に高い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#9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https://www.youtube.com/watch?v=IcddACyGhoY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【スクリム1日目】大暴れする芸人マゴに爆笑する葛葉達【にじさんじ/切り抜き/葛葉/イブラヒム/ローレン/花芽すみれ/マゴ】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びーの【にじさんじ切り抜き】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80,612  👍 938  💬 27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21:06  ·  📅 公開3時間前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公開3時間で急上昇入り！　急上昇中の新興コンテンツ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#8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https://www.youtube.com/watch?v=z2WzTPOIWkE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初星学園 「SUGAR FLAVOR」Official Music Video (HATSUBOSHI GAKUEN - SUGAR FLAVOR)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初星学園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131,447  👍 13,070  💬 495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3:09  ·  📅 公開9時間前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公開9時間で急上昇入り！　10万再生突破の話題作　いいね率9.9%と視聴者の支持が非常に高い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#7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https://www.youtube.com/watch?v=FRhHK_d6tD8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【原神】ショートアニメ「最後の遺産」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原神-Genshin-公式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612,402  👍 63,165  💬 2,831  📈+403.7%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7:45  ·  📅 公開18時間前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公開18時間で急上昇入り！　50万再生の注目コンテンツ　前日比+403.7%の爆発的な伸び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#6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https://www.youtube.com/watch?v=ME2yyOv2GxU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Fujii Kaze - Prema | MUSIC AWARDS JAPAN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MUSIC AWARDS JAPAN / CEIPA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634,635  👍 36,947  💬 1,770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4:59  ·  📅 公開28時間前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公開1日で急上昇　50万再生の注目コンテンツ　いいね率5.8%と視聴者の支持が非常に高い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https://www.youtube.com/watch?v=eaNaUiUteAA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【スト6】  コーチング→顔合わせ→スクリム vs ティム＝カゲツ 【 コーチ:河河 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Kuzuha Channel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617,047  👍 7,625  💬 39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9:17:36  ·  📅 公開3時間前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公開3時間で急上昇入り！　50万再生の注目コンテンツ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https://www.youtube.com/watch?v=HDGCTtuW-Yo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RIIZE 라이즈 'Do your dance' MV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SMTOWN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804,522  👍 90,905  💬 9,019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3:10  ·  📅 公開13時間前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公開13時間で急上昇入り！　50万再生の注目コンテンツ　いいね率11.3%と視聴者の支持が非常に高い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https://www.youtube.com/watch?v=WSHK5x7rnq4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【推し活】きりたんぽとのゲームデートを賭けてオーバークックしたら大喧嘩になったwwwwww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コムドット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CD7F32"/>
                </a:solidFill>
                <a:latin typeface="Arial"/>
              </a:rPr>
              <a:t>👁 398,468  👍 15,092  💬 2,466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1:47:47  ·  📅 公開10時間前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公開10時間で急上昇入り！　10万再生突破の話題作　いいね率3.8%と好評価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https://www.youtube.com/watch?v=OfbV-IvWscc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HUNTER×HUNTERinspired-グリードアイランド編【映画予告風】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狂笑チャンネル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C0C0C0"/>
                </a:solidFill>
                <a:latin typeface="Arial"/>
              </a:rPr>
              <a:t>👁 120,348  👍 2,408  💬 376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5:02  ·  📅 公開9時間前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公開9時間で急上昇入り！　10万再生突破の話題作　いいね率2.0%と好評価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09728"/>
            <a:ext cx="91440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FFD700"/>
                </a:solidFill>
                <a:latin typeface="Arial Black"/>
              </a:rPr>
              <a:t>🏆  NO. 1 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024128"/>
            <a:ext cx="4572000" cy="2569464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3639312"/>
            <a:ext cx="1005840" cy="10058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4320" y="3657600"/>
            <a:ext cx="7406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烏 - Raven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160520"/>
            <a:ext cx="74066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FFD700"/>
                </a:solidFill>
                <a:latin typeface="Arial"/>
              </a:rPr>
              <a:t>👁 838,255  👍 41,121  💬 1,763  ⏱ 4:09  📅 公開31時間前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4498848"/>
            <a:ext cx="7406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EC9B0"/>
                </a:solidFill>
                <a:latin typeface="Arial"/>
              </a:rPr>
              <a:t>💡 公開1日で急上昇　50万再生の注目コンテンツ　前日比+192.2%と急拡散中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4828032"/>
            <a:ext cx="7406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https://www.youtube.com/watch?v=JhoPsnnaaKM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🎬 エンタメ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いや勝つんかいw　 #おもしろ #エンタメ #ネタ #バズれ #shorts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やっさん2  👁 19,152,067  👍 158,010  ⏱ 0:10  📅 2025-08-09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https://www.youtube.com/watch?v=fBQOV3jiST0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クビの真相は？【GOKKO】【ごっこ倶楽部】【企業研究】【エンタメ業界】【IT業界】…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ごっこ倶楽部のウラ垢 - STUDIO GOKKO -  👁 12,781,686  👍 170,499  ⏱ 1:28  📅 2025-04-14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https://www.youtube.com/watch?v=i5TSvrhVH94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狩野英孝のマイクラ実況が面白いwww#エンタメ #マイクラ #狩野英孝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はるえもん  👁 11,726,895  👍 185,902  ⏱ 1:33  📅 2025-07-05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https://www.youtube.com/watch?v=21eblauBPy8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ネプリーグ放送事故w #おもしろ #面白い #テレビ #エンタメ #お笑い #芸人 …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やっさん2  👁 11,510,740  👍 132,827  ⏱ 0:18  📅 2025-11-01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https://www.youtube.com/watch?v=fGaa5iluMIQ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入れないと蝶野に制裁ビンタされる⁉️ #エンタメ #ガキ使 #ダウンタウン#方正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はるえもん  👁 10,543,019  👍 97,942  ⏱ 0:57  📅 2025-10-17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https://www.youtube.com/watch?v=Mr8II4SLhaI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🎮 ゲーム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感動のダブルスイカ‼️ #スイカゲーム #ゲーム実況 #サワヤンゲームズ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にこみチャンネル  👁 20,449,937  👍 362,391  ⏱ 0:59  📅 2023-12-22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https://www.youtube.com/watch?v=mhCy0IgobIw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見たことの無い落ち方をする配信者#葉 #ゲーム実況 #切り抜き #onlyup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葉ちゅべ  👁 20,343,449  👍 372,621  ⏱ 0:38  📅 2023-07-07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https://www.youtube.com/watch?v=0cjKg-Z3xak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全部ひっかかる人【しょぼんのアクション3D】 #ゲーム実況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タン  👁 19,802,095  👍 389,671  ⏱ 1:00  📅 2023-09-28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https://www.youtube.com/watch?v=XGbduoPa_-0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ヒカキンのスーパーマリオ3Dワールド実況 パート1【Nintendo Switc…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HikakinGames  👁 12,512,405  👍 42,545  ⏱ 42:29  📅 2021-03-27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https://www.youtube.com/watch?v=s7l76OBSrcg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自然に隠れた末路がww #shorts  #prophunt #かくれんぼ #cod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プン  👁 11,867,104  👍 157,950  ⏱ 1:00  📅 2024-10-30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https://www.youtube.com/watch?v=d9MAnruE_-c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✨ アニメ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【呪術廻戦】好きすぎる#アニメ #漫画 #shorts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バナナの反応集  👁 2,392,241  👍 12,383  ⏱ 0:06  📅 2026-06-12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https://www.youtube.com/watch?v=Nk9ElVi2uwE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配信切り忘れで放送事故しまくるやつ【アニメ】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マイ部アニメ  👁 2,251,253  👍 42,358  ⏱ 0:55  📅 2026-06-11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https://www.youtube.com/watch?v=Rg-dUnEcdrI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大好評につき追加配信! アニメ『百姓貴族』８頭目『犬と猫』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TOKYO MX  👁 2,222,543  👍 30,036  ⏱ 4:06  📅 2023-09-08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https://www.youtube.com/watch?v=offKATJmkeQ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アニメ『チ。 ―地球の運動について―』ノンクレジットエンディング映像「アポリア」ヨル…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スカパー・ピクチャーズ チャンネル  👁 2,149,309  👍 31,853  ⏱ 1:31  📅 2024-10-06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https://www.youtube.com/watch?v=F541MRFhXX8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【呪術廻戦】分かる人はわかる#アニメ #漫画 #shorts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バナナの反応集  👁 1,862,177  👍 9,518  ⏱ 0:06  📅 2026-06-08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https://www.youtube.com/watch?v=cRHE_1F8Yi8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🍿 映画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歌舞伎町タワーの日本一高い映画館「109シネマズプレミアム新宿」を正直レビュー！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正直レビュー 🍰🍛  👁 6,813,239  👍 119,563  ⏱ 1:00  📅 2025-03-15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https://www.youtube.com/watch?v=2a1YM7MCXng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人食い村に赴任した新入巡査、衝撃的な素材と演出、面白さで世界で大好評！隠れた秀作日本…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映画少女  👁 6,128,241  👍 28,428  ⏱ 18:03  📅 2024-04-04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https://www.youtube.com/watch?v=Qut46hqaMvw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シンクロ率100％だった映画『Michael』の裏側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フィルムチェーン  👁 3,841,917  👍 63,643  ⏱ 0:56  📅 2026-05-18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https://www.youtube.com/watch?v=lyZZdUUM_GM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市川團十郎が語る映画「国宝」の率直な感想と歌舞伎への想い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KABUKU. / 市川團十郎。  👁 3,611,194  👍 46,071  ⏱ 17:48  📅 2025-07-12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https://www.youtube.com/watch?v=OhHzzl4Z6qU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名作映画を見た感想を嘘ついてる奴は誰だ！映画人狼バトル開始！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東海オンエア  👁 3,398,234  👍 30,101  ⏱ 34:45  📅 2024-09-26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https://www.youtube.com/watch?v=KWYewgdSAOI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