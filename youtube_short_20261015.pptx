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2026年10月15日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謎解きまみれの広大な島に放り出されるゲーム、迷子になったら二度と出会えない【Bi…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らっだぁ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43万回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DRAW♡ME「勝ち確♡ラヴ」 (Official Music Video)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DRAW♡ME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50万回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ゼルダの伝説 時のオカリナ 紹介映像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Nintendo 公式チャンネル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132万回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『Cyberpunk: Edgerunners 2』予告編 - Netflix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19万回　👍 4,597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BE:FIRST / It’s not a bad life -Live fro…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42万回　👍 3万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