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2026年07月23日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映画『カイジ 人生リベンジゲーム』予告1｜2027年1月29日(金)公開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75万回　👍 8,249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STARGLOW / Drivin' My Life -Dance Perfor…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STARGLOW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8万回　👍 8,626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自由な住民たちの生活を見守る神ゲー『 トモダチコレクション わくわく生活 』～人…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74万回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「アベンジャーズ／ドゥームズデイ」ティザー予告｜12月18日[金] 劇場公開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ディズニー・スタジオ公式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168万回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T.M.Revolution - THUNDERBIRD / THE FIRST…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83万回　👍 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