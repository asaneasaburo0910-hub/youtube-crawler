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2026年08月06日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堂々としてた方が見つからない事もある【めっちゃカメレオン】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牛沢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44万回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HANA / NON STOP -Spotify On Stage Tokyo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HANA 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17万回　👍 9,581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話題の完全新作ホラーゲーム『 超高速青鬼2 ブルーベリー臨海学校 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キヨ。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87万回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&amp;TEAM KR 2nd Mini Album 'Mark on Me' Tra…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HYBE 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9万回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?????????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Snow 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79万回　👍 6万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