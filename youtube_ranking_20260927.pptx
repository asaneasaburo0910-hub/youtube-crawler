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bpHBIO-Ridc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8uk4DjAA2og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PHoOMVR7pyw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oZjktuzqQGY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qjsOs4Kjr5Q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psQn5N-Cj78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RaveH8rwqoo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i2PaLdvSESY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j6cQAaNYYeA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EAM2y0ZYryM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JpP13Wp1ke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i5TSvrhVH94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21eblauBPy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1JT-CjiNVo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nd181QDqu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hGjyPxe_tw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Pl10ZrhCt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5yb2N3pnztU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gcgKUcJKxI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-gJhW-zRyz8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2026年09月27日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https://www.youtube.com/watch?v=bpHBIO-Ridc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【Kanaria×葛葉】アイデンティティ【セルフカバー】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Kanaria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1,400,214  👍 105,815  💬 2,553  📈+61.7%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2:36  ·  📅 公開36時間前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前日比+61.7%と急拡散中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https://www.youtube.com/watch?v=8uk4DjAA2og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パ　ー　テ　ィ　壊　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118,554  👍 5,751  💬 688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51:06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公開-5時間で急上昇入り！　10万再生突破の話題作　いいね率4.9%と好評価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https://www.youtube.com/watch?v=PHoOMVR7pyw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KO1KEYZ(コイキーズ)｜Neko(ねこ) -KO1KEYZ ver.- [2026 KO1KEYZ 1ST FAN MEETING@TOYOTA ARENA TOKYO]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KO1KEYZ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160,183  👍 11,726  💬 1,308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2:49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いいね率7.3%と視聴者の支持が非常に高い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https://www.youtube.com/watch?v=oZjktuzqQGY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Fortnite Global Championship 2026 | 1日目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フォートナイト 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483,830  👍 5,592  💬 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4:52:56  ·  📅 公開3時間前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公開3時間で急上昇入り！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https://www.youtube.com/watch?v=qjsOs4Kjr5Q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坂道選抜(乃木坂46×櫻坂46×日向坂46)「Audition」MUSIC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青葉坂46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919,064  👍 34,235  💬 4,569  📈+45.5%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5:22  ·  📅 公開31時間前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前日比+45.5%で着実に成長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https://www.youtube.com/watch?v=psQn5N-Cj78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【地獄】アヌビスが無双しすぎた伝説の配信【パズドラ】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ゆうこる/Yuukoru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2,974,694  👍 7,520  💬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10:31:32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https://www.youtube.com/watch?v=RaveH8rwqoo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SixTONES –「Shine with U」from LIVE DVD/BD「MILESixTONES」(2026.3.26 YOKOHAMA ARENA)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504,847  👍 38,032  💬 2,496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2:13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50万再生の注目コンテンツ　いいね率7.5%と視聴者の支持が非常に高い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https://www.youtube.com/watch?v=i2PaLdvSESY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MONST FREAK 2026 [9.26]【モンスト公式】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2,102,058  👍 11,557  💬 160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5:47:15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https://www.youtube.com/watch?v=j6cQAaNYYeA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アニメ「コードギアス 星追いのアスパル」ティザーPV｜Official Teaser Trailer "CODE GEASS Star Chaser Aspal"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コードギアスチャンネル CODEGEASS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3,085,175  👍 32,218  💬 1,582  📈+225.2%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0:34  ·  📅 公開29時間前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前日比+225.2%の爆発的な伸び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ACEes「Colors」Music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459,587  👍 19,169  💬 12,304  ⏱ 3:23  📅 公開11時間前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いいね率4.2%と好評価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https://www.youtube.com/watch?v=EAM2y0ZYryM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Aşk-ı Memnu Canlı İzle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Aşk-ı Memnu  👁 53,604,254  👍 33,442  ⏱ 不明  📅 2025-02-24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https://www.youtube.com/watch?v=JpP13Wp1ke0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22,239,511  👍 12,021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19,165,257  👍 157,703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12,786,134  👍 170,241  ⏱ 1:28  📅 2025-04-14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狩野英孝のマイクラ実況が面白いwww#エンタメ #マイクラ #狩野英孝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11,813,301  👍 186,889  ⏱ 1:33  📅 2025-07-05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23,264,497  👍 410,708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20,478,792  👍 362,019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19,849,142  👍 389,548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デビルレベルpart9 #switch2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16,613,583  👍 194,771  ⏱ 1:02  📅 2025-08-18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月のクレーターをトイレにする男🌙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14,469,972  👍 195,450  ⏱ 1:04  📅 2026-06-10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ふみきり | こどもアニメ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fumikiri channel  👁 573,927,081  👍 1,136,849  ⏱ 1:47  📅 2016-10-17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https://www.youtube.com/watch?v=hGjyPxe_twY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225,112,564  👍 1,235,010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ヒグチアイ / 悪魔の子 (アニメスペシャルVer.) | Ai Higuchi “…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223,973,651  👍 2,055,926  ⏱ 3:50  📅 2022-01-24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167,092,421  👍 0  ⏱ 1:31  📅 2023-09-01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152,083,155  👍 0  ⏱ 1:31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7,185,225  👍 108,278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6,956,370  👍 120,705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4,299,346  👍 89,159  ⏱ 3:00  📅 2025-06-20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3,785,860  👍 47,051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3,601,568  👍 30,842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