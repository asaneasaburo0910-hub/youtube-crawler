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7VqCdhFGE7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eqQ-fSEf0s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DiCytPucC4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JCnI0wmxSYo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89Fqldl6-C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6jLUSr0-f8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lGkuk4IV1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Hu5bhR6eyB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wm_k3Mwit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-TX9GZpDeY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pcQzhUcRfqE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https://www.youtube.com/watch?v=7VqCdhFGE78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罪と罰と雨とキス (佐野勇斗＆吉田仁人)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2,658,888  👍 127,696  💬 13,635  📈+25.0%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公開59時間前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前日比+25.0%で着実に成長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https://www.youtube.com/watch?v=eqQ-fSEf0sE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逃げ場がない！？エレベーター人狼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546,370  👍 22,303  💬 1,241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36:37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50万再生の注目コンテンツ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https://www.youtube.com/watch?v=DiCytPucC4U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ヤバイTシャツ屋さん - アルゴリズムの犬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107,857  👍 5,898  💬 358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いいね率5.5%と視聴者の支持が非常に高い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https://www.youtube.com/watch?v=JCnI0wmxSYo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〇〇分でクリアできる忍術がなさすぎる原作無視のクソゲー【NARUTO -ナルト- 忍列伝】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304,476  👍 5,720  💬 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15:46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https://www.youtube.com/watch?v=89Fqldl6-CU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1,2,3,FOOOOUR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FRUITS ZIPPER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48,165  👍 2,757  💬 367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3:28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いいね率5.7%と視聴者の支持が非常に高い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https://www.youtube.com/watch?v=6jLUSr0-f8o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堂々としてた方が見つからない事もある【めっちゃカメレオン】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445,576  👍 14,749  💬 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54:40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https://www.youtube.com/watch?v=llGkuk4IV1g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HANA / NON STOP -Spotify On Stage Tokyo 2025-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HANA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178,551  👍 9,581  💬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いいね率5.4%と視聴者の支持が非常に高い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https://www.youtube.com/watch?v=Hu5bhR6eyBo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話題の完全新作ホラーゲーム『 超高速青鬼2 ブルーベリー臨海学校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874,994  👍 29,450  💬 2,622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3:43:55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https://www.youtube.com/watch?v=ywm_k3Mwitc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&amp;TEAM KR 2nd Mini Album 'Mark on Me' Trailer : The First 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96,901  👍 15,026  💬 1,071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いいね率15.5%と視聴者の支持が非常に高い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?????????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790,540  👍 68,554  💬 3,086  ⏱ 1:00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いいね率8.7%と視聴者の支持が非常に高い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https://www.youtube.com/watch?v=I-TX9GZpDeY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174,296,741  👍 385,032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25,481,354  👍 63,364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19,348,089  👍 11,081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19,164,379  👍 157,865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14,609,963  👍 41,687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22,065,712  👍 393,872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20,460,044  👍 362,214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19,822,576  👍 389,570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18,654,879  👍 546,387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17,445,540  👍 543,131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282,883,579  👍 791,879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148,126,203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133,051,094  👍 1,354,576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48,684,450  👍 197,271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41,173,349  👍 550,592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6,840,751  👍 119,717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6,594,039  👍 101,764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4,204,740  👍 22,487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3,725,901  👍 46,792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映画『マイケル』を観たガチ勢の反応ｗｗ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キング・オブ・ポップ  👁 3,643,199  👍 40,512  ⏱ 0:18  📅 2026-05-08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https://www.youtube.com/watch?v=pcQzhUcRfqE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