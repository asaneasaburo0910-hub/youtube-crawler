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5486400" cy="975664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1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image" Target="../media/image1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image" Target="../media/image1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5486400" cy="18288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3716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32918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YouTube
急上昇ランキング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48463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D700"/>
                </a:solidFill>
                <a:latin typeface="Arial"/>
              </a:rPr>
              <a:t>TOP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56692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AAAAA"/>
                </a:solidFill>
                <a:latin typeface="Arial"/>
              </a:rPr>
              <a:t>2026年06月01日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68580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EC9B0"/>
                </a:solidFill>
                <a:latin typeface="Arial"/>
              </a:rPr>
              <a:t>ずんだもんと一緒に見ていくのだ！</a:t>
            </a:r>
          </a:p>
        </p:txBody>
      </p:sp>
      <p:pic>
        <p:nvPicPr>
          <p:cNvPr id="9" name="Picture 8" descr="zundamon-a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Arial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【4人実況】共通のお財布でギャンブルして借金返済するゲーム『Gamble Wit…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レトルト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👁 33万回　👍 7,553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Arial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Official髭男dism - Pretender [Official Liv…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Official髭男dism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👁 11万回　👍 1万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CD7F32"/>
                </a:solidFill>
                <a:latin typeface="Arial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#V最協第二幕 出場選手＆チーム発表【 #VTuber最協決定戦 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渋谷ハル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D7F32"/>
                </a:solidFill>
                <a:latin typeface="Arial"/>
              </a:rPr>
              <a:t>👁 49万回　👍 9,746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C0C0C0"/>
                </a:solidFill>
                <a:latin typeface="Arial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映画『開戦前夜』本予告【7月31日（金）公開】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東京テアトル公式チャンネル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0C0C0"/>
                </a:solidFill>
                <a:latin typeface="Arial"/>
              </a:rPr>
              <a:t>👁 6万回　👍 807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46920"/>
            <a:ext cx="54864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743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D700"/>
                </a:solidFill>
                <a:latin typeface="Arial"/>
              </a:rPr>
              <a:t>🏆 NO.1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54480"/>
            <a:ext cx="5120640" cy="2880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457200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TREASURE - ‘IF I’ M/V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63093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TREASURE (트레저)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68122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D700"/>
                </a:solidFill>
                <a:latin typeface="Arial"/>
              </a:rPr>
              <a:t>👁 297万回　👍 22万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7772400"/>
            <a:ext cx="1645920" cy="1645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8800" y="83210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Arial"/>
              </a:rPr>
              <a:t>以上！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301752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0000"/>
                </a:solidFill>
                <a:latin typeface="Arial"/>
              </a:rPr>
              <a:t>YouTube急上昇
TOP5でした！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48640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EC9B0"/>
                </a:solidFill>
                <a:latin typeface="Arial"/>
              </a:rPr>
              <a:t>チャンネル登録・
いいね！よろしくなのだ🌿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77724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AAAAA"/>
                </a:solidFill>
                <a:latin typeface="Arial"/>
              </a:rPr>
              <a:t>また明日もお楽しみに！</a:t>
            </a:r>
          </a:p>
        </p:txBody>
      </p:sp>
      <p:pic>
        <p:nvPicPr>
          <p:cNvPr id="7" name="Picture 6" descr="zundamon-a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