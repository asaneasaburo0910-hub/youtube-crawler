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2026年06月01日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【4人実況】共通のお財布でギャンブルして借金返済するゲーム『Gamble Wit…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レトルト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33万回　👍 7,553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Official髭男dism - Pretender [Official Liv…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Official髭男dism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11万回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#V最協第二幕 出場選手＆チーム発表【 #VTuber最協決定戦 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渋谷ハル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49万回　👍 9,746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映画『開戦前夜』本予告【7月31日（金）公開】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東京テアトル公式チャンネル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6万回　👍 807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TREASURE - ‘IF I’ M/V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TREASURE (트레저)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297万回　👍 22万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