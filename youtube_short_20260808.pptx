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2026年08月08日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Garten of Banban: Last Ticket to the Aby…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Euphoric Brothers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103万回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Time is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Release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3,756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【マインクラフト】神社を巡って7回おみくじを引いてください【日常組】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劇場シリーズ【第一部】メイドインアビス 目覚める神秘｜本予告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KADOKAWAanime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63万回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Stray Kids "This &amp; That"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1314万回　👍 92万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