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【特報】『劇場版 俺だけレベルアップな件 -Beyond the System-…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アニプレックス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EBiDAN(恵比寿学園男子部) 「Yes! 東京」 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237万回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【マインクラフト】地下の強制労働施設で埋蔵金を探すことになりました【日常組】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『劇場版 薬屋のひとりごと 亡妃の秘宝』予告｜2026年12月11日（金）公開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TOHO animation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チラチLOVE (from M!LK ARENA TOUR 2025-2026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42万回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