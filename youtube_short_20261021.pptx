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2026年10月21日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「ただ圧倒される。」不気味すぎる予告編が大流行したA24の新作ドキュメンタリー「…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プク太の世界時事ニュース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31万回　👍 4,848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原因は自分にある。「ラブリーズン」Music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原因は自分にある。Official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79万回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青鬼が17倍速で追いかけてくるクリア不可能の『 超高速青鬼 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99万回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永作博美「私の怒りはこんなもんじゃねぇからな！！！」　映画『あきらめません！』予…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シネマトゥデイ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5万回　👍 225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MAZZEL / Touch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MAZZEL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154万回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