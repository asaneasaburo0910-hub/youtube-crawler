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2026年08月21日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映画『リバイアサン』予告映像｜2/11(木・祝)公開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29万回　👍 5,107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BIGBANG - ‘BiiiG’ M/V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BIGBANG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626万回　👍 50万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モンストニュース[8/20]TVアニメ『ブルーロック』コラボ追加情報！超究極「糸…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36万回　👍 3,809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Black Myth: Zhong Kui – 15 Minutes Gamep…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Black Myth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179万回　👍 11万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Missing -from 日本テレビ系「夜の音 -TOK…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22万回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