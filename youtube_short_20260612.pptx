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2026年06月12日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ブラッド・ピット主演最新作！映画『ハート・オブ・ビースト』ティザー予告｜退役軍人…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シネマトゥデイ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6万回　👍 778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なにわ男子 -【自作MV完成！】ビーマイベイベー -Special Music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なにわ男子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18万回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自由な住民たちの生活を見守る神ゲー『 トモダチコレクション わくわく生活 』～け…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89万回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映画『ラスト・サバイバー』新予告編｜8月28日（金）日米同時公開！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20世紀スタジオ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6万回　👍 162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≠ME（ノットイコールミー）/ 12th 両A面シングル『愛くださいませ』【MV…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NOT EQUAL ME ノットイコールミー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21万回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