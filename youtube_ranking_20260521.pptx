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lQABzUU8kF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Fcr-XRhGyZ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sIG2TKl3lQ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jclyXgat8z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ClItEA5oKW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RHw5NsPjJS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u9im5HplAV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eDkDzcG98Xo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egw9O06SmBA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iR5vQeUQ32Q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0cjKg-Z3xak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pgRJnPQHeiQ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210R0ozmLwg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U_rWZK_8vUY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2026年05月21日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https://www.youtube.com/watch?v=lQABzUU8kFk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新超フェスゾロ＆サンジ100レべ初見リーグ！最強アタッカー爆誕！【バウンティラッシュ】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ひたまゆ。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75,277  👍 1,266  💬 235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16:51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https://www.youtube.com/watch?v=Fcr-XRhGyZY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「乗り越しラブストーリー」 from アイドル音楽フェス The ONE ～一音一生～ Day1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164,786  👍 23,500  💬 1,215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4:13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いいね率14.3%と視聴者の支持が非常に高い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https://www.youtube.com/watch?v=sIG2TKl3lQY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「スプラ辞めます」初心者を絶望させた衝撃のXパワー測定結果とは…【スプラ11日目】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171,907  👍 4,172  💬 672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41:49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いいね率2.4%と好評価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https://www.youtube.com/watch?v=jclyXgat8zs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かりゆし58 - オワリはじまり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112,992  👍 5,157  💬 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7:09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いいね率4.6%と好評価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https://www.youtube.com/watch?v=ClItEA5oKWo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クセが強い『100年後のメンバー』と入れ替わった世界でエンドラ討伐【マイクラ】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110,172  👍 6,159  💬 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32:10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10万再生突破の話題作　いいね率5.6%と視聴者の支持が非常に高い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https://www.youtube.com/watch?v=RHw5NsPjJSs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MILGRAM -ミルグラム- / アマネ「なんでもにうむ」第三審MV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MILGRAM -ミルグラム-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408,489  👍 31,616  💬 2,991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2:50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いいね率7.7%と視聴者の支持が非常に高い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https://www.youtube.com/watch?v=u9im5HplAV8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モンストニュース[5/21]モンストの最新情報をお届けします！【モンスト公式】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265,459  👍 3,912  💬 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23:55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https://www.youtube.com/watch?v=eDkDzcG98Xo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＜期間限定公開＞Motoki Ohmori – 催し【LIVE on TBS “CDTVライブ!ライブ!”】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大森元貴 / Motoki Ohmori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64,237  👍 12,699  💬 565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3:08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いいね率19.8%と視聴者の支持が非常に高い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https://www.youtube.com/watch?v=egw9O06SmBA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5年前に大流行した老人ホームが舞台のホラーゲーム『 終焉介護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185,381  👍 14,195  💬 1,231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2:04:18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いいね率7.7%と視聴者の支持が非常に高い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ShowMinorSavage / ROMEO -Special Dance Performance-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285,499  👍 28,134  💬 1,803  ⏱ 3:14  📅 公開16時間前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いいね率9.9%と視聴者の支持が非常に高い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https://www.youtube.com/watch?v=iR5vQeUQ32Q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19,145,906  👍 158,070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14,609,617  👍 41,778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12,780,959  👍 170,564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11,693,135  👍 185,403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11,460,829  👍 132,179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20,445,927  👍 362,571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19,796,662  👍 389,807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見たことの無い落ち方をする配信者#葉 #ゲーム実況 #切り抜き #onlyup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18,319,542  👍 348,365  ⏱ 0:38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16,594,911  👍 195,489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頭に丸いのをはめまくった結果【 Layer Man 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タコボンド  👁 12,142,856  👍 34,240  ⏱ 9:11  📅 2023-02-28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https://www.youtube.com/watch?v=pgRJnPQHeiQ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 #Shorts #マーシャとく…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1,735,527,887  👍 13,560,485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TVアニメ「マッシュル-MASHLE-」第2期ノンクレジットOPムービー｜Creep…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131,076,985  👍 1,345,256  ⏱ 1:31  📅 2024-01-07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42,872,078  👍 184,952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34,302,587  👍 513,242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『SPY×FAMILY』オープニング主題歌アニメ映像／“SPY × FAMILY”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28,052,623  👍 0  ⏱ 1:31  📅 2022-04-16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https://www.youtube.com/watch?v=U_rWZK_8vUY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6,796,148  👍 119,436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3,488,787  👍 45,036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3,333,414  👍 29,838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3,265,888  👍 43,207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2,971,958  👍 35,460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