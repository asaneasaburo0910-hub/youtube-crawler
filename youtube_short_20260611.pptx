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2026年06月11日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『Dragon's Dogma 2: Dark Arisen』 Announce…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CapcomChannel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14万回　👍 5,251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なにわ男子 - 「ND⁵」本編収録曲 試聴ダイジェスト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なにわ男子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14万回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Nintendo Direct 2026.6.9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Nintendo 公式チャンネル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712万回　👍 14万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KINGDOM HEARTS IV – Teaser Trailer | Jun…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スクウェア・エニックス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37万回　👍 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LE SSERAFIM (르세라핌) x ILLIT (아일릿) x KATSE…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HYBE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638万回　👍 79万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