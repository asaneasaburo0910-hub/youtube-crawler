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hyperlink" Target="https://www.youtube.com/watch?v=esf4b9YFeTY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hyperlink" Target="https://www.youtube.com/watch?v=Jis4_GycmyA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hyperlink" Target="https://www.youtube.com/watch?v=Pl6onql0xtg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hyperlink" Target="https://www.youtube.com/watch?v=4EtaK6IinSA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hyperlink" Target="https://www.youtube.com/watch?v=E9aQq16E9pA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hyperlink" Target="https://www.youtube.com/watch?v=AcMS6LoCUzA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hyperlink" Target="https://www.youtube.com/watch?v=YC-ioRXqnXY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hyperlink" Target="https://www.youtube.com/watch?v=OBwi8-bUquI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hyperlink" Target="https://www.youtube.com/watch?v=oW9o571Nyr0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hyperlink" Target="https://www.youtube.com/watch?v=laOwIwY_dWg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12.jpg"/><Relationship Id="rId5" Type="http://schemas.openxmlformats.org/officeDocument/2006/relationships/hyperlink" Target="https://www.youtube.com/watch?v=9nXbYZL8V9E" TargetMode="External"/><Relationship Id="rId6" Type="http://schemas.openxmlformats.org/officeDocument/2006/relationships/image" Target="../media/image13.jpg"/><Relationship Id="rId7" Type="http://schemas.openxmlformats.org/officeDocument/2006/relationships/hyperlink" Target="https://www.youtube.com/watch?v=i5TSvrhVH94" TargetMode="External"/><Relationship Id="rId8" Type="http://schemas.openxmlformats.org/officeDocument/2006/relationships/image" Target="../media/image14.jpg"/><Relationship Id="rId9" Type="http://schemas.openxmlformats.org/officeDocument/2006/relationships/hyperlink" Target="https://www.youtube.com/watch?v=21eblauBPy8" TargetMode="External"/><Relationship Id="rId10" Type="http://schemas.openxmlformats.org/officeDocument/2006/relationships/image" Target="../media/image15.jpg"/><Relationship Id="rId11" Type="http://schemas.openxmlformats.org/officeDocument/2006/relationships/hyperlink" Target="https://www.youtube.com/watch?v=fGaa5iluMIQ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hyperlink" Target="https://www.youtube.com/watch?v=DuEKgK2B2p8" TargetMode="External"/><Relationship Id="rId4" Type="http://schemas.openxmlformats.org/officeDocument/2006/relationships/image" Target="../media/image17.jpg"/><Relationship Id="rId5" Type="http://schemas.openxmlformats.org/officeDocument/2006/relationships/hyperlink" Target="https://www.youtube.com/watch?v=mhCy0IgobIw" TargetMode="External"/><Relationship Id="rId6" Type="http://schemas.openxmlformats.org/officeDocument/2006/relationships/image" Target="../media/image18.jpg"/><Relationship Id="rId7" Type="http://schemas.openxmlformats.org/officeDocument/2006/relationships/hyperlink" Target="https://www.youtube.com/watch?v=XGbduoPa_-0" TargetMode="External"/><Relationship Id="rId8" Type="http://schemas.openxmlformats.org/officeDocument/2006/relationships/image" Target="../media/image19.jpg"/><Relationship Id="rId9" Type="http://schemas.openxmlformats.org/officeDocument/2006/relationships/hyperlink" Target="https://www.youtube.com/watch?v=k3pCB0OwN10" TargetMode="External"/><Relationship Id="rId10" Type="http://schemas.openxmlformats.org/officeDocument/2006/relationships/image" Target="../media/image20.jpg"/><Relationship Id="rId11" Type="http://schemas.openxmlformats.org/officeDocument/2006/relationships/hyperlink" Target="https://www.youtube.com/watch?v=0cjKg-Z3xak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hyperlink" Target="https://www.youtube.com/watch?v=1JrBFDwE-jo" TargetMode="External"/><Relationship Id="rId4" Type="http://schemas.openxmlformats.org/officeDocument/2006/relationships/image" Target="../media/image22.jpg"/><Relationship Id="rId5" Type="http://schemas.openxmlformats.org/officeDocument/2006/relationships/hyperlink" Target="https://www.youtube.com/watch?v=88uap7ImJ88" TargetMode="External"/><Relationship Id="rId6" Type="http://schemas.openxmlformats.org/officeDocument/2006/relationships/image" Target="../media/image23.jpg"/><Relationship Id="rId7" Type="http://schemas.openxmlformats.org/officeDocument/2006/relationships/hyperlink" Target="https://www.youtube.com/watch?v=gcgKUcJKxIs" TargetMode="External"/><Relationship Id="rId8" Type="http://schemas.openxmlformats.org/officeDocument/2006/relationships/image" Target="../media/image24.jpg"/><Relationship Id="rId9" Type="http://schemas.openxmlformats.org/officeDocument/2006/relationships/hyperlink" Target="https://www.youtube.com/watch?v=e3jwcBltVgA" TargetMode="External"/><Relationship Id="rId10" Type="http://schemas.openxmlformats.org/officeDocument/2006/relationships/image" Target="../media/image25.jpg"/><Relationship Id="rId11" Type="http://schemas.openxmlformats.org/officeDocument/2006/relationships/hyperlink" Target="https://www.youtube.com/watch?v=ScWlFcYn_FI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27.jpg"/><Relationship Id="rId5" Type="http://schemas.openxmlformats.org/officeDocument/2006/relationships/hyperlink" Target="https://www.youtube.com/watch?v=OhHzzl4Z6qU" TargetMode="External"/><Relationship Id="rId6" Type="http://schemas.openxmlformats.org/officeDocument/2006/relationships/image" Target="../media/image28.jpg"/><Relationship Id="rId7" Type="http://schemas.openxmlformats.org/officeDocument/2006/relationships/hyperlink" Target="https://www.youtube.com/watch?v=KWYewgdSAOI" TargetMode="External"/><Relationship Id="rId8" Type="http://schemas.openxmlformats.org/officeDocument/2006/relationships/image" Target="../media/image29.jpg"/><Relationship Id="rId9" Type="http://schemas.openxmlformats.org/officeDocument/2006/relationships/hyperlink" Target="https://www.youtube.com/watch?v=HQDUEU-Zhyc" TargetMode="External"/><Relationship Id="rId10" Type="http://schemas.openxmlformats.org/officeDocument/2006/relationships/image" Target="../media/image30.jpg"/><Relationship Id="rId11" Type="http://schemas.openxmlformats.org/officeDocument/2006/relationships/hyperlink" Target="https://www.youtube.com/watch?v=J4JTp1tNrkk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20240"/>
            <a:ext cx="9144000" cy="11887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993392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2026年05月14日  ·  急上昇 TOP 10 発表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77724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3"/>
              </a:rPr>
              <a:t>乃木坂46 「空扉」Music Video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3317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乃木坂46 OFFICIAL YouTube 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670048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186,849  👍 15,857  💬 1,484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0175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5:51  ·  公開13時間前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54787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公開13時間で急上昇入り！　10万再生突破の話題作　いいね率8.5%と視聴者の支持が非常に高い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77724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3"/>
              </a:rPr>
              <a:t>「成ったな」遂に覚醒したGONの過去一の神プレイに視聴者も唖然【スプラ8日目】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3317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GON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670048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105,133  👍 3,762  💬 602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0175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30:00  ·  公開-1時間前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54787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公開-1時間で急上昇入り！　10万再生突破の話題作　いいね率3.6%と好評価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77724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3"/>
              </a:rPr>
              <a:t>映画『RYUJI 竜二』特報【10.30 fri 全国公開】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3317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映画・ドラマ情報　カルチュア・エンタテインメント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670048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76,766  👍 1,518  💬 53  📈+117.8%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0175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0:38  ·  公開26時間前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54787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公開1日で急上昇　急上昇中の新興コンテンツ　前日比+117.8%と急拡散中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77724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3"/>
              </a:rPr>
              <a:t>Ryosuke Yamada - "VENOM" [Official Music Video]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3317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Hey! Say! JUMP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670048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153,921  👍 15,458  💬 1,232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0175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3:34  ·  公開14時間前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54787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公開14時間で急上昇入り！　10万再生突破の話題作　いいね率10.0%と視聴者の支持が非常に高い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77724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3"/>
              </a:rPr>
              <a:t>クソゲーハンターが贈る「好きなクソゲーTOP10」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3317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からすまAチャンネル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670048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388,733  👍 9,802  💬 905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0175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16:09  ·  公開13時間前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54787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公開13時間で急上昇入り！　10万再生突破の話題作　いいね率2.5%と好評価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77724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3"/>
              </a:rPr>
              <a:t>【ティザー予告】Huluオリジナル「八神瑛子 -上野中央署 組織犯罪対策課-」｜7月24日(金) Huluにて独占配信開始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3317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Hulu Japan公式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670048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7,213  👍 941  💬 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0175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0:31  ·  公開4時間前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54787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公開4時間で急上昇入り！　急上昇中の新興コンテンツ　いいね率13.0%と視聴者の支持が非常に高い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77724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3"/>
              </a:rPr>
              <a:t>＜期間限定公開＞Mrs. GREEN APPLE – クスシキ【LIVE on TBS “テレビ×ミセス”】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3317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Mrs. GREEN APPLE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670048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383,152  👍 29,771  💬 944  📈+509.3%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0175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3:13  ·  公開16時間前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54787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公開16時間で急上昇入り！　10万再生突破の話題作　前日比+509.3%の爆発的な伸び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77724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3"/>
              </a:rPr>
              <a:t>モンストニュース[5/14]モンストの最新情報をお届けします！【モンスト公式】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3317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モンスト（モンスターストライク）公式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670048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D7F32"/>
                </a:solidFill>
                <a:latin typeface="Arial"/>
              </a:rPr>
              <a:t>👁 316,043  👍 4,604  💬 488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0175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38:40  ·  公開-5時間前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54787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公開-5時間で急上昇入り！　10万再生突破の話題作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77724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3"/>
              </a:rPr>
              <a:t>「ガス人間」ティーザー予告編 - Netflix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3317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Netflix Japan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670048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0C0C0"/>
                </a:solidFill>
                <a:latin typeface="Arial"/>
              </a:rPr>
              <a:t>👁 351,161  👍 4,321  💬 584  📈+152.8%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0175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1:25  ·  公開26時間前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54787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公開1日で急上昇　10万再生突破の話題作　前日比+152.8%と急拡散中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024128"/>
            <a:ext cx="5029200" cy="2825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388620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3"/>
              </a:rPr>
              <a:t>かぐや (cv. 夏吉ゆうこ) &amp; 月見ヤチヨ (cv. 早見沙織) - ワールドイズマイン CPK! Rem…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370832"/>
            <a:ext cx="8595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770,410  👍 76,081  💬 2,300  ⏱ 4:57  📅 公開12時間前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690872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50万再生の注目コンテンツ　いいね率9.9%と視聴者の支持が非常に高い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207008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19,141,627  👍 158,084  ⏱ 0:10  📅 2025-08-09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664208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5"/>
              </a:rPr>
              <a:t>無反応挑戦　w#おもしろ＃おもしろ動画＃エンタメ#お笑い#バラエティ#テレビ#バズれ…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084832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14,609,576  👍 41,784  ⏱ 0:17  📅 2025-09-26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542032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7"/>
              </a:rPr>
              <a:t>クビの真相は？【GOKKO】【ごっこ倶楽部】【企業研究】【エンタメ業界】【IT業界】…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962656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ごっこ倶楽部のウラ垢 - STUDIO GOKKO -  👁 12,780,777  👍 170,584  ⏱ 1:28  📅 2025-04-14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3419856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狩野英孝のマイクラ実況が面白いwww#エンタメ #マイクラ #狩野英孝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3840480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11,682,679  👍 185,255  ⏱ 1:33  📅 2025-07-05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429768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1"/>
              </a:rPr>
              <a:t>ネプリーグ放送事故w #おもしろ #面白い #テレビ #エンタメ #お笑い #芸人 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4718304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11,448,598  👍 132,054  ⏱ 0:18  📅 2025-11-01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たくさん食べてすくすく育つ！【MOD紹介】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207008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ウッドリィ  👁 24,725,438  👍 378,046  ⏱ 0:37  📅 2024-09-30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664208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5"/>
              </a:rPr>
              <a:t>感動のダブルスイカ‼️ #スイカゲーム #ゲーム実況 #サワヤンゲームズ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084832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20,444,942  👍 362,589  ⏱ 0:59  📅 2023-12-22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542032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7"/>
              </a:rPr>
              <a:t>全部ひっかかる人【しょぼんのアクション3D】 #ゲーム実況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962656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19,795,025  👍 389,837  ⏱ 1:00  📅 2023-09-28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3419856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ロシア人を質問責めしたら反応がカワイイwwwww【Liar’s Bar/ライアーズバ…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3840480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ゼロ / ZERO  👁 18,635,938  👍 547,092  ⏱ 0:44  📅 2024-12-11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429768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1"/>
              </a:rPr>
              <a:t>見たことの無い落ち方をする配信者#葉 #ゲーム実況 #切り抜き #onlyup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4718304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18,305,402  👍 348,082  ⏱ 0:38  📅 2023-07-07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いえでマネしないでね！@MashaBearJAPAN #Shorts #マーシャとく…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207008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マーシャとくま - Masha and the Bear Japan  👁 1,724,012,613  👍 13,512,258  ⏱ 0:53  📅 2023-12-30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664208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5"/>
              </a:rPr>
              <a:t>赤ちゃん・子供向け 知育アニメ★数字をおぼえよう・アイスクリーム★Learn To 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084832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ノッカーナアニメーション nokkana animation  👁 254,457,475  👍 543,714  ⏱ 3:23  📅 2018-05-11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542032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7"/>
              </a:rPr>
              <a:t>TVアニメ『呪術廻戦』第2期「懐玉・玉折」ノンクレジットOPムービー／OPテーマ：キ…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962656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139,617,447  👍 0  ⏱ 1:31  📅 2023-07-07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3419856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フェイスランチ皿にお菓子を盛り付けよう！#アニメキッズ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3840480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アニメキッズanimekids  👁 85,596,650  👍 0  ⏱ 14:52  📅 2017-07-12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429768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1"/>
              </a:rPr>
              <a:t>アイナ・ジ・エンド / 革命道中 - On The Way × TVアニメ『ダンダダ…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4718304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42,282,569  👍 183,823  ⏱ 3:22  📅 2025-08-20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207008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6,790,347  👍 119,410  ⏱ 1:00  📅 2025-03-15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664208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5"/>
              </a:rPr>
              <a:t>市川團十郎が語る映画「国宝」の率直な感想と歌舞伎への想い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084832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3,485,712  👍 45,019  ⏱ 17:48  📅 2025-07-12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542032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7"/>
              </a:rPr>
              <a:t>名作映画を見た感想を嘘ついてる奴は誰だ！映画人狼バトル開始！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962656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3,314,629  👍 29,767  ⏱ 34:45  📅 2024-09-26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3419856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ディズニー１００周年のゴミ『ウィッシュ』レビュー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3840480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ホッカイロレン  👁 3,257,399  👍 43,136  ⏱ 12:56  📅 2023-12-19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429768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1"/>
              </a:rPr>
              <a:t>【2ch有益スレ】今まで見た映画の中で「一番最悪だった映画」挙げてけｗ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4718304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2ch有益プラネット【ゆっくり解説】  👁 2,950,994  👍 35,259  ⏱ 0:59  📅 2023-10-19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