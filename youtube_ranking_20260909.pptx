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_p8DUwxfXIQ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5qK8UwWCtRA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zG8vFPJVx2E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YCJAAaWj8Wk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IffWcLB_XMo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CxuJF4y1j2w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F-NcvXY8_vU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xKtKV9wSPQk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F_1FnUxXk8E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y1obzZVKw_o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ffE0CxNxrII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Snd181QDquI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kWxVkRGq_u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fYIzoKvpl7c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jJrWJqUJ-NM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WNXS2QCVxYo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2a1YM7MCXng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5ElBjw-6F3s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-gJhW-zRyz8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2026年09月09日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https://www.youtube.com/watch?v=_p8DUwxfXIQ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「アイドルになった日」ジュニア 夏祭り 2026 より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639,453  👍 25,889  💬 16,614  📈+57.3%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3:30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前日比+57.3%と急拡散中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https://www.youtube.com/watch?v=5qK8UwWCtRA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チーム名決めで暴走するSHAKAのワイプ芸に振り回されるローレンなるせ達【RUST】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SHAKAch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319,671  👍 2,857  💬 162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35:44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https://www.youtube.com/watch?v=zG8vFPJVx2E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ゴジラ-0.0第1弾予告編が解禁...ちょっと本当にやばいな...ギドラじゃん(泣)【Godzilla minus zero/マイナスワン/マイナスゼロ/ゴジラ-1.0】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GAOU CINEMATIC STUDIOS【アメコミ映画最新情報紹介チャンネル】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36,093  👍 366  💬 132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9:29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https://www.youtube.com/watch?v=YCJAAaWj8Wk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IGNITE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JO1 -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69,924  👍 7,352  💬 1,073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3:30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急上昇中の新興コンテンツ　いいね率10.5%と視聴者の支持が非常に高い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https://www.youtube.com/watch?v=IffWcLB_XMo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「ストリートファイターリーグ JAPAN 2026」Division S 第3節　☆☆18時40分より初心者必見！SFリーグ: ウォームアップ☆☆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 Fighters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1,014,555  👍 7,617  💬 191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4:21:01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https://www.youtube.com/watch?v=CxuJF4y1j2w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映画『呪いのスマホ』予告／𝟣𝟣.𝟣𝟥 (金)公開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松竹チャンネル/SHOCHIKUch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152,920  👍 869  💬 161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1:01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https://www.youtube.com/watch?v=F-NcvXY8_vU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&amp;TEAM 'Mark on Me'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2,183,239  👍 67,013  💬 8,663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3:09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100万再生超の大ヒット　いいね率3.1%と好評価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https://www.youtube.com/watch?v=xKtKV9wSPQk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ゼルダの伝説40周年 Direct 2026.9.8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Nintendo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3,668,277  👍 72,498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34:01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https://www.youtube.com/watch?v=F_1FnUxXk8E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『ゴジラ-0.0』予告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1,571,924  👍 28,186  💬 3,676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1:24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100万再生超の大ヒット　コメント1000件超と議論が活発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LEE JISOO / MISMATCH -Music Video-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1,161,088  👍 53,754  💬 2,580  ⏱ 3:48  📅 公開10時間前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100万再生超の大ヒット　いいね率4.6%と好評価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https://www.youtube.com/watch?v=y1obzZVKw_o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19,165,021  👍 157,745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12,785,650  👍 170,309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11,794,469  👍 186,719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11,582,997  👍 133,317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10,653,485  👍 99,231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息子の扱いが酷すぎる男。#ゲーム実況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17,318,197  👍 244,448  ⏱ 0:58  📅 2026-03-12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月のクレーターをトイレにする男🌙 #ゲーム実況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13,304,155  👍 181,941  ⏱ 1:04  📅 2026-06-10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ホラゲーに舐められている配信者www#葉 #ゲーム実況 #theclassroom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9,409,223  👍 251,816  ⏱ 0:57  📅 2024-06-15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https://www.youtube.com/watch?v=kWxVkRGq_uI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チートを使う配信者 #葉 #ゲーム実況 #ソーセージについての奇妙なゲーム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8,174,257  👍 118,956  ⏱ 0:53  📅 2026-06-09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https://www.youtube.com/watch?v=fYIzoKvpl7c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マイクラのショート動画でよく見るやつらの瞬間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ごをくんな動画ch  👁 6,201,828  👍 131,451  ⏱ 0:41  📅 2024-09-23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https://www.youtube.com/watch?v=jJrWJqUJ-NM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223,582,228  👍 1,231,215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222,167,505  👍 2,047,841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150,516,909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【♪うたアニメ】ことりのうた〈うた：いっちー＆なる〉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69,904,252  👍 36,167  ⏱ 1:35  📅 2019-08-02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https://www.youtube.com/watch?v=WNXS2QCVxYo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43,369,132  👍 562,610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7,385,558  👍 106,437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7,076,684  👍 107,186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6,938,491  👍 120,570  ⏱ 1:00  📅 2025-03-15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映画館が一瞬でパニックに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教えてショート  👁 5,339,957  👍 103,117  ⏱ 0:29  📅 2026-09-04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https://www.youtube.com/watch?v=5ElBjw-6F3s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4,299,230  👍 89,205  ⏱ 3:00  📅 2025-06-20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