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BgiW3WDCb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2bzA-ksXZ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AIIJrRUoPf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IlafJkuSt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IRm1m38LUE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Wul77kjYih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ogAufBgPpB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0bncmJPys8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RdwjHOyDr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x84BlpZrl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JHotT-9QM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J1A1aYvTe4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Xr032EhUDPw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AwXRPWmgLb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aiCMXJ4zKWA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IuSAC8ZDf1A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https://www.youtube.com/watch?v=rBgiW3WDCbQ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【世界大会進出】ENC 日本代表Meiy視点 vs香港 BO3【VALORANT/ヴァロラント】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Meiy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111,042  👍 2,233  💬 317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1:02:28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https://www.youtube.com/watch?v=n2bzA-ksXZI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ENHYPEN (엔하이픈) ‘We'll Be Fine’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481,018  👍 108,644  💬 9,736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いいね率22.6%と視聴者の支持が非常に高い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https://www.youtube.com/watch?v=AIIJrRUoPf8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【超豪華】スプラ猛者だけを集めた初主催プラべで"煽りあり"にした結果ｗｗｗ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68,423  👍 2,518  💬 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39:44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いいね率3.7%と好評価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https://www.youtube.com/watch?v=rIlafJkuStk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【自己紹介曲】会いにKiTE! 2026Ver / iLiFE!【コール動画】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iLiFE!【あいらいふ】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643,076  👍 46,514  💬 2,239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4:25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いいね率7.2%と視聴者の支持が非常に高い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https://www.youtube.com/watch?v=IRm1m38LUEE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約4000マスの超長い橋を架けるまで終われません！【マイクラ】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394,672  👍 11,734  💬 459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49:20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https://www.youtube.com/watch?v=Wul77kjYih4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9.4 (Fri)公開  映画『バックルームズ』ロング予告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Happinet phantom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31,961  👍 0  💬 189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2:16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https://www.youtube.com/watch?v=ogAufBgPpBk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乃木坂46『是非に及ばず』MUSIC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乃木坂46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463,486  👍 22,794  💬 5,059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4:06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https://www.youtube.com/watch?v=c0bncmJPys8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映画『カラフルピーチ/砂漠の王子様』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723,462  👍 44,086  💬 6,558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3:58:22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https://www.youtube.com/watch?v=sRdwjHOyDrc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HUNTER×HUNTERinspired-試験編-【実写版映画予告※非公式】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欠番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180,695  👍 4,046  💬 495  📈+70.4%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6:42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前日比+70.4%と急拡散中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-Official Audio-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397,762  👍 36,775  💬 3,395  ⏱ 3:17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いいね率9.2%と視聴者の支持が非常に高い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https://www.youtube.com/watch?v=Lx84BlpZrl0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19,154,180  👍 157,979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17,919,711  👍 10,399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15,217,412  👍 53,320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13,433,508  👍 21,421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12,782,293  👍 170,483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21,006,183  👍 379,195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20,451,671  👍 362,354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19,806,069  👍 389,635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断崖絶壁にあるプール付きハウスの作り方【まいくら・マインクラフト】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まいぜんシスターズ  👁 17,637,112  👍 66,981  ⏱ 20:29  📅 2020-12-14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https://www.youtube.com/watch?v=XJHotT-9QMk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崩れる時は一瞬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ひろちんくん  👁 16,774,718  👍 292,637  ⏱ 0:58  📅 2023-06-11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https://www.youtube.com/watch?v=CJ1A1aYvTe4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149,000,866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38,025,664  👍 533,633  ⏱ 1:31  📅 2026-01-09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TVアニメ『よふかしのうた』ノンクレジットOP 【Creepy Nuts「堕天」】|…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【フジテレビ】アニメ公式チャンネル  👁 29,361,154  👍 322,093  ⏱ 1:37  📅 2022-07-08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https://www.youtube.com/watch?v=AwXRPWmgLbU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アニメ『怪獣８号』ノンクレジットED｜OneRepublic「Nobody」｜毎週土…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15,506,650  👍 190,206  ⏱ 1:31  📅 2024-04-20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https://www.youtube.com/watch?v=aiCMXJ4zKWA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TVアニメ「WIND BREAKER」ノンクレジットオープニング映像『絶対零度』なと…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13,552,615  👍 146,376  ⏱ 1:31  📅 2024-04-10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https://www.youtube.com/watch?v=IuSAC8ZDf1A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6,819,763  👍 119,603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6,278,414  👍 92,891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6,135,866  👍 28,443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5,439,811  👍 85,951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3,677,194  👍 46,477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