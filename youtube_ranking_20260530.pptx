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mLa7akRDml4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SlQR9iu09bQ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K-jNtieSLiU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83C3TZ4Zm_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-bQgJsOGyYo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Wx4-lfsgUl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lDSBe18Sn1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dXsTd3xZi5k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dab8DsN4Lkw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e4M8z1xGTw0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0cjKg-Z3xak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F3C59iyfYPo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CraZ3Q-I44g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WPl10ZrhCtk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TFYnqEqeGqY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pMTUitjC-48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IDdcUb3zyYQ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6YwedUNbpdQ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hDRG1-qk3bs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2026年05月30日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https://www.youtube.com/watch?v=mLa7akRDml4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【検証】初心者が8時間ルールに関与し続けたらXP2000に到達できるのか？【スプラ13日目】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124,660  👍 3,486  💬 485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1:02:21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10万再生突破の話題作　いいね率2.8%と好評価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https://www.youtube.com/watch?v=SlQR9iu09bQ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SON TUNG M-TP x TYGA | COME MY WAY | 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Sơn Tùng M-TP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15,669,932  👍 1,050,566  💬 140,528  📈+25.2%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4:18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500万再生超の超バズ動画　前日比+25.2%で着実に成長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https://www.youtube.com/watch?v=K-jNtieSLiU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FNCS メジャー1 サミット 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フォートナイト 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285,418  👍 4,697  💬 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5:30:41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10万再生突破の話題作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https://www.youtube.com/watch?v=83C3TZ4Zm_o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aespa 에스파 'LEMONADE'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8,773,185  👍 446,547  💬 27,295  📈+111.9%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3:12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公開20時間で急上昇入り！　500万再生超の超バズ動画　前日比+111.9%と急拡散中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https://www.youtube.com/watch?v=-bQgJsOGyYo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ゾンビだらけの世界を船に乗って生き残る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まいぜんシスターズ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152,701  👍 2,458  💬 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33:44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公開-1時間で急上昇入り！　10万再生突破の話題作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https://www.youtube.com/watch?v=Wx4-lfsgUlo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Celebrate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346,432  👍 35,255  💬 5,356  📈+594.8%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4:04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前日比+594.8%の爆発的な伸び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https://www.youtube.com/watch?v=lDSBe18Sn18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【マインクラフト】全ての行動がポイントになる可能性がある世界【日常組】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506,812  👍 18,507  💬 681  📈+213.7%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54:36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50万再生の注目コンテンツ　前日比+213.7%の爆発的な伸び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https://www.youtube.com/watch?v=dXsTd3xZi5k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きゃりーぱみゅぱみゅ - キミに100パーセント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636,281  👍 38,795  💬 1,810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4:39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いいね率6.1%と視聴者の支持が非常に高い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https://www.youtube.com/watch?v=dab8DsN4Lkw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【4人実況】NGワードを言ったら「仲間が死ぬ」おもしろホラーゲーム『 Cursed Companions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554,930  👍 17,246  💬 953  📈+461.9%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1:21:05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　前日比+461.9%の爆発的な伸び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アイドルパワー (Official Promotion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925,951  👍 81,759  💬 6,339  ⏱ 3:52  📅 公開13時間前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いいね率8.8%と視聴者の支持が非常に高い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https://www.youtube.com/watch?v=e4M8z1xGTw0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19,148,384  👍 158,046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14,609,655  👍 41,772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12,781,157  👍 170,545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11,709,055  👍 185,671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11,475,916  👍 132,365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20,447,411  👍 362,509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19,798,500  👍 389,762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見たことの無い落ち方をする配信者#葉 #ゲーム実況 #切り抜き #onlyup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18,456,839  👍 350,951  ⏱ 0:38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世界一の脱出ゲーム中にドッキリ【Human: Fall Flat】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まいぜんシスターズ  👁 12,035,797  👍 45,400  ⏱ 10:03  📅 2019-03-03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https://www.youtube.com/watch?v=F3C59iyfYPo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絶対に風邪を引きたいマッチョ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ドズル社  👁 11,665,219  👍 150,068  ⏱ 0:24  📅 2024-03-30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https://www.youtube.com/watch?v=CraZ3Q-I44g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ヒグチアイ / 悪魔の子 (アニメスペシャルVer.) | Ai Higuchi “…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212,588,725  👍 1,996,721  ⏱ 3:50  📅 2022-01-24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141,454,225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52,971,309  👍 180,328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バスボールを使ってみよう！#アニメキッズ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44,867,430  👍 0  ⏱ 29:47  📅 2017-09-15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https://www.youtube.com/watch?v=TFYnqEqeGqY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43,608,659  👍 186,428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#film #映画red #恋愛 #映画紹介 #ドラマ #movie #映画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ドゥックの映画レビューへ  👁 5,595,359  👍 34,340  ⏱ 1:41  📅 2026-05-21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https://www.youtube.com/watch?v=pMTUitjC-48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3,492,603  👍 45,059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秘技、ナルト投げ!! #映画 #タンポポ #伊丹十三 #映画レビュー #ラーメン #…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max leo  👁 2,839,491  👍 16,585  ⏱ 0:58  📅 2025-12-19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https://www.youtube.com/watch?v=IDdcUb3zyYQ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女性300人に聞いたつまらないジブリ作品ランキング　#shorts #映画 #解説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ゾノの映画トーク  👁 2,199,288  👍 33,530  ⏱ 0:47  📅 2024-03-27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https://www.youtube.com/watch?v=6YwedUNbpdQ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#film #映画red #movie #恋愛 #映画紹介 #ドラマ #映画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ドゥックの映画レビューへ  👁 2,151,169  👍 22,187  ⏱ 2:56  📅 2026-05-22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https://www.youtube.com/watch?v=hDRG1-qk3bs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