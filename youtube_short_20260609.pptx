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2026年06月09日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『うるわしの宵の月』予告｜2026年10月23日(金)公開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14万回　👍 3,941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BOYNEXTDOOR (보이넥스트도어) 'VIRAL' Official M…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202万回　👍 11万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体力1万しかないゲームで、なんと2万ダメージ出るコンボをリスナーが持ってきた【ス…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カワノKawano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18万回　👍 3,666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「ガス人間」 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9万回　👍 1,441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吉田仁人 - 東京(Official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24万回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