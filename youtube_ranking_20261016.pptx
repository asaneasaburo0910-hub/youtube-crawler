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KEINt_2nIWE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7TMcE_BJ7lw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CJe_5vWHtNg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SpDdC910lgM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4eczYI03hxU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rz1B4B2yBZY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CJXSbP6K7rA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o9LUVhJ8Mek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FmqLf7TUs1U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PIY6Y4efV9o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i5TSvrhVH94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ffE0CxNxrII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Snd181QDquI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WxiU5sFAF3c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ByG9e8ZxVlg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5yb2N3pnztU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gcgKUcJKxIs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Z8xvh9B1JZk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YmRxFhtYydY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2026年10月16日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https://www.youtube.com/watch?v=KEINt_2nIWE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DRAW♡ME「勝ち確♡ラヴ」 (Official Music Video)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DRAW♡ME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1,146,340  👍 25,546  💬 4,240  📈+125.2%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4:17  ·  📅 公開33時間前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前日比+125.2%と急拡散中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https://www.youtube.com/watch?v=7TMcE_BJ7lw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【LOL】青とスクリム→オレンジと本番【LTK レギュラーステージ Day1】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Kuzuha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777,789  👍 6,391  💬 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8:52:58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https://www.youtube.com/watch?v=CJe_5vWHtNg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『Cyberpunk: Edgerunners 2』予告編 - Netflix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372,033  👍 7,249  💬 516  📈+95.3%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2:07  ·  📅 公開26時間前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前日比+95.3%と急拡散中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https://www.youtube.com/watch?v=SpDdC910lgM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BE:FIRST / 夢中 -from フジテレビ系「2025 FNS歌謡祭 第2夜」with 本田響矢-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BE:FIRST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226,825  👍 16,981  💬 528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3:06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いいね率7.5%と視聴者の支持が非常に高い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https://www.youtube.com/watch?v=4eczYI03hxU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モンストニュース[10/15]TVアニメ「黄泉のツガイ」コラボ開催決定！「13周年スクラッチくじ」開催！現金最大100万円や、オーブ最大100個などが当たるチャンス！【モンスト公式】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モンスト（モンスターストライク）公式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690,131  👍 5,632  💬 114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1:24:19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https://www.youtube.com/watch?v=rz1B4B2yBZY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Grand Theft Auto VI Launch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Rockstar Games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21,737,232  👍 1,365,557  💬 100,257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1:31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500万再生超の超バズ動画　いいね率6.3%と視聴者の支持が非常に高い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https://www.youtube.com/watch?v=CJXSbP6K7rA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うららか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Da-iCE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63,052  👍 3,098  💬 132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4:22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急上昇中の新興コンテンツ　いいね率4.9%と好評価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https://www.youtube.com/watch?v=o9LUVhJ8Mek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この動画で過去1の奇跡が起こります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519,737  👍 11,656  💬 1,013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1:28:11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50万再生の注目コンテンツ　いいね率2.2%と好評価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https://www.youtube.com/watch?v=FmqLf7TUs1U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「なぜアスランをドラァグクイーンに？」ネットフリックス映画「ナルニア：魔術師のおい」の最新予告編が公開になり批判殺到！アスランを演じる俳優が女性になり、大きな反発に直面してしまう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プク太の世界時事ニュース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162,560  👍 3,903  💬 748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16:04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10万再生突破の話題作　いいね率2.4%と好評価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You, Like a Star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81,366  👍 2,424  💬 73  ⏱ 5:18  📅 公開6時間前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急上昇中の新興コンテンツ　いいね率3.0%と好評価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https://www.youtube.com/watch?v=PIY6Y4efV9o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19,165,432  👍 157,658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12,786,513  👍 170,211  ⏱ 1:28  📅 2025-04-14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11,828,107  👍 186,992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11,628,204  👍 133,699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10,700,455  👍 99,641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23,655,659  👍 416,059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息子の扱いが酷すぎる男。#ゲーム実況 #shorts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19,288,308  👍 264,816  ⏱ 0:58  📅 2026-03-12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月のクレーターをトイレにする男🌙 #ゲーム実況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15,914,217  👍 213,218  ⏱ 1:04  📅 2026-06-10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https://www.youtube.com/watch?v=Snd181QDquI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カンタン迷路かと思いきや...😭😭😭 #パズル #錯視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Kerofen Games  👁 13,600,181  👍 97,009  ⏱ 0:30  📅 2024-09-12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https://www.youtube.com/watch?v=WxiU5sFAF3c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どこで奇跡起こしとんwww#onlyup #葉 #ゲーム実況 #切り抜き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13,567,143  👍 379,439  ⏱ 0:28  📅 2023-07-22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https://www.youtube.com/watch?v=ByG9e8ZxVlg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226,731,169  👍 1,239,392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225,813,595  👍 2,064,579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168,636,154  👍 0  ⏱ 1:31  📅 2023-09-01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153,676,877  👍 0  ⏱ 1:31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ピンポン玉チャレンジLv100【アニメ】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ゆずざくろ  👁 127,112,009  👍 420,700  ⏱ 0:22  📅 2026-06-08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https://www.youtube.com/watch?v=Z8xvh9B1JZk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7,247,381  👍 108,858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6,974,910  👍 120,798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4,674,796  👍 24,766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ただの不倫じゃない…。難解だけど超名作と評判の愛と社会の“正しさ”を問う感動作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映画ドラマ二アック  👁 3,969,048  👍 8,020  ⏱ 20:56  📅 2026-08-27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https://www.youtube.com/watch?v=YmRxFhtYydY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3,802,940  👍 47,108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