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2026年06月03日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映画『氷血』 本予告／7月3日(金)全国公開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博報堂DY ミュージック&amp;ピクチャーズ【Showgate】ch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4万回　👍 710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May4 vs たんごまる / NEO GENESIS - THE NEW ER…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NEO GENESIS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6万回　👍 2,436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State of Play | June 2, 2026 [Japanese]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PlayStation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49万回　👍 9,132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ACE COMBAT 8 発売日告知トレーラー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ACE COMBAT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11万回　👍 6,917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TREASURE - ‘IF I’ M/V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TREASURE (트레저)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829万回　👍 29万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