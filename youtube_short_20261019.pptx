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2026年10月19日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CHAERYEONG SOLO DEBUT | 'Lovesick' OFFIC…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JYP Entertainment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51万回　👍 3万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Love Me Madly(Jugyonel ver.)【EBiDAN THE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EBiDAN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136万回　👍 7万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11周年新情報発表！プロスピAニュース 11周年記念スペシャル【プロスピA】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パワプロ・プロスピ公式チャンネル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56万回　👍 6,378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12/25（金）公開『巨頭ｵ』予告編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finefilmsmovie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37万回　👍 1,897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Touch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MAZZEL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11万回　👍 7,891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