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_0x-iHlwc9s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cTiazxZLxJs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gUsZsg72Sos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_Pk6xfju3l0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n6UiEGd4i1s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4AsPVelcRqA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TfvYFX06Mes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SDX0jQS8BNU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1X8NXI6iU7k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nrGLxAWIUJo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yHmPWzkhcZ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9nXbYZL8V9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21eblauBPy8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-rilWEHxlD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ru5Gp72W17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Z8xvh9B1JZk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-NFhRWhkp7I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Xr032EhUDPw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nGQyPzkEy2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yKELA1qBAKA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yGPAXsz8L7E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EoY46IjI_jM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2026年07月28日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https://www.youtube.com/watch?v=_0x-iHlwc9s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7日以内に脱出しないと死ぬ研究所に閉じ込められました…【マイクラ】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262,666  👍 7,241  💬 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46:57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いいね率2.8%と好評価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https://www.youtube.com/watch?v=cTiazxZLxJs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Stranger’s Sun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MELLOW DEAR US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15,828  👍 841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3:43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急上昇中の新興コンテンツ　いいね率5.3%と視聴者の支持が非常に高い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https://www.youtube.com/watch?v=gUsZsg72Sos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BTメッシとBTロナウドの2トップでイーフト終わらせてみた【eFootball2026アプリ】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令和ちゃんねる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209,459  👍 3,495  💬 206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14:19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https://www.youtube.com/watch?v=_Pk6xfju3l0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ILLIT (아일릿) 'I Got Your Back (Feat. JISOO, MOMOKA of HANA)'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4,037,813  👍 326,715  💬 26,249  📈+53.1%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2:58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前日比+53.1%と急拡散中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https://www.youtube.com/watch?v=n6UiEGd4i1s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大事件でニュースになった話題の「白栄大学」が舞台のホラーゲーム『 白栄大学 0号館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1,440,622  👍 33,205  💬 1,868  📈+73.3%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3:20:48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前日比+73.3%と急拡散中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https://www.youtube.com/watch?v=4AsPVelcRqA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《人生はちゃんと狂っていく》映画『mentor』本予告【10月16日(金) 全国公開】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avex pictures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69,533  👍 3,289  💬 119  📈+423.9%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1:00  ·  📅 公開22時間前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公開22時間で急上昇入り！　急上昇中の新興コンテンツ　前日比+423.9%の爆発的な伸び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https://www.youtube.com/watch?v=TfvYFX06Mes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ACEes【真夜中のZOO】Arena Tour 2026 "V" より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911,569  👍 26,473  💬 32,891  📈+41.9%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3:45  ·  📅 公開57時間前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50万再生の注目コンテンツ　前日比+41.9%で着実に成長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https://www.youtube.com/watch?v=SDX0jQS8BNU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『ONE PIECE バウンティラッシュ』7.5アニバーサリー生放送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Bandai Namco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309,093  👍 0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1:07:11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https://www.youtube.com/watch?v=1X8NXI6iU7k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映画『RYUJI 竜二』ロング予告【10.30 fri 全国公開】🕶️🚬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映画・ドラマ情報　カルチュア・エンタテインメント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39,365  👍 3,850  💬 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1:34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急上昇中の新興コンテンツ　いいね率9.8%と視聴者の支持が非常に高い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Juice=Juice『BLOODY BULLET』(Music Video)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279,227  👍 30,307  💬 4,625  ⏱ 5:37  📅 公開9時間前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いいね率10.9%と視聴者の支持が非常に高い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https://www.youtube.com/watch?v=nrGLxAWIUJo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23,835,016  👍 59,453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19,161,247  👍 157,882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🔴 LIVE! 24 HOURS Mickey Mouse Full Episode…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Disney Jr.   👁 15,212,729  👍 23,567  ⏱ 不明  📅 2026-01-09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https://www.youtube.com/watch?v=yHmPWzkhcZ8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14,609,920  👍 41,696  ⏱ 0:17  📅 2025-09-26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狩野英孝のマイクラ実況が面白いwww#エンタメ #マイクラ #狩野英孝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11,755,930  👍 186,201  ⏱ 1:33  📅 2025-07-05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21,617,485  👍 387,321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20,455,781  👍 362,158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19,818,043  👍 389,561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遠足に行ったらカラフルなバケモノがいるロブロックス😨『レインボーフレンズ２』【 RO…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ちろぴの  👁 16,248,882  👍 66,896  ⏱ 21:58  📅 2023-06-05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https://www.youtube.com/watch?v=-rilWEHxlDI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溶岩ダイブ！？ #shorts #マイクラ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14,735,765  👍 138,854  ⏱ 0:52  📅 2025-03-25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ピンポン玉チャレンジLv100【アニメ】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65,895,843  👍 229,423  ⏱ 0:22  📅 2026-06-08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Mrs. GREEN APPLE「ライラック」MV - TVアニメ『忘却バッテリー』…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55,850,321  👍 182,735  ⏱ 4:53  📅 2024-07-04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40,594,464  👍 546,891  ⏱ 1:31  📅 2026-01-09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合コンでライバルを潰す女【アニメ】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そろ谷のアニメっち  👁 33,421,409  👍 179,486  ⏱ 0:16  📅 2026-02-27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https://www.youtube.com/watch?v=nGQyPzkEy2s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完全新作PV “ROAD OF NARUTO” | アニメ『NARUTO-ナルト-』…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スタジオぴえろ【公式】  👁 29,709,820  👍 1,436,136  ⏱ 9:57  📅 2022-10-03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https://www.youtube.com/watch?v=yKELA1qBAKA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6,835,033  👍 119,687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6,412,737  👍 99,486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世にも奇妙な物語 2007 秋の特別編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1分シネマ365  👁 4,524,876  👍 63,364  ⏱ 2:06  📅 2026-07-21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https://www.youtube.com/watch?v=yGPAXsz8L7E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マイケル・ジャクソンが心から笑った瞬間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4,053,187  👍 71,036  ⏱ 0:41  📅 2026-05-24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3,721,209  👍 46,751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