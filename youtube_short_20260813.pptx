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スキルを上げないと進めない世界でエンドラ討伐【マイクラ】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遺書 / キタニタツヤ - Final Draft / Tatsuya Kita…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キタニタツヤ / Tatsuya Kitani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7万回　👍 6,856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Fate/Grand Order カルデア放送局 ライト版 ～水着イベント202…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【公式】Fate/Grand Order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映画『逃げろお嬢さん』10.2 [Fri] 本予告　井口理（King Gnu）×…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【公式】ナカチカピクチャーズ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9,156回　👍 379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【original anime MV】きゃぴ【宝鐘マリン / hololive】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Marine Ch. 宝鐘マリン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59万回　👍 7万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