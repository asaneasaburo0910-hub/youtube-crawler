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5WZX3NhBcE0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lXj0-Zqb53w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yF4_HTAYT8o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75MEFldsJK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LYblSdeU3U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s2iwKZNG6t8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I5fVKyCsAFQ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lBw50dCBFEM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AK_Tq3QyYV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2lwioqtaowc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1zpCNefHbC0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pgRJnPQHei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WPl10ZrhCtk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Hew5XvrwYs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2026年08月19日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https://www.youtube.com/watch?v=5WZX3NhBcE0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絶望のその先に彼は居た...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253,866  👍 8,228  💬 657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52:05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https://www.youtube.com/watch?v=lXj0-Zqb53w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Running Wheel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Creepy Nuts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25,012  👍 1,287  💬 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2:18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急上昇中の新興コンテンツ　いいね率5.1%と視聴者の支持が非常に高い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https://www.youtube.com/watch?v=yF4_HTAYT8o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【超鬼畜】色違い×証持ちのバスラオ♂を捕まえるまで帰れません！！！！！！！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今日ポケch.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171,105  👍 4,046  💬 436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36:26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10万再生突破の話題作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https://www.youtube.com/watch?v=75MEFldsJKc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KO1KEYZ(コイキーズ)｜ 'KO1KEYZ'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KO1KEYZ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1,570,941  👍 60,870  💬 19,913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3:14  ·  📅 公開50時間前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https://www.youtube.com/watch?v=LYblSdeU3UU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動画のコメント数だけ歩けるエンドラ討伐【マイクラ】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355,281  👍 13,574  💬 11,823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47:09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いいね率3.8%と好評価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https://www.youtube.com/watch?v=s2iwKZNG6t8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更に別のピーター登場？！『スパイダーマン：ノー・ウェイ・ホーム』（吹替版）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15,181  👍 512  💬 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8:07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いいね率3.4%と好評価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https://www.youtube.com/watch?v=I5fVKyCsAFQ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ShowMinorSavage / Gradation -Music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ShowMinorSavage_official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117,865  👍 17,529  💬 597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3:41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いいね率14.9%と視聴者の支持が非常に高い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https://www.youtube.com/watch?v=lBw50dCBFEM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大流行している雪山が舞台のホラーゲーム『 雪葬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670,136  👍 24,834  💬 2,266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2:50:32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いいね率3.7%と好評価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https://www.youtube.com/watch?v=AK_Tq3QyYVM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映画『リバイアサン』予告映像｜2/11(木・祝)公開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44,063  👍 1,700  💬 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1:11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Mrs. GREEN APPLE presents『CEREMONY』2026 [上白石萌音／メメント・モリ]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176,097  👍 10,921  💬 465  ⏱ 3:41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いいね率6.2%と視聴者の支持が非常に高い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https://www.youtube.com/watch?v=2lwioqtaowc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28,041,182  👍 69,352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19,904,338  👍 11,353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19,164,717  👍 157,820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18,052,763  👍 61,273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СЕРИАЛ СОЛДАТЫ. ⚡ВСЕ СЕЗОНЫ ПОДРЯД⚡🔴 LIVE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Дембельский альбом  👁 16,994,098  👍 12,972  ⏱ 不明  📅 2025-04-21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https://www.youtube.com/watch?v=1zpCNefHbC0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22,384,542  👍 398,219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20,465,436  👍 362,199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19,827,699  👍 389,570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18,657,484  👍 546,290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頭に丸いのをはめまくった結果【 Layer Man 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タコボンド  👁 17,277,305  👍 35,380  ⏱ 9:11  📅 2023-02-28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https://www.youtube.com/watch?v=pgRJnPQHeiQ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ヒグチアイ / 悪魔の子 (アニメスペシャルVer.) | Ai Higuchi “…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220,335,091  👍 2,039,660  ⏱ 3:50  📅 2022-01-24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149,005,801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56,964,234  👍 183,594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49,538,648  👍 199,260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41,971,396  👍 555,643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6,854,089  👍 119,825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6,800,107  👍 104,360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4,422,395  👍 23,540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最後まで息子に隠した一言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ベベムービー映画レビュー  👁 3,856,765  👍 73,269  ⏱ 2:52  📅 2026-08-11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https://www.youtube.com/watch?v=-Hew5XvrwYs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3,733,865  👍 46,850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