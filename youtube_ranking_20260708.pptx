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OBCWweL2dmA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la41EiVsMFI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uAEf1Qjhllc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ouF70vuL6pg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cPxilMbgp8g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5_6GRFK13vc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O0bvnyGPdFM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T6v63mVztCw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hQUVIT8m-c0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kcXKLaLNqww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t9kwjZBLI-A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glwVRXHYhng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q2ulcPxgamg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gd4aDy95Yo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ru5Gp72W17c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d9MAnruE_-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-tKVN2mAKRI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210R0ozmLwg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1oMxrHXzOsY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7Nl90JOPHc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OhHzzl4Z6q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SYLg-YTx2P4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932XmK59C0U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HMp1zWHzP-o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h_rJyBtZ1u8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2026年07月08日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https://www.youtube.com/watch?v=OBCWweL2dmA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人類観測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Kenmochi Toya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23,899  👍 2,317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3:06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急上昇中の新興コンテンツ　いいね率9.7%と視聴者の支持が非常に高い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https://www.youtube.com/watch?v=la41EiVsMFI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すべてが「最強」の世界でエンドラ討伐【マイクラ】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283,052  👍 8,161  💬 194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42:01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いいね率2.9%と好評価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https://www.youtube.com/watch?v=uAEf1Qjhllc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映画『マッチング TRUE LOVE』本予告映像(60秒)【2026年9月25日(金)全国公開】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KADOKAWA映画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63,611  👍 3,488  💬 102  📈+313.5%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1:00  ·  📅 公開22時間前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公開22時間で急上昇入り！　急上昇中の新興コンテンツ　前日比+313.5%の爆発的な伸び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https://www.youtube.com/watch?v=ouF70vuL6pg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ME:I (ミーアイ) ⊹ '花咲く道'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ME:I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546,007  👍 29,185  💬 7,003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3:30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いいね率5.3%と視聴者の支持が非常に高い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https://www.youtube.com/watch?v=cPxilMbgp8g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リズム天国やったらニシダのリズム感が終わってた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ララチューン【ラランド公式】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289,238  👍 5,741  💬 239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29:45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https://www.youtube.com/watch?v=5_6GRFK13vc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Apex Legends x Cyberpunk Event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Apex Legends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487,842  👍 22,546  💬 1,600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1:33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　いいね率4.6%と好評価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https://www.youtube.com/watch?v=O0bvnyGPdFM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童話になったらいいのに（うた：琴葉姉妹）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電ǂ鯨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126,213  👍 23,207  💬 1,483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3:19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いいね率18.4%と視聴者の支持が非常に高い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https://www.youtube.com/watch?v=T6v63mVztCw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【JP】ALGS Year 6 Split 1 Playoffs at EWC | Group Stage - Day 1 | Apex Legends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esports_RAGE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612,070  👍 0  💬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8:38:42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https://www.youtube.com/watch?v=hQUVIT8m-c0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Stray Kids "THIS &amp; THAT"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JYP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1,337,950  👍 307,470  💬 21,218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3:04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100万再生超の大ヒット　いいね率23.0%と視聴者の支持が非常に高い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しおざきわんだーらんど (塩﨑太智) (Official Music Video)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1,255,700  👍 94,511  💬 9,573  ⏱ 2:49  📅 公開34時間前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前日比+49.5%で着実に成長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https://www.youtube.com/watch?v=kcXKLaLNqww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19,155,563  👍 157,939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【24H NEWS LIVE】 最新ニュース ライブ配信中 ──24H LATEST…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日テレNEWS  👁 7,943,486  👍 6,986  ⏱ 不明  📅 2025-01-27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https://www.youtube.com/watch?v=t9kwjZBLI-A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㊗️400万再生【もめごと界隈】in 千歳モーターランド#shorts #エンタメ 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IKE-TUBE2  👁 7,256,194  👍 9,262  ⏱ 0:31  📅 2025-10-05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https://www.youtube.com/watch?v=glwVRXHYhng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あのちゃんVSクロちゃん　#おもしろ  #爆笑  #ドッキリ #エンタメ  #お笑い…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7,151,452  👍 57,265  ⏱ 0:31  📅 2025-10-02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https://www.youtube.com/watch?v=q2ulcPxgamg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おもろすぎるww #おもしろ #面白い #テレビ #ネタ #エンタメ #バズれ #s…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6,881,407  👍 37,295  ⏱ 0:27  📅 2025-10-25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https://www.youtube.com/watch?v=mgd4aDy95Yo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21,109,513  👍 380,620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20,452,761  👍 362,281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19,808,608  👍 389,584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溶岩ダイブ！？ #shorts #マイクラ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14,463,608  👍 137,298  ⏱ 0:52  📅 2025-03-25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自然に隠れた末路がww #shorts  #prophunt #かくれんぼ #cod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12,311,675  👍 160,355  ⏱ 1:00  📅 2024-10-30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DAOKO × 米津玄師『打上花火』MUSIC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daoko_jp  👁 730,684,455  👍 3,367,743  ⏱ 4:53  📅 2017-08-10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https://www.youtube.com/watch?v=-tKVN2mAKRI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145,626,042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TVアニメ「マッシュル-MASHLE-」第2期ノンクレジットOPムービー｜Creep…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132,394,147  👍 1,351,294  ⏱ 1:31  📅 2024-01-07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https://www.youtube.com/watch?v=210R0ozmLwg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『僕のヒーローアカデミア』×米津玄師「ピースサイン」スペシャルミュージックビデオ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106,492,939  👍 0  ⏱ 4:17  📅 2017-12-18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https://www.youtube.com/watch?v=1oMxrHXzOsY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スーパーマーシャが助けにやってくる！ @MashaBearJAPAN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75,731,082  👍 359,914  ⏱ 0:15  📅 2023-10-06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https://www.youtube.com/watch?v=S7Nl90JOPHc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市川團十郎が語る映画「国宝」の率直な感想と歌舞伎への想い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3,699,506  👍 46,617  ⏱ 17:48  📅 2025-07-12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ホークアイのコスパ最強の矢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3,126,276  👍 42,326  ⏱ 0:47  📅 2026-07-01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https://www.youtube.com/watch?v=SYLg-YTx2P4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千空は石化解除のタイミングを完璧に計算した。#映画 #シネマ #ショートフィルム #…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Movie切り抜き  👁 2,902,010  👍 41,221  ⏱ 0:59  📅 2026-07-01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https://www.youtube.com/watch?v=932XmK59C0U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Naga bandham Movie genuine review | Nabha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SSP TV  👁 2,675,694  👍 8,977  ⏱ 0:09  📅 2026-07-03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https://www.youtube.com/watch?v=HMp1zWHzP-o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千空とホワイマンは初めて手を組んだ。#映画 #シネマ #ショートフィルム #レビュー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Movie切り抜き  👁 1,835,935  👍 22,524  ⏱ 1:00  📅 2026-06-30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https://www.youtube.com/watch?v=h_rJyBtZ1u8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