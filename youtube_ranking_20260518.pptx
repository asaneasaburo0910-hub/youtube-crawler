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MnPyiGRs6mo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Yb_iR3PSrEU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lrDiqd2fTpk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Xz1FI2WQ6K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keKgEkFzHxI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5LZKYfHyIe0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7QGRDC7ngp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GxibpymmlHA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Vt7860xZFXk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1jKnI_ib8c8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DuEKgK2B2p8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gcgKUcJKxIs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-NFhRWhkp7I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ScWlFcYn_FI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dN020llYLQU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2026年05月18日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https://www.youtube.com/watch?v=MnPyiGRs6mo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One Dream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Saegusa Akina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81,199  👍 12,179  💬 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3:20  ·  📅 公開19時間前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公開19時間で急上昇入り！　急上昇中の新興コンテンツ　いいね率15.0%と視聴者の支持が非常に高い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https://www.youtube.com/watch?v=Yb_iR3PSrEU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おかんが巨大ショッピングモールで迷子になりました【まいくら / マインクラフト】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あかさかの箱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100,921  👍 3,697  💬 276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16:48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公開-1時間で急上昇入り！　10万再生突破の話題作　いいね率3.7%と好評価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https://www.youtube.com/watch?v=lrDiqd2fTpk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ワールズエンド・ダンスホール Cover / Gero×めいちゃん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Gero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185,411  👍 18,888  💬 3,537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3:35  ·  📅 公開19時間前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公開19時間で急上昇入り！　10万再生突破の話題作　いいね率10.2%と視聴者の支持が非常に高い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https://www.youtube.com/watch?v=Xz1FI2WQ6KE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【ブロスタ チャンピオンシップ 2026】Brawl Cup Day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ブロスタ公式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583,428  👍 4,018  💬 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5:52:51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https://www.youtube.com/watch?v=keKgEkFzHxI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SEKAI NO OWARI「マーメイドラプソディー」 from 「Twilight City」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SEKAI NO OWARI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28,200  👍 4,367  💬 455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5:18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いいね率15.5%と視聴者の支持が非常に高い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https://www.youtube.com/watch?v=5LZKYfHyIe0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【4人実況】心臓がドキドキすると大人気の「 バケモノ脱出ゲーム 」が面白い『 Labyrinthine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600,900  👍 15,150  💬 837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1:55:57  ·  📅 公開20時間前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公開20時間で急上昇入り！　50万再生の注目コンテンツ　いいね率2.5%と好評価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https://www.youtube.com/watch?v=7QGRDC7ngpE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ZEROBASEONE (제로베이스원) 'TOP 5'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ZEROBASEONE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2,788,934  👍 101,634  💬 13,277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2:32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公開14時間で急上昇入り！　100万再生超の大ヒット　いいね率3.6%と好評価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https://www.youtube.com/watch?v=GxibpymmlHA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虫！早抜け選手権！【マイクラ】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148,165  👍 7,238  💬 341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43:38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公開-3時間で急上昇入り！　10万再生突破の話題作　いいね率4.9%と好評価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https://www.youtube.com/watch?v=Vt7860xZFXk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HOPE - Official Teaser - In Theaters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NEON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457,902  👍 23,580  💬 1,261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1:39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公開4時間で急上昇入り！　10万再生突破の話題作　いいね率5.1%と視聴者の支持が非常に高い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ITZY “Motto” M/V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966,657  👍 132,171  💬 13,378  ⏱ 3:19  📅 公開-3時間前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50万再生の注目コンテンツ　いいね率13.7%と視聴者の支持が非常に高い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https://www.youtube.com/watch?v=1jKnI_ib8c8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19,144,646  👍 158,079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14,609,605  👍 41,782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11,689,051  👍 185,335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11,455,784  👍 132,128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10,521,619  👍 97,740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たくさん食べてすくすく育つ！【MOD紹介】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24,755,360  👍 378,243  ⏱ 0:37  📅 2024-09-30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20,445,667  👍 362,585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19,796,117  👍 389,824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18,636,926  👍 547,067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16,594,693  👍 195,507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140,094,474  👍 0  ⏱ 1:31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Mrs. GREEN APPLE「ライラック」MV - TVアニメ『忘却バッテリー』…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52,344,611  👍 179,712  ⏱ 4:53  📅 2024-07-04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アイナ・ジ・エンド / 革命道中 - On The Way × TVアニメ『ダンダダ…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42,639,169  👍 184,511  ⏱ 3:22  📅 2025-08-20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34,013,345  👍 511,604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EGOIST『咲かせや咲かせ』Original Movie（劇場中編アニメ－ション『…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EGOIST Official YouTube Channel  👁 23,870,467  👍 125,332  ⏱ 3:21  📅 2021-12-26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https://www.youtube.com/watch?v=dN020llYLQU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7,366,794  👍 106,532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6,793,623  👍 119,426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3,487,405  👍 45,028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3,328,068  👍 29,825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3,262,405  👍 43,175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