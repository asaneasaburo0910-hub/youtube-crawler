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nKfitzcnr74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GoHma_UHW3g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UhZo_8rmOlM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K3LE1pHbz0M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RrLC-rpq4qs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KsedM0DOSNw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bQBiZ5N-juo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PfiROmq2-V4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9M2CoDJhHAk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_p8DUwxfXIQ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i5TSvrhVH94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ytBtKVEAmGQ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WPl10ZrhCt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5yb2N3pnztU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gcgKUcJKxIs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-NFhRWhkp7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5ElBjw-6F3s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-gJhW-zRyz8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KWYewgdSAOI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2026年09月08日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https://www.youtube.com/watch?v=nKfitzcnr74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Movie 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LEE JISOO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46,738  👍 2,143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2:38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急上昇中の新興コンテンツ　いいね率4.6%と好評価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https://www.youtube.com/watch?v=GoHma_UHW3g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新キャラ・アルジュンのトレーラー視聴！冤罪をかけられ逃亡中らしいが、見た目が怖すぎて有罪判決を下すカワノ【スト6】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カワノKawano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206,368  👍 2,275  💬 471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23:20  ·  📅 公開-2時間前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公開-2時間で急上昇入り！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https://www.youtube.com/watch?v=UhZo_8rmOlM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ブラムハウス×ジェームズ・ワンが仕掛ける日常侵蝕ホラー『アザー・マミー』 予告編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シネマトゥデイ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42,619  👍 470  💬 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1:01  ·  📅 公開-1時間前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公開-1時間で急上昇入り！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https://www.youtube.com/watch?v=K3LE1pHbz0M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BE:FIRST / Missing -from TBS系「CDTVライブ！ライブ！」-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BE:FIRST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281,354  👍 22,167  💬 686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3:06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いいね率7.9%と視聴者の支持が非常に高い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https://www.youtube.com/watch?v=RrLC-rpq4qs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【助けて】全員の答えが一致するまで終われません【マイクラ】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381,580  👍 9,824  💬 364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50:06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いいね率2.6%と好評価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https://www.youtube.com/watch?v=KsedM0DOSNw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ARJUN MIGHT BE Interesting (SF6 Gameplay Trailer Reaction)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Punkdagod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88,542  👍 2,595  💬 214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8:17  ·  📅 公開-1時間前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公開-1時間で急上昇入り！　急上昇中の新興コンテンツ　いいね率2.9%と好評価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https://www.youtube.com/watch?v=bQBiZ5N-juo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M!LK - 時空超えてユニバース (Official Audio)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1,467,425  👍 78,839  💬 7,431  📈+73.2%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3:31  ·  📅 公開30時間前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前日比+73.2%と急拡散中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https://www.youtube.com/watch?v=PfiROmq2-V4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『ストリートファイター6』アルジュン（Arjun）ゲームプレイトレーラー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CapcomChannel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378,660  👍 6,946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2:45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https://www.youtube.com/watch?v=9M2CoDJhHAk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映画『バイオハザード』日本語吹替版＜予告＞10月9日(金)全国の映画館で公開！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ソニー・ピクチャーズ 映画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389,076  👍 1,941  💬 218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0:31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「アイドルになった日」ジュニア 夏祭り 2026 より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406,487  👍 21,990  💬 10,754  ⏱ 3:30  📅 公開10時間前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いいね率5.4%と視聴者の支持が非常に高い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https://www.youtube.com/watch?v=_p8DUwxfXIQ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19,165,011  👍 157,745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12,785,634  👍 170,313  ⏱ 1:28  📅 2025-04-14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11,793,473  👍 186,702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11,582,167  👍 133,315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10,651,667  👍 99,211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22,831,878  👍 404,519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20,472,528  👍 362,076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19,840,561  👍 389,563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18,661,325  👍 546,107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ホラーゲームを全力で楽しむ男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キシタク店長-DVR-  👁 17,620,846  👍 545,405  ⏱ 1:00  📅 2022-10-19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https://www.youtube.com/watch?v=ytBtKVEAmGQ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223,500,609  👍 1,230,981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ヒグチアイ / 悪魔の子 (アニメスペシャルVer.) | Ai Higuchi “…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222,078,032  👍 2,047,393  ⏱ 3:50  📅 2022-01-24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165,453,617  👍 0  ⏱ 1:31  📅 2023-09-01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150,448,281  👍 0  ⏱ 1:31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Mrs. GREEN APPLE「ライラック」MV - TVアニメ『忘却バッテリー』…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57,807,229  👍 184,173  ⏱ 4:53  📅 2024-07-04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7,060,932  👍 107,051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6,936,900  👍 120,555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映画館が一瞬でパニックに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教えてショート  👁 4,454,665  👍 81,777  ⏱ 0:29  📅 2026-09-04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https://www.youtube.com/watch?v=5ElBjw-6F3s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フロント・オブ・ザ・クラス#映画紹介 #映画解説 #映画レビュー #映画 #film…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4,299,229  👍 89,206  ⏱ 3:00  📅 2025-06-20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https://www.youtube.com/watch?v=-gJhW-zRyz8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名作映画を見た感想を嘘ついてる奴は誰だ！映画人狼バトル開始！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3,569,796  👍 30,751  ⏱ 34:45  📅 2024-09-26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