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QlaGDL69Hj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nS9wPiWjS9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3WNau7FlG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q77b5JQFh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pKDX7N1xXP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GvbPz_XENZI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-O4MZ9TDJx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M6Y66FyA50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7kxUwfdlO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Aiq88UWJff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WxiU5sFAF3c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ByG9e8ZxVl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https://www.youtube.com/watch?v=QlaGDL69HjY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おもかげ covered by 音ノ乃のの＆戌亥とこ＆緑仙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音ノ乃のの / NononoNono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140,910  👍 9,105  💬 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https://www.youtube.com/watch?v=nS9wPiWjS9Y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『モンスターハンターワイルズ：アセンダンス』ブーストアクション紹介動画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377,949  👍 4,643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1:42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https://www.youtube.com/watch?v=c3WNau7FlGU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『メリーベリーラブ』｜予告編｜チ・チャンウク×今田美桜W主演！「愛の不時着」のCJ ENMによる日韓共同プロジェクトで贈る国境を越えたロマンティック・ラブコメディ｜Disney+ (ディズニープラス）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ディズニープラス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303,358  👍 636  💬 26  📈+819.5%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1:55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前日比+819.5%の爆発的な伸び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https://www.youtube.com/watch?v=yq77b5JQFh0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 Teaser】FRUITS ZIPPER『秘密のアティチュード』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79,907  👍 2,868  💬 326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0:18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いいね率3.6%と好評価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https://www.youtube.com/watch?v=pKDX7N1xXPI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【なぜか鬼畜】5文字しばりで『建築しりとり』を全員つなげろ【マイクラ】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343,481  👍 7,972  💬 453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1:10:25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https://www.youtube.com/watch?v=GvbPz_XENZI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【公式予告編】「日本統一77」2026年11月4日DVDリリース！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日本統一公式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54,382  👍 346  💬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https://www.youtube.com/watch?v=-O4MZ9TDJxw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秘密のアティチュード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FRUITS ZIPPER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21,411  👍 1,270  💬 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3:33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いいね率5.9%と視聴者の支持が非常に高い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https://www.youtube.com/watch?v=M6Y66FyA500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しぐれうい達の絵が上手すぎる「本気かくれんぼ」に驚愕するSHAKA【めっちゃカメレオン】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SHAKAch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260,082  👍 2,217  💬 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2:08:53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https://www.youtube.com/watch?v=U7kxUwfdlOY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【ティザー予告 第2弾】「ハリー・ポッターと賢者の石」2026年クリスマス HBO Maxで配信開始！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ワーナー ブラザース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241,051  👍 2,148  💬 697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SB19 x BE:FIRST 'TOYFRIEND' DANCE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209,543  👍 25,264  💬 1,017  ⏱ 3:36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いいね率12.1%と視聴者の支持が非常に高い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https://www.youtube.com/watch?v=Aiq88UWJffg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19,164,937  👍 157,773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11,787,930  👍 186,633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11,578,446  👍 133,315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10,642,236  👍 99,115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8,897,062  👍 86,935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22,695,953  👍 402,823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20,470,280  👍 362,133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カンタン迷路かと思いきや...😭😭😭 #パズル #錯視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13,247,447  👍 95,779  ⏱ 0:30  📅 2024-09-12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どこで奇跡起こしとんwww#onlyup #葉 #ゲーム実況 #切り抜き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12,708,532  👍 366,867  ⏱ 0:28  📅 2023-07-22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12,421,209  👍 161,048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223,091,372  👍 1,230,246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165,030,935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150,061,586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57,630,325  👍 184,110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42,928,852  👍 560,682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7,385,170  👍 106,449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6,988,552  👍 106,446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6,928,552  👍 120,497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4,553,985  👍 24,144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3,561,806  👍 30,719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