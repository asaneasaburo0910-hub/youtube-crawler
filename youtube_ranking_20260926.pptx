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BbQ3S5_q44Q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qlHLfvDJUwU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Yb70QG5ofoc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bpHBIO-Ridc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QDS599zVNLs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T88h_GBWXUc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K2quL_v3Lqc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BXeDsOkUwPc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j6cQAaNYYeA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qjsOs4Kjr5Q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crwxJBQKWj4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i5TSvrhVH94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9Omr7v9o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ffE0CxNxrI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WxiU5sFAF3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hGjyPxe_tw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Pl10ZrhCt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5yb2N3pnztU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gcgKUcJKxI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2MzSLqlLIs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2a1YM7MCXng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EoY46IjI_jM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2026年09月26日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https://www.youtube.com/watch?v=BbQ3S5_q44Q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Fujii Kaze, UMI - You (Official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Fujii Kaze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833,553  👍 35,444  💬 1,404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4:41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50万再生の注目コンテンツ　いいね率4.3%と好評価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https://www.youtube.com/watch?v=qlHLfvDJUwU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【地獄】進化前アヌビスでヘラ降臨をクリアする。【パズドラ】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ゆうこる/Yuukoru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1,966,934  👍 6,419  💬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8:31:03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https://www.youtube.com/watch?v=Yb70QG5ofoc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今度のバイオを擬音語で解説👨‍🎓映画『バイオハザード』＜15秒予告＞10月9日(金)全国の映画館で公開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ソニー・ピクチャーズ 映画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261,241  👍 357  💬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0:16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https://www.youtube.com/watch?v=bpHBIO-Ridc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【Kanaria×葛葉】アイデンティティ【セルフカバー】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Kanaria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866,035  👍 84,136  💬 2,237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2:36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いいね率9.7%と視聴者の支持が非常に高い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https://www.youtube.com/watch?v=QDS599zVNLs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【マインクラフト】恋に悩んだ村人を育成してカップルを成立させましょう【日常組】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771,177  👍 20,238  💬 728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1:55:58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50万再生の注目コンテンツ　いいね率2.6%と好評価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https://www.youtube.com/watch?v=T88h_GBWXUc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「俺のこと、なんか言ってた？」予告編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445,593  👍 2,027  💬 213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2:03  ·  📅 公開24時間前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公開24時間で急上昇入り！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https://www.youtube.com/watch?v=K2quL_v3Lqc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LEE JISOO - MISMATCH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843,006  👍 34,370  💬 1,260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4:05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50万再生の注目コンテンツ　いいね率4.1%と好評価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https://www.youtube.com/watch?v=BXeDsOkUwPc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【初配信】ヒーロー×ポリス×最強  #ホロライブ #アソビまわり隊  #百灯キョーコ初配信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Kyoko Ch. 百灯キョーコ ‐ アソビ★まわり隊!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1,312,849  👍 84,461  💬 1,303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57:21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100万再生超の大ヒット　いいね率6.4%と視聴者の支持が非常に高い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https://www.youtube.com/watch?v=j6cQAaNYYeA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アニメ「コードギアス 星追いのアスパル」ティザーPV｜Official Teaser Trailer "CODE GEASS Star Chaser Aspal"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コードギアスチャンネル CODEGEASS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948,695  👍 12,355  💬 775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0:34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坂道選抜(乃木坂46×櫻坂46×日向坂46)「Audition」MUSIC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631,458  👍 29,309  💬 3,862  ⏱ 5:22  📅 公開7時間前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50万再生の注目コンテンツ　いいね率4.6%と好評価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https://www.youtube.com/watch?v=qjsOs4Kjr5Q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Yaprak Dökümü Canlı Yayın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Yaprak Dökümü  👁 82,455,484  👍 37,359  ⏱ 不明  📅 2025-02-24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https://www.youtube.com/watch?v=crwxJBQKWj4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22,170,825  👍 11,995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19,165,250  👍 157,706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12,786,118  👍 170,244  ⏱ 1:28  📅 2025-04-14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BLOK EKIPA 🔴 MARATON ODCINKÓW 24/7 | SPInk…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SPInka Film Studio (official)  👁 11,175,618  👍 31,029  ⏱ 不明  📅 2026-06-11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https://www.youtube.com/watch?v=9Omr7v9omIQ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23,235,127  👍 410,293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20,478,411  👍 362,017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19,848,388  👍 389,539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息子の扱いが酷すぎる男。#ゲーム実況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17,739,527  👍 247,541  ⏱ 0:58  📅 2026-03-12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カンタン迷路かと思いきや...😭😭😭 #パズル #錯視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Kerofen Games  👁 13,492,442  👍 96,505  ⏱ 0:30  📅 2024-09-12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https://www.youtube.com/watch?v=WxiU5sFAF3c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ふみきり | こどもアニメ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fumikiri channel  👁 573,922,256  👍 1,136,852  ⏱ 1:47  📅 2016-10-17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https://www.youtube.com/watch?v=hGjyPxe_twY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225,024,791  👍 1,234,772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ヒグチアイ / 悪魔の子 (アニメスペシャルVer.) | Ai Higuchi “…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223,871,978  👍 2,055,498  ⏱ 3:50  📅 2022-01-24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166,994,973  👍 0  ⏱ 1:31  📅 2023-09-01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151,983,114  👍 0  ⏱ 1:31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7,181,314  👍 108,241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【残酷】衝撃の妊娠・出産アニメ3選 #shorts #アニメ #紹介 #感想 #an…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7,100,456  👍 101,786  ⏱ 0:47  📅 2025-03-01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6,955,645  👍 120,704  ⏱ 1:00  📅 2025-03-15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マイケル・ジャクソンが心から笑った瞬間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4,489,202  👍 77,070  ⏱ 0:41  📅 2026-05-24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https://www.youtube.com/watch?v=EoY46IjI_jM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3,784,417  👍 47,047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