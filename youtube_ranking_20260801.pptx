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PxP2-dur_X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kIm4dcF6XD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7McQi0bN5A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dawWNhgzR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9i4oeAKiuf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-a2wcO5Yf3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XNbJEYuoS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SiR_cWPSB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2R4dQKTg7s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ePs7UPp6GQ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QEW6xnxOo-c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P8QordVAUyU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-rilWEHxlD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https://www.youtube.com/watch?v=PxP2-dur_XQ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クセが強い色んな『主人公』になってエンドラ討伐！【マイクラ】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323,056  👍 11,279  💬 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51:30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https://www.youtube.com/watch?v=kIm4dcF6XDY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≒JOY（ニアリーイコールジョイ）/ 5th Single c/w『夏はジュエリー』【MV 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NEARLY EQUAL JOY ニアリーイコールジョイ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110,083  👍 8,877  💬 1,062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https://www.youtube.com/watch?v=7McQi0bN5AE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【日本語実況】「Esports World Cup 2026」- ストリートファイター6 - Day3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564,627  👍 4,511  💬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7:02:10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https://www.youtube.com/watch?v=qdawWNhgzRo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米津玄師「夜鷹」×『キングダム 魂の決戦』公開記念PV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 米津玄師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199,724  👍 12,933  💬 518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https://www.youtube.com/watch?v=9i4oeAKiuf8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Ver.7.0「神に愛されぬ雪国」予告番組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526,443  👍 20,668  💬 338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1:09:14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https://www.youtube.com/watch?v=-a2wcO5Yf3s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ENHYPEN (엔하이픈) 'THE SIN : BLISS' Trailer vol.1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295,352  👍 64,573  💬 4,059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いいね率21.9%と視聴者の支持が非常に高い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https://www.youtube.com/watch?v=gXNbJEYuoSw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BRUCE WAYNE feat. Flo Milli, ATL Jacob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1,186,853  👍 51,858  💬 3,355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5:11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100万再生超の大ヒット　いいね率4.4%と好評価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https://www.youtube.com/watch?v=SSiR_cWPSBA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【マインクラフト】遺跡に来たら呪われて4人合体してしまいました【日常組】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521,110  👍 16,846  💬 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1:25:02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https://www.youtube.com/watch?v=2R4dQKTg7sY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【宮沢りえ】息子・北村匠海へ注ぐ絶望と慈愛の20年／映画『しびれ』予告編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156,237  👍 447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APPLE「Brand New」Official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932,327  👍 72,858  💬 5,175  ⏱ 3:41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いいね率7.8%と視聴者の支持が非常に高い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https://www.youtube.com/watch?v=dePs7UPp6GQ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24,596,686  👍 61,220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Real life captain america ❤️ #avengers #ca…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Fact's Talk  👁 21,611,218  👍 273,795  ⏱ 0:09  📅 2025-07-14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https://www.youtube.com/watch?v=QEW6xnxOo-c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19,162,580  👍 157,867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[🔴LIVE]  깔깔티비 💫1박2일💫 화질UP 🔥24시간 무한 스트리밍🔥 ㅣ…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19,143,964  👍 10,970  ⏱ 不明  📅 2025-04-07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14,609,939  👍 41,692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21,790,387  👍 390,031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20,456,775  👍 362,155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19,820,404  👍 389,578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16,606,502  👍 195,110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遠足に行ったらカラフルなバケモノがいるロブロックス😨『レインボーフレンズ２』【 RO…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16,292,331  👍 67,053  ⏱ 21:58  📅 2023-06-05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https://www.youtube.com/watch?v=-rilWEHxlDI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1,840,274,202  👍 14,036,380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282,868,378  👍 791,816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147,796,869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67,702,165  👍 234,232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40,864,170  👍 548,527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6,837,935  👍 119,704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6,470,627  👍 100,299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4,107,217  👍 71,937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3,723,381  👍 46,769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3,489,783  👍 30,437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