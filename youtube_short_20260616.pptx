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2026年06月16日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【スト6】  コーチング→顔合わせ→スクリム vs ティム＝カゲツ 【 コーチ:…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Kuzuha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61万回　👍 7,625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RIIZE 라이즈 'Do your dance' MV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SMTOWN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80万回　👍 9万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【推し活】きりたんぽとのゲームデートを賭けてオーバークックしたら大喧嘩になった…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コムドット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39万回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HUNTER×HUNTERinspired-グリードアイランド編【映画予告風】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狂笑チャンネル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12万回　👍 2,408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烏 - Raven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Kenshi Yonezu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83万回　👍 4万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