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Ilhku9W_epE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58TbfRY2R8Y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64CZxPEkB4k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TKY-lAGnP50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AuQq2EuZAvQ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1Gw28BgEp6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yF-rViKpAo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RVcZLGkEihI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wNI8unx9a2Y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zq9B35oai2w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JpP13Wp1ke0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i5TSvrhVH94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Uh-K3yY-eHA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lyZZdUUM_GM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-gJhW-zRyz8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YmRxFhtYydY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2026年10月05日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https://www.youtube.com/watch?v=Ilhku9W_epE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このラスボスの仕様に初見で気付けるヤツは大卒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481,993  👍 10,144  💬 999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1:28:28  ·  📅 公開15時間前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公開15時間で急上昇入り！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https://www.youtube.com/watch?v=58TbfRY2R8Y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エメラルド / キタニタツヤ - Emerald / Tatsuya Kitani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キタニタツヤ / Tatsuya Kitani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412,092  👍 18,847  💬 397  📈+75.3%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3:58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前日比+75.3%と急拡散中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https://www.youtube.com/watch?v=64CZxPEkB4k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#012 『ドラゴンクエストスマッシュグロウ』の新情報を「マル」がお届け！「スマグロ マル秘 レポート」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ドラゴンクエストスマッシュグロウ公式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56,157  👍 459  💬 164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3:12  ·  📅 公開-3時間前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https://www.youtube.com/watch?v=TKY-lAGnP50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逃光行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GNJB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25,297  👍 2,648  💬 124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3:24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急上昇中の新興コンテンツ　いいね率10.5%と視聴者の支持が非常に高い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https://www.youtube.com/watch?v=AuQq2EuZAvQ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【#マイクラ肝試し2026】南ノ迷宮・北ノ迷宮 らっだぁ視点【マインクラフト】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らっだぁ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486,207  👍 15,083  💬 174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3:05:42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　いいね率3.1%と好評価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https://www.youtube.com/watch?v=1Gw28BgEp6o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京本大我 – Butterfly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京本大我 from ART-PUT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265,964  👍 23,645  💬 1,704  📈+58.5%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3:36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前日比+58.5%と急拡散中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https://www.youtube.com/watch?v=yF-rViKpAoc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【APEX】CRカップ本番  底知れない床 【しゃかちゃ Rasっち】コーチ:YukaFっち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Kuzuha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1,277,402  👍 13,066  💬 168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4:49:30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https://www.youtube.com/watch?v=RVcZLGkEihI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BRUCE WAYNE feat. Flo Milli, ATL Jacob -from TBS系「CDTVライブ！ライブ！」-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341,360  👍 20,878  💬 378  📈+71.7%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2:46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前日比+71.7%と急拡散中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https://www.youtube.com/watch?v=wNI8unx9a2Y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第11回 Crazy Raccoon Cup Apex Legends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Crazy Raccoon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3,032,560  👍 19,344  💬 226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5:48:33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Mrs. GREEN APPLE「共犯」Official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4,672,943  👍 64,135  💬 4,918  ⏱ 4:10  📅 公開36時間前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コメント1000件超と議論が活発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https://www.youtube.com/watch?v=zq9B35oai2w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184,943,800  👍 394,677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Aşk-ı Memnu Canlı İzle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Aşk-ı Memnu  👁 55,028,820  👍 33,732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https://www.youtube.com/watch?v=JpP13Wp1ke0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19,165,336  👍 157,690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12,786,271  👍 170,232  ⏱ 1:28  📅 2025-04-14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Фильм можно смотреть вечно! Сериал стал ле…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Коллекция хорошего кино  👁 12,665,809  👍 10,008  ⏱ 不明  📅 2025-10-16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https://www.youtube.com/watch?v=Uh-K3yY-eHA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23,435,706  👍 413,112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20,481,518  👍 362,054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19,852,014  👍 389,577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18,665,060  👍 545,894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18,490,897  👍 255,380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225,815,718  👍 1,236,858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224,775,833  👍 2,059,582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167,757,965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152,774,210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58,902,024  👍 184,912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シンクロ率100％だった映画『Michael』の裏側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7,212,630  👍 108,543  ⏱ 0:56  📅 2026-05-18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6,961,961  👍 120,745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フロント・オブ・ザ・クラス#映画紹介 #映画解説 #映画レビュー #映画 #film…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4,299,386  👍 89,138  ⏱ 3:00  📅 2025-06-20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https://www.youtube.com/watch?v=-gJhW-zRyz8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3,794,370  👍 47,091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ただの不倫じゃない…。難解だけど超名作と評判の愛と社会の“正しさ”を問う感動作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映画ドラマ二アック  👁 3,773,281  👍 7,671  ⏱ 20:56  📅 2026-08-27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https://www.youtube.com/watch?v=YmRxFhtYydY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