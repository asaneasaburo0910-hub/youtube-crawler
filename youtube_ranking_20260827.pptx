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U_5WrPxQjk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42SPs_nQvYI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6LoQSW0ZXLI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RjHjQlEjs_E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K_Xq-ivQH9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fxLaXFMggG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EUCRNhQlKY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xPv2wUIinWc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vr3IyUicYj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HHv5RZpvbV4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ffE0CxNxrII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ByG9e8ZxVlg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nd181QDqu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axJREpuQDA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210R0ozmLwg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oodunTw0k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pcQzhUcRfqE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6YwedUNbpdQ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2026年08月27日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https://www.youtube.com/watch?v=U_5WrPxQjkE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なにわ男子 - New Single「Moonlit」Teaser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94,840  👍 13,128  💬 713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0:20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急上昇中の新興コンテンツ　いいね率13.8%と視聴者の支持が非常に高い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https://www.youtube.com/watch?v=42SPs_nQvYI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何もかも『速度がおかしい』世界でエンドラ討伐【マインクラフト】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212,195  👍 10,923  💬 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55:11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いいね率5.1%と視聴者の支持が非常に高い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https://www.youtube.com/watch?v=6LoQSW0ZXLI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アベンジャーズ/エンドゲーム再上映verこれ本編変わってるよね？アンコール予告編&amp;ポスターが意味深について【アベンジャーズ/スパイダーマン/MCU】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GAOU CINEMATIC STUDIOS【アメコミ映画最新情報紹介チャンネル】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50,086  👍 464  💬 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9:34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https://www.youtube.com/watch?v=RjHjQlEjs_E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 21st Single c/w『夢の続き』【MV full】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575,941  👍 34,481  💬 3,871  📈+43.2%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3:53  ·  📅 公開40時間前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前日比+43.2%で着実に成長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https://www.youtube.com/watch?v=K_Xq-ivQH9s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今話題の「八尺様」と夏休みを過ごすホラーゲーム『 八尺様がいた夏休み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964,754  👍 27,788  💬 2,305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2:36:59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50万再生の注目コンテンツ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https://www.youtube.com/watch?v=fxLaXFMggGQ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「アベンジャーズ／エンドゲーム：アンコール」予告映像｜9月23日(水・祝)より期間限定公開｜MARVEL(マーベル)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マーベル公式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828,365  👍 5,619  💬 445  📈+379.7%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1:36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前日比+379.7%の爆発的な伸び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https://www.youtube.com/watch?v=EUCRNhQlKYc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Motoki Ohmori -「灰色」Official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大森元貴 / Motoki Ohmori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831,392  👍 46,200  💬 2,611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4:36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50万再生の注目コンテンツ　いいね率5.6%と視聴者の支持が非常に高い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https://www.youtube.com/watch?v=xPv2wUIinWc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モンストニュース[8/27]モンストの最新情報をお届けします！【モンスト公式】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440,825  👍 4,986  💬 605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55:16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https://www.youtube.com/watch?v=vr3IyUicYjY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『ペルソナ４ リバイバル』STORY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atlustube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185,323  👍 7,351  💬 340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いいね率4.0%と好評価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Snow Man 'show time...'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1,799,531  👍 104,960  💬 7,961  ⏱ 4:34  📅 公開15時間前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100万再生超の大ヒット　いいね率5.8%と視聴者の支持が非常に高い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https://www.youtube.com/watch?v=HHv5RZpvbV4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29,614,742  👍 72,956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20,245,134  👍 11,506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19,164,851  👍 157,790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18,515,681  👍 62,452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12,785,415  👍 170,365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20,468,018  👍 362,146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息子の扱いが酷すぎる男。#ゲーム実況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16,494,695  👍 236,032  ⏱ 0:58  📅 2026-03-12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どこで奇跡起こしとんwww#onlyup #葉 #ゲーム実況 #切り抜き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12,605,579  👍 365,387  ⏱ 0:28  📅 2023-07-22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https://www.youtube.com/watch?v=ByG9e8ZxVlg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月のクレーターをトイレにする男🌙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12,419,357  👍 171,215  ⏱ 1:04  📅 2026-06-10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"ヒカキンさん"がコントロールする世界【まいくら・マインクラフト】#shorts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なしろ【マイクラ】  👁 11,857,550  👍 114,762  ⏱ 1:00  📅 2023-06-11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https://www.youtube.com/watch?v=WaxJREpuQDA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222,531,516  👍 1,228,934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149,548,567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TVアニメ「マッシュル-MASHLE-」第2期ノンクレジットOPムービー｜Creep…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133,445,894  👍 1,356,298  ⏱ 1:31  📅 2024-01-07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42,412,142  👍 558,327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TVアニメ『ダンダダン』HAYASii「Hunting Soul」【lyric vi…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MBS animation 公式チャンネル  👁 35,267,022  👍 480,111  ⏱ 4:04  📅 2025-08-08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https://www.youtube.com/watch?v=XoodunTw0kw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6,904,409  👍 120,303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6,900,471  👍 105,575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4,505,633  👍 23,940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映画『マイケル』を観たガチ勢の反応ｗｗ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キング・オブ・ポップ  👁 3,677,959  👍 40,760  ⏱ 0:18  📅 2026-05-08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https://www.youtube.com/watch?v=pcQzhUcRfqE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女性300人に聞いたつまらないジブリ作品ランキング　#shorts #映画 #解説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ゾノの映画トーク  👁 2,311,976  👍 34,795  ⏱ 0:47  📅 2024-03-27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https://www.youtube.com/watch?v=6YwedUNbpdQ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