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3gsVVVndUKM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zNfeViA9ma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NOoNxrnsTFs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hZZDRXyEtl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5NC5mtj4pbY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HZkuG-qwW0I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NLywx93HWk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77kmF0nCGBI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QvcWAcZcEC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cz9wgp-DU0A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2a1YM7MCXng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EoY46IjI_jM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https://www.youtube.com/watch?v=3gsVVVndUKM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STARGLOW / WISHES -Lyric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STARGLOW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134,335  👍 8,942  💬 695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いいね率6.7%と視聴者の支持が非常に高い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https://www.youtube.com/watch?v=zNfeViA9maE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【#にじ遊戯王祭2026】にじさんじ遊戯王マスターデュエル祭2026 Day2：予選Bリーグ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1,026,204  👍 7,213  💬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6:47:56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https://www.youtube.com/watch?v=NOoNxrnsTFs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宮沢りえの圧倒的存在感に魅了される『しびれ』母親・亜樹にフォーカスした特別予告編【2026年9月25日公開】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オリコン洋画館 ORICON 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204,450  👍 48  💬 2  📈+9.5%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公開63時間前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https://www.youtube.com/watch?v=hZZDRXyEtlc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打首獄門同好会「ちょうどいい」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打首獄門同好会 -GOKUMON-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92,061  👍 9,465  💬 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3:36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　いいね率10.3%と視聴者の支持が非常に高い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https://www.youtube.com/watch?v=5NC5mtj4pbY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【原神アプデ】「ヴェスナ」「ヴォジャニーツァ」本日参戦！全力でガチャらせていただく！【原神Live】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ねるめろ / Nerumero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328,593  👍 2,087  💬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4:41:33  ·  📅 公開-7時間前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https://www.youtube.com/watch?v=HZkuG-qwW0I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映画『太陽を盗んだ男／4Kデジタルリマスター』新予告【10月16日(金)公開】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147,267  👍 913  💬 100  📈+119.2%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公開26時間前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前日比+119.2%と急拡散中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https://www.youtube.com/watch?v=NLywx93HWkE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マイオンリー -Dance Practice ver.-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639,191  👍 50,856  💬 4,312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　いいね率8.0%と視聴者の支持が非常に高い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https://www.youtube.com/watch?v=77kmF0nCGBI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【神回】アヌビス1体縛りでゼウス降臨とヘラ降臨をクリアしてみた。【パズドラ】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1,250,803  👍 3,716  💬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6:57:09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https://www.youtube.com/watch?v=QvcWAcZcECk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「国民クイズ」ティーザー予告編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499,940  👍 1,816  💬 274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Number_i - DIGITAL GIRL (Visualizer)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3,145,997  👍 34,383  💬 2,101  ⏱ 2:23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　コメント1000件超と議論が活発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https://www.youtube.com/watch?v=cz9wgp-DU0A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21,971,441  👍 11,939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🔴 EN VIVO 🤣 Maratón de trav…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20,156,629  👍 65,880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19,165,193  👍 157,709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11,809,841  👍 186,863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11,601,333  👍 133,463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23,150,144  👍 408,966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20,477,645  👍 362,013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19,847,010  👍 389,521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17,711,021  👍 247,355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15,599,785  👍 144,084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224,768,324  👍 1,234,115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223,582,624  👍 2,054,176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166,732,538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151,719,595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58,421,118  👍 184,595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7,385,880  👍 106,419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7,169,603  👍 108,116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7,092,081  👍 101,728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6,953,407  👍 120,694  ⏱ 1:00  📅 2025-03-15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マイケル・ジャクソンが心から笑った瞬間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4,480,832  👍 76,963  ⏱ 0:41  📅 2026-05-24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