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【#にじ遊戯王祭2026】にじさんじ遊戯王マスターデュエル祭2026 Day3：…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にじさんじ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91万回　👍 8,782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Number_i - DIGITAL GIRL (Visualizer)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Number_i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1056万回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この回が神回と呼ばれる理由が分かりました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44万回　👍 8,570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鴻池紗良 (20代女性) 編 | ダウンタイム | Netflix Jap…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3万回　👍 229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'奇跡' SnowMotion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81万回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