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SC6KR9qX0Sk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AT7WAzd8F6Y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Wu_f0FnGdy4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yv6D3asaXWM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GvUUrVcMvxc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TjGn29ydxCY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iVsGOHAu6lk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4F3CeWzftRE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5P_e4KB7DWg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Rgfo28qzFe8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yHmPWzkhcZ8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9nXbYZL8V9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ru5Gp72W17c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d9MAnruE_-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-tKVN2mAKRI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Z8xvh9B1JZ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nGQyPzkEy2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EoY46IjI_j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HQDUEU-Zhyc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2026年07月23日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https://www.youtube.com/watch?v=SC6KR9qX0Sk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月下美人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Release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119,787  👍 4,944  💬 0  📈+171.3%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3:18  ·  📅 公開34時間前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前日比+171.3%と急拡散中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https://www.youtube.com/watch?v=AT7WAzd8F6Y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『ドラゴンクエストウォーク』の新情報をお届け「スマートウォーク」#148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ドラゴンクエストウォーク公式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171,938  👍 1,898  💬 194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7:12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https://www.youtube.com/watch?v=Wu_f0FnGdy4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映画『クレイフェイス』本予告 | 2026年10月30日(金) 全国公開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ワーナー ブラザース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46,220  👍 772  💬 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2:24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https://www.youtube.com/watch?v=yv6D3asaXWM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ROIROM 'GHOST HOUSE'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ROIROM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66,427  👍 5,953  💬 1,240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4:13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急上昇中の新興コンテンツ　いいね率9.0%と視聴者の支持が非常に高い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https://www.youtube.com/watch?v=GvUUrVcMvxc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【4人実況】世界中で流行ったお絵描きかくれんぼ『めっちゃカメレオン』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レトルト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447,855  👍 18,481  💬 1,617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1:04:17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いいね率4.1%と好評価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https://www.youtube.com/watch?v=TjGn29ydxCY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映画『カイジ 人生リベンジゲーム』予告1｜2027年1月29日(金)公開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758,700  👍 8,249  💬 967  📈+45.2%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1:25  ·  📅 公開48時間前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50万再生の注目コンテンツ　前日比+45.2%で着実に成長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https://www.youtube.com/watch?v=iVsGOHAu6lk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STARGLOW / Drivin' My Life -Dance Performance-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STARGLOW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86,403  👍 8,626  💬 428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2:58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急上昇中の新興コンテンツ　いいね率10.0%と視聴者の支持が非常に高い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https://www.youtube.com/watch?v=4F3CeWzftRE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自由な住民たちの生活を見守る神ゲー『 トモダチコレクション わくわく生活 』～人間不信島～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744,561  👍 33,218  💬 2,898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1:17:34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50万再生の注目コンテンツ　いいね率4.5%と好評価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https://www.youtube.com/watch?v=5P_e4KB7DWg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「アベンジャーズ／ドゥームズデイ」ティザー予告｜12月18日[金] 劇場公開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ディズニー・スタジオ公式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1,680,680  👍 20,378  💬 2,290  📈+34.2%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2:26  ·  📅 公開54時間前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100万再生超の大ヒット　前日比+34.2%で着実に成長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T.M.Revolution - THUNDERBIRD /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833,081  👍 54,377  💬 4,053  ⏱ 6:18  📅 公開7時間前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50万再生の注目コンテンツ　いいね率6.5%と視聴者の支持が非常に高い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https://www.youtube.com/watch?v=Rgfo28qzFe8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19,159,671  👍 157,891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🔴 LIVE! 24 HOURS Mickey Mouse Full Episode…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Disney Jr.   👁 14,893,757  👍 23,142  ⏱ 不明  📅 2026-01-09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https://www.youtube.com/watch?v=yHmPWzkhcZ8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14,609,899  👍 41,705  ⏱ 0:17  📅 2025-09-26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11,751,212  👍 186,157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11,541,803  👍 133,060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21,426,636  👍 384,804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20,454,941  👍 362,194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19,815,175  👍 389,559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溶岩ダイブ！？ #shorts #マイクラ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14,658,209  👍 138,348  ⏱ 0:52  📅 2025-03-25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自然に隠れた末路がww #shorts  #prophunt #かくれんぼ #cod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プン  👁 12,338,713  👍 160,549  ⏱ 1:00  📅 2024-10-30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https://www.youtube.com/watch?v=d9MAnruE_-c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DAOKO × 米津玄師『打上花火』MUSIC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daoko_jp  👁 733,256,890  👍 3,376,046  ⏱ 4:53  📅 2017-08-10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https://www.youtube.com/watch?v=-tKVN2mAKRI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161,771,997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ピンポン玉チャレンジLv100【アニメ】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58,571,857  👍 208,907  ⏱ 0:22  📅 2026-06-08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40,219,019  👍 544,637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合コンでライバルを潰す女【アニメ】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そろ谷のアニメっち  👁 32,384,938  👍 176,070  ⏱ 0:16  📅 2026-02-27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https://www.youtube.com/watch?v=nGQyPzkEy2s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6,832,176  👍 119,677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6,295,408  👍 97,961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マイケル・ジャクソンが心から笑った瞬間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3,933,358  👍 69,223  ⏱ 0:41  📅 2026-05-24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https://www.youtube.com/watch?v=EoY46IjI_jM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3,718,070  👍 46,730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ディズニー１００周年のゴミ『ウィッシュ』レビュー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3,452,097  👍 44,559  ⏱ 12:56  📅 2023-12-19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