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『メリーベリーラブ』｜予告編｜チ・チャンウク×今田美桜W主演！「愛の不時着」のC…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ディズニープラス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3万回　👍 268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日向坂46『イチャイチャ虫』MUSIC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日向坂46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65万回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「ストリートファイターリーグ JAPAN 2026」Division S 第2節…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119万回　👍 7,338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【本予告】映画『高校生家族』2027年1月8日(金)全国ROADSHOW！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東映映画チャンネル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5万回　👍 520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KO1KEYZ(コイキーズ)｜'KO1KEYZ' Dance Practice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16万回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