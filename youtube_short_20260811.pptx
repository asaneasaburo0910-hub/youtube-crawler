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最低評価の選手変え続ければ人生初のレート1900到達できる説 【eFootbal…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令和ちゃんねる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20万回　👍 4,432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KiiiKiii 키키 'Pop Off Pop Off'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STARSHIP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153万回　👍 9万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【＃パワプロケモミミリーグ】決戦【ホロライブ/兎田ぺこら/白上フブキ/猫又おかゆ…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Pekora Ch. 兎田ぺこら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53万回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8月10日は“バイオの日”！『バイオハザード』日本限定＜特別予告＞10月9日（金…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17万回　👍 2,148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Yes! 東京 (M!LK ver. 体験入学)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EBiDAN Ebisu Gakuen Boys Club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12万回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