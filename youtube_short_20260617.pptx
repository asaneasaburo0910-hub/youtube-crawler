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【烏丸せつこ 71歳主演】名女優が挑む“人生最後の記憶探し”／映画『八月の杜』予…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7,789回　👍 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烏 - Raven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Kenshi Yonezu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129万回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【検証】スプラ大会優勝者なら初見サーモンランでも余裕でクリアできる説【主婦より上…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8万回　👍 3,053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『攻殻機動隊 THE GHOST IN THE SHELL』プライムビデオ版予告…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Prime Video JP - プライムビデオ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21万回　👍 8,415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真・運命 (曽野舜太&amp;山中柔太朗)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18万回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