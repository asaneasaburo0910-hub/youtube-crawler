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2026年09月15日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Oasis - Live '27 (Official Trailer)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Oasis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44万回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KO1KEYZ(コイキーズ)｜'KO1KEYZ' Dance Practice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KO1KEYZ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17万回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【ここどこ？】一番ゴールが遅いのは誰だ!? 迷子王選手権【マイクラ】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48万回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ACE COMBAT 8 Wings of Theve trailer (ストー…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ACE COMBAT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10万回　👍 3,478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時空超えてユニバース (Official 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582万回　👍 12万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