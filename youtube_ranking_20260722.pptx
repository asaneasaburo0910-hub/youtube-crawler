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lYWFDKop74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HsdxFaCZbEM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0PSoB2RI-b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TeQ1simwkj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ElpmEGFRDyI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TjGn29ydxCY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SC6KR9qX0Sk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m_wonsRypqA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5P_e4KB7DWg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RpsqDnYHkIU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weLXdwVjSxs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ru5Gp72W17c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Z8xvh9B1JZk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AWEm4tA2hMc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EoY46IjI_jM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2026年07月22日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https://www.youtube.com/watch?v=lYWFDKop744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M!LK - しおざきわんだーらんど (塩﨑太智) (Dance Practice Movie)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769,377  👍 59,106  💬 5,050  📈+35.0%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2:38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前日比+35.0%で着実に成長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https://www.youtube.com/watch?v=HsdxFaCZbEM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【配信外葛葉まとめ①】椎名、叶、りりむと小競り合いをする卵売りの葛葉【にじさんじ/切り抜き/葛葉/椎名唯華/イブラヒム/エクス・アルビオ/叶/VCRRUST】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びーの【にじさんじ切り抜き】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72,712  👍 963  💬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11:51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https://www.youtube.com/watch?v=0PSoB2RI-b8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アベンジャーズ/ドゥームズデイ本予告完全解説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Japan Sci-Fi 【SF解説・創作】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38,506  👍 561  💬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25:28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https://www.youtube.com/watch?v=TeQ1simwkjU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捌 -HACHI-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MECHATU-A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40,730  👍 2,851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3:01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いいね率7.0%と視聴者の支持が非常に高い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https://www.youtube.com/watch?v=ElpmEGFRDyI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【元々壊れてる】クソゲーの「バランス崩壊」「ぶっ壊れ」要素集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224,866  👍 4,623  💬 338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15:17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https://www.youtube.com/watch?v=TjGn29ydxCY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映画『カイジ 人生リベンジゲーム』予告1｜2027年1月29日(金)公開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522,398  👍 6,391  💬 770  📈+280.1%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1:25  ·  📅 公開24時間前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公開24時間で急上昇入り！　50万再生の注目コンテンツ　前日比+280.1%の爆発的な伸び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https://www.youtube.com/watch?v=SC6KR9qX0Sk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月下美人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Release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44,156  👍 3,132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3:18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いいね率7.1%と視聴者の支持が非常に高い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https://www.youtube.com/watch?v=m_wonsRypqA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【にじさんじ】熱狂！にじさんじ甲子園2026#5【 #にじ甲2026】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舞元啓介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537,812  👍 8,505  💬 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6:33:06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https://www.youtube.com/watch?v=5P_e4KB7DWg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「アベンジャーズ／ドゥームズデイ」ティザー予告｜12月18日[金] 劇場公開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ディズニー・スタジオ公式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1,252,403  👍 18,841  💬 2,126  📈+82.7%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2:26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前日比+82.7%と急拡散中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BE:FIRST / Boom Boom Back - Live from BE:FIRST Stadium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143,626  👍 18,259  💬 507  ⏱ 4:08  📅 公開10時間前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いいね率12.7%と視聴者の支持が非常に高い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https://www.youtube.com/watch?v=RpsqDnYHkIU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22,777,198  👍 57,000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19,159,425  👍 157,897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Transmisión en vivo de Multimedios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MULTIMEDIOS  👁 18,366,342  👍 15,055  ⏱ 不明  📅 2026-03-26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https://www.youtube.com/watch?v=weLXdwVjSxs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14,609,899  👍 41,706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11,750,274  👍 186,142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21,365,912  👍 384,042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20,454,780  👍 362,200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19,814,289  👍 389,552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溶岩ダイブ！？ #shorts #マイクラ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14,642,775  👍 138,258  ⏱ 0:52  📅 2025-03-25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12,337,784  👍 160,535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733,078,747  👍 3,375,498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161,683,253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ピンポン玉チャレンジLv100【アニメ】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57,277,763  👍 204,723  ⏱ 0:22  📅 2026-06-08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TVアニメ『呪術廻戦』ノンクレジットEDムービー／EDテーマ：ALI「LOST IN…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41,626,948  👍 0  ⏱ 1:31  📅 2020-10-10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https://www.youtube.com/watch?v=AWEm4tA2hMc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40,138,129  👍 544,172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7,382,894  👍 106,504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6,831,641  👍 119,673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6,273,347  👍 97,622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マイケル・ジャクソンが心から笑った瞬間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3,906,324  👍 68,828  ⏱ 0:41  📅 2026-05-24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3,717,470  👍 46,726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