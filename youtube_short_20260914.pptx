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2026年09月14日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映画『八つ墓村』特別主題歌予告【9月18日(金)全国公開】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松竹チャンネル/SHOCHIKUch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1,114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セレナーデ Cover / Gero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Gero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【日本語実況】UFA 2026 - Day 2「CAPCOM Pro Tour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 Fighters 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124万回　👍 4,685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NCT WISH 엔시티 위시 'I SPY' Trailer Part 1.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NCT WISH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時空超えてユニバース (Official Teaser)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38万回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