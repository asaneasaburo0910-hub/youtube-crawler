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XB_AC4KwW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FFYdnn0G_4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3_NaI0FrSY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zptctqoOmw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Zlvi1XhyPS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g13gBwa4po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mgFUz_c4To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-FnjpVIKJU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83vi8hG6I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57V50MOYen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B7BxrAAXl94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a8niMJ2Int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6YwedUNbpdQ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https://www.youtube.com/watch?v=rXB_AC4KwWo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BRUCE WAYNE feat. Flo Milli, ATL Jacob -World Hip Hop Dance Champ 2026 HT Show- (FIXver.)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209,458  👍 20,741  💬 469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いいね率9.9%と視聴者の支持が非常に高い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https://www.youtube.com/watch?v=FFYdnn0G_4w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【大苦戦】魔法が使える世界でエンドラ討伐！【マイクラ】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384,824  👍 8,185  💬 259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40:11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https://www.youtube.com/watch?v=3_NaI0FrSY4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【MV】鏡の前でキスをしろ。 / 不破湊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不破 湊 / Fuwa Minato【にじさんじ】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516,679  👍 29,900  💬 1,008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いいね率5.8%と視聴者の支持が非常に高い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https://www.youtube.com/watch?v=zptctqoOmwA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お客様が元気よく入店してくる深夜バイトゲーム【Shift At Midnight】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432,859  👍 8,086  💬 445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52:10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https://www.youtube.com/watch?v=Zlvi1XhyPSk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King &amp; Prince「So Honey」MV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King &amp;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337,796  👍 23,259  💬 6,038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いいね率6.9%と視聴者の支持が非常に高い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https://www.youtube.com/watch?v=g13gBwa4pok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警察につかまるな！電車鬼ごっこ【マインクラフト】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508,188  👍 17,658  💬 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1:20:20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https://www.youtube.com/watch?v=mgFUz_c4ToM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日向坂46『イチャイチャ虫』MUSIC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日向坂46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379,890  👍 17,223  💬 3,803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4:37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いいね率4.5%と好評価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https://www.youtube.com/watch?v=-FnjpVIKJUM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【衝撃】新ルール発表！ポケモン世界大会で"Zメガシンカ特性"情報解禁キタァアアアア！！！！！！！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299,799  👍 3,018  💬 562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28:40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https://www.youtube.com/watch?v=a83vi8hG6IM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【脱ぐしかない】服を着たら即死！悪霊から逃げる禁断のエロティックホラー／映画『呪区』予告編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116,742  👍 521  💬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1:06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KEY TO LIT【Never Fade Love】Arena Tour 2026 NEO CLASSICS…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1,119,452  👍 31,178  💬 28,597  ⏱ 3:19  📅 公開35時間前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前日比+83.5%と急拡散中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https://www.youtube.com/watch?v=57V50MOYeno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30,554,772  👍 75,069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19,164,909  👍 157,776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18,799,263  👍 63,036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14,610,064  👍 41,653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11,786,157  👍 186,608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22,649,389  👍 402,224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20,469,707  👍 362,133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19,837,637  👍 389,589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18,660,036  👍 546,174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17,593,307  👍 545,170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222,935,759  👍 1,229,857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149,918,062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91,632,944  👍 39,865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【Lyric Video】結束バンド「ギターと孤独と蒼い惑星」／ TVアニメ「ぼっち…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47,119,306  👍 390,338  ⏱ 3:54  📅 2022-11-06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https://www.youtube.com/watch?v=B7BxrAAXl94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42,773,133  👍 559,953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6,961,779  👍 106,228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6,921,485  👍 120,448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4,542,799  👍 24,101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話題のちいかわ映画、一番の罪人を決めます。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Stardy -河野玄斗の神授業  👁 2,436,751  👍 44,416  ⏱ 10:10  📅 2026-08-04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https://www.youtube.com/watch?v=a8niMJ2Intc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女性300人に聞いたつまらないジブリ作品ランキング　#shorts #映画 #解説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ゾノの映画トーク  👁 2,321,415  👍 34,871  ⏱ 0:47  📅 2024-03-27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https://www.youtube.com/watch?v=6YwedUNbpdQ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