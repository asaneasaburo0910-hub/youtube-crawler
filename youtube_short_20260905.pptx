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【ティザー予告 第2弾】新TVシリーズ「ハリー・ポッターと賢者の石」2026年1…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Hulu Japan公式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4万回　👍 190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DECO*27 - 洗脳 feat. 初音ミク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DECO*27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61万回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【マインクラフト】大量のボタンを押して部屋から脱出してください【日常組】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71万回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公式予告編大荒れ！？HBO版「ハリーポッター」映画版すぎてリメイク不要論や黒人ス…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プク太の世界時事ニュース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18万回　👍 4,385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LISA - SaWaDiKa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LISAOfficialVEVO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7862万回　👍 167万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