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1wtITWVqKb4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5QpiAu-Ek4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BCWuHLV7aBo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V6mnkiZZXDU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SiDAB9oCBiw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R9EPb_6jWQE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_tsGqSV1hy8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6GC4mbwtdOE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TKYqYwu-Ti4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bQBiZ5N-juo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82O6yOy_XwE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crwxJBQKWj4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P8QordVAUyU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fBQOV3jiST0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i5TSvrhVH94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k3pCB0OwN10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ffE0CxNxrII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-tKVN2mAKRI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Pl10ZrhCtk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5yb2N3pnztU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gcgKUcJKxI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2MzSLqlLIs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2a1YM7MCXng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EoY46IjI_jM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2026年09月07日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https://www.youtube.com/watch?v=1wtITWVqKb4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【助けて】退屈で失神しそうになる恐竜クソゲー【jurassic: The Hunted】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572,358  👍 6,508  💬 480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16:03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50万再生の注目コンテンツ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https://www.youtube.com/watch?v=5QpiAu-Ek4Q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怪獣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sakanaction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51,731  👍 832  💬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4:17  ·  📅 公開132時間前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https://www.youtube.com/watch?v=BCWuHLV7aBo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「見る人によって内容が変わる怖い動画」を見る最新作ホラーゲーム『 たろうくんはいってきました 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2,059,507  👍 30,464  💬 4,477  📈+69.6%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7:29:20  ·  📅 公開36時間前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前日比+69.6%と急拡散中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https://www.youtube.com/watch?v=V6mnkiZZXDU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LEE JISOO / MISMATCH -teaser-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HANA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413,094  👍 10,456  💬 281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0:22  ·  📅 公開10時間前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公開10時間で急上昇入り！　10万再生突破の話題作　いいね率2.5%と好評価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https://www.youtube.com/watch?v=SiDAB9oCBiw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【Day2】Crazy Raccoon Revive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Crazy Raccoon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1,722,780  👍 7,717  💬 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7:57:52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100万再生超の大ヒット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https://www.youtube.com/watch?v=R9EPb_6jWQE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『kiDnap GAME』 本予告映像 【10月6日（火）放送スタート！】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フジテレビ公式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82,223  👍 368  💬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2:01  ·  📅 公開13時間前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公開13時間で急上昇入り！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https://www.youtube.com/watch?v=_tsGqSV1hy8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ACEes【P・A・R・A・D・O・X（嵐）】Arena Tour 2026 "V" より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ジュニアCHANNEL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1,148,844  👍 24,474  💬 37,637  📈+109.0%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3:32  ·  📅 公開35時間前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前日比+109.0%と急拡散中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https://www.youtube.com/watch?v=6GC4mbwtdOE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【ほぼ地獄】すべてのブロックが『アンラッキー』になった世界でエンドラ討伐【マイクラ】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454,563  👍 9,295  💬 261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47:29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10万再生突破の話題作　いいね率2.0%と好評価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https://www.youtube.com/watch?v=TKYqYwu-Ti4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BEHULI | Movie Official Trailer 2026 | Cool Boy (Paras Bam Thakuri), Divya Rayamajhi, Sushant, Padam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OSR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661,926  👍 25,895  💬 2,795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3:55  ·  📅 公開12時間前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公開12時間で急上昇入り！　50万再生の注目コンテンツ　いいね率3.9%と好評価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M!LK - 時空超えてユニバース (Official Audio)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847,436  👍 64,372  💬 6,679  ⏱ 3:31  📅 公開7時間前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公開7時間で急上昇入り！　50万再生の注目コンテンツ　いいね率7.6%と視聴者の支持が非常に高い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https://www.youtube.com/watch?v=bQBiZ5N-juo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Star TV - Canlı Yayın (Full HD)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STAR TV  👁 178,040,000  👍 387,462  ⏱ 不明  📅 2023-08-10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https://www.youtube.com/watch?v=82O6yOy_XwE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Yaprak Dökümü Canlı Yayın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Yaprak Dökümü  👁 78,309,629  👍 36,615  ⏱ 不明  📅 2025-02-24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https://www.youtube.com/watch?v=crwxJBQKWj4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[🔴LIVE]  깔깔티비 💫1박2일💫 화질UP 🔥24시간 무한 스트리밍🔥 ㅣ…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KBS Entertain: 깔깔티비  👁 20,919,301  👍 11,670  ⏱ 不明  📅 2025-04-07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https://www.youtube.com/watch?v=P8QordVAUyU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いや勝つんかいw　 #おもしろ #エンタメ #ネタ #バズれ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19,164,994  👍 157,749  ⏱ 0:10  📅 2025-08-09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ごっこ倶楽部の楽屋  👁 12,785,622  👍 170,315  ⏱ 1:28  📅 2025-04-14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22,806,165  👍 404,168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20,471,992  👍 362,074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19,840,220  👍 389,557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ロシア人を質問責めしたら反応がカワイイwwwww【Liar’s Bar/ライアーズバ…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ゼロ / ZERO  👁 18,661,184  👍 546,113  ⏱ 0:44  📅 2024-12-11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https://www.youtube.com/watch?v=k3pCB0OwN10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息子の扱いが酷すぎる男。#ゲーム実況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ぱんお。  👁 17,163,436  👍 242,860  ⏱ 0:58  📅 2026-03-12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https://www.youtube.com/watch?v=ffE0CxNxrII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DAOKO × 米津玄師『打上花火』MUSIC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daoko_jp  👁 740,930,783  👍 3,396,880  ⏱ 4:53  📅 2017-08-10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https://www.youtube.com/watch?v=-tKVN2mAKRI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223,420,992  👍 1,230,774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ヒグチアイ / 悪魔の子 (アニメスペシャルVer.) | Ai Higuchi “…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ヒグチアイ  👁 221,986,159  👍 2,046,990  ⏱ 3:50  📅 2022-01-24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https://www.youtube.com/watch?v=WPl10ZrhCtk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TVアニメ『呪術廻戦』第2期「渋谷事変」ノンクレジットOPムービー／OPテーマ：Ki…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165,377,833  👍 0  ⏱ 1:31  📅 2023-09-01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https://www.youtube.com/watch?v=5yb2N3pnztU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150,378,953  👍 0  ⏱ 1:31  📅 2023-07-07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7,385,491  👍 106,443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7,046,040  👍 106,894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【残酷】衝撃の妊娠・出産アニメ3選 #shorts #アニメ #紹介 #感想 #an…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ゆっくりアニメ  👁 6,983,350  👍 100,736  ⏱ 0:47  📅 2025-03-01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https://www.youtube.com/watch?v=O2MzSLqlLIs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6,935,662  👍 120,545  ⏱ 1:00  📅 2025-03-15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マイケル・ジャクソンが心から笑った瞬間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4,433,530  👍 76,441  ⏱ 0:41  📅 2026-05-24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