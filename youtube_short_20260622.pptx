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【スト6】  吉沢 【 V最本番 】#KSKWIN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Kuzuha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So Strawberry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VTuber最協決定戦 Ver.STREET FIGHTER 6 第二幕 Day…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渋谷ハル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169万回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『チェンソーマン 刺客篇』ティザーPV②／Chainsaw Man –  Ass…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MAPPA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500万回　👍 35万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Missing -Teaser-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