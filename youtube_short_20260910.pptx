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【ゴジラ】『ゴジラ-0.0』本予告が遂に解禁！とんでもない情報量に圧倒！そして敵…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だいちゃんの映画部屋。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791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LEE JISOO / MISMATCH -Music Video-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HANA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170万回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Nintendo Direct 2026.9.9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798万回　👍 11万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256万回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'奇跡' Animated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84万回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