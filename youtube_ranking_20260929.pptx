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ii6wZ7uqoSA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WI4__7z_dJ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qDZbcVm-CvU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gFv6CAD5rcc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oV54omuIeA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9M4W-t8_zK8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GYpgSihhQCA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nn2V3mptPLg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vvIKroaeex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YYSnrmuz6W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JpP13Wp1ke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88uap7ImJ88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2026年09月29日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https://www.youtube.com/watch?v=ii6wZ7uqoSA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【協力】ひとり1つしかアイテムを持てない世界でエンドラ討伐！【マイクラ】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372,171  👍 7,913  💬 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39:29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https://www.youtube.com/watch?v=WI4__7z_dJw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BOYNEXTDOOR (보이넥스트도어) 'ANIMAL'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3,187,965  👍 72,128  💬 6,288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2:56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100万再生超の大ヒット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https://www.youtube.com/watch?v=qDZbcVm-CvU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うるぱんち伝説が盛られててキレるのせさん、SHAKAを圧倒的に下にみてるのせさんに爆笑するリサ、SHAKAをフォローした結果刺されてキレるのせさんｗｗ【一ノ瀬うるは/英リサ/SHAKA/ぶいすぽ】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ぶいすぽ倉庫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327,865  👍 1,847  💬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36:47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https://www.youtube.com/watch?v=gFv6CAD5rcc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DEAD EYES EVERYWHERE feat. ATL Jacob -Special Dance Performance-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659,431  👍 44,124  💬 2,554  📈+74.1%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2:38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前日比+74.1%と急拡散中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https://www.youtube.com/watch?v=goV54omuIeA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VALO史上最もアツい試合がここにある。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481,787  👍 10,572  💬 889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52:44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https://www.youtube.com/watch?v=9M4W-t8_zK8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NiziU(니쥬) "Sour Grapes"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2,053,290  👍 39,423  💬 4,787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3:09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https://www.youtube.com/watch?v=GYpgSihhQCA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『ドラゴンクエストウォーク』の新情報をお届け「スマートウォーク」#152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ドラゴンクエストウォーク公式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211,128  👍 2,075  💬 613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10:39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公開16時間で急上昇入り！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https://www.youtube.com/watch?v=nn2V3mptPLg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MAZZEL × STARGLOW / Nameless MythS -Music Video-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BMSG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564,276  👍 41,630  💬 3,009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4:17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50万再生の注目コンテンツ　いいね率7.4%と視聴者の支持が非常に高い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https://www.youtube.com/watch?v=vvIKroaeexc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【最難関】アヌビス1体で五右衛門降臨を攻略する 3日目 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1,372,945  👍 4,587  💬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7:57:20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Cinderella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214,861  👍 10,376  💬 478  ⏱ 4:36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いいね率4.8%と好評価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https://www.youtube.com/watch?v=YYSnrmuz6WI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Aşk-ı Memnu Canlı İzle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Aşk-ı Memnu  👁 53,962,690  👍 33,511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https://www.youtube.com/watch?v=JpP13Wp1ke0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22,360,816  👍 12,044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19,165,275  👍 157,699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12,786,166  👍 170,238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11,814,518  👍 186,899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23,306,090  👍 411,302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20,479,484  👍 362,031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19,850,125  👍 389,553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18,664,535  👍 545,924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17,946,131  👍 249,174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赤ちゃん・子供向け 知育アニメ★数字をおぼえよう・アイスクリーム★Learn To 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256,422,340  👍 542,814  ⏱ 3:23  📅 2018-05-11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https://www.youtube.com/watch?v=88uap7ImJ88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225,277,347  👍 1,235,408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224,167,322  👍 2,056,724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167,256,513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152,253,268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7,386,006  👍 106,408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7,191,298  👍 108,333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6,957,526  👍 120,715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4,299,359  👍 89,156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3,788,289  👍 47,068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