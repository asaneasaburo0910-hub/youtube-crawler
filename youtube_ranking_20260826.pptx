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hyperlink" Target="https://www.youtube.com/watch?v=SqJhvsBR5w8" TargetMode="External"/><Relationship Id="rId5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hyperlink" Target="https://www.youtube.com/watch?v=md1fXOu3HB8" TargetMode="External"/><Relationship Id="rId5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hyperlink" Target="https://www.youtube.com/watch?v=IGk17XQ7IrQ" TargetMode="External"/><Relationship Id="rId5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hyperlink" Target="https://www.youtube.com/watch?v=y07T1sYiPVY" TargetMode="External"/><Relationship Id="rId5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hyperlink" Target="https://www.youtube.com/watch?v=3tUqsbGuM9s" TargetMode="External"/><Relationship Id="rId5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png"/><Relationship Id="rId4" Type="http://schemas.openxmlformats.org/officeDocument/2006/relationships/hyperlink" Target="https://www.youtube.com/watch?v=oOYXSH-mrmE" TargetMode="External"/><Relationship Id="rId5" Type="http://schemas.openxmlformats.org/officeDocument/2006/relationships/image" Target="../media/image1.gif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hyperlink" Target="https://www.youtube.com/watch?v=RjHjQlEjs_E" TargetMode="External"/><Relationship Id="rId5" Type="http://schemas.openxmlformats.org/officeDocument/2006/relationships/image" Target="../media/image1.gif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hyperlink" Target="https://www.youtube.com/watch?v=RdpsP-M30sU" TargetMode="External"/><Relationship Id="rId5" Type="http://schemas.openxmlformats.org/officeDocument/2006/relationships/image" Target="../media/image1.gif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9.png"/><Relationship Id="rId4" Type="http://schemas.openxmlformats.org/officeDocument/2006/relationships/hyperlink" Target="https://www.youtube.com/watch?v=fxLaXFMggGQ" TargetMode="External"/><Relationship Id="rId5" Type="http://schemas.openxmlformats.org/officeDocument/2006/relationships/image" Target="../media/image1.gif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hyperlink" Target="https://www.youtube.com/watch?v=dqcbeTKpNJ4" TargetMode="External"/><Relationship Id="rId5" Type="http://schemas.openxmlformats.org/officeDocument/2006/relationships/image" Target="../media/image1.gif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hyperlink" Target="https://www.youtube.com/watch?v=RHUauMcYlX0" TargetMode="External"/><Relationship Id="rId4" Type="http://schemas.openxmlformats.org/officeDocument/2006/relationships/image" Target="../media/image23.png"/><Relationship Id="rId5" Type="http://schemas.openxmlformats.org/officeDocument/2006/relationships/image" Target="../media/image24.jpg"/><Relationship Id="rId6" Type="http://schemas.openxmlformats.org/officeDocument/2006/relationships/hyperlink" Target="https://www.youtube.com/watch?v=P8QordVAUyU" TargetMode="External"/><Relationship Id="rId7" Type="http://schemas.openxmlformats.org/officeDocument/2006/relationships/image" Target="../media/image25.png"/><Relationship Id="rId8" Type="http://schemas.openxmlformats.org/officeDocument/2006/relationships/image" Target="../media/image26.jpg"/><Relationship Id="rId9" Type="http://schemas.openxmlformats.org/officeDocument/2006/relationships/hyperlink" Target="https://www.youtube.com/watch?v=fBQOV3jiST0" TargetMode="External"/><Relationship Id="rId10" Type="http://schemas.openxmlformats.org/officeDocument/2006/relationships/image" Target="../media/image27.png"/><Relationship Id="rId11" Type="http://schemas.openxmlformats.org/officeDocument/2006/relationships/image" Target="../media/image28.jpg"/><Relationship Id="rId12" Type="http://schemas.openxmlformats.org/officeDocument/2006/relationships/hyperlink" Target="https://www.youtube.com/watch?v=fy_fYd3ZwPE" TargetMode="External"/><Relationship Id="rId13" Type="http://schemas.openxmlformats.org/officeDocument/2006/relationships/image" Target="../media/image29.png"/><Relationship Id="rId14" Type="http://schemas.openxmlformats.org/officeDocument/2006/relationships/image" Target="../media/image30.jpg"/><Relationship Id="rId15" Type="http://schemas.openxmlformats.org/officeDocument/2006/relationships/hyperlink" Target="https://www.youtube.com/watch?v=9nXbYZL8V9E" TargetMode="External"/><Relationship Id="rId16" Type="http://schemas.openxmlformats.org/officeDocument/2006/relationships/image" Target="../media/image3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hyperlink" Target="https://www.youtube.com/watch?v=0cjKg-Z3xak" TargetMode="External"/><Relationship Id="rId4" Type="http://schemas.openxmlformats.org/officeDocument/2006/relationships/image" Target="../media/image33.png"/><Relationship Id="rId5" Type="http://schemas.openxmlformats.org/officeDocument/2006/relationships/image" Target="../media/image34.jpg"/><Relationship Id="rId6" Type="http://schemas.openxmlformats.org/officeDocument/2006/relationships/hyperlink" Target="https://www.youtube.com/watch?v=mhCy0IgobIw" TargetMode="External"/><Relationship Id="rId7" Type="http://schemas.openxmlformats.org/officeDocument/2006/relationships/image" Target="../media/image35.png"/><Relationship Id="rId8" Type="http://schemas.openxmlformats.org/officeDocument/2006/relationships/image" Target="../media/image36.jpg"/><Relationship Id="rId9" Type="http://schemas.openxmlformats.org/officeDocument/2006/relationships/hyperlink" Target="https://www.youtube.com/watch?v=XGbduoPa_-0" TargetMode="External"/><Relationship Id="rId10" Type="http://schemas.openxmlformats.org/officeDocument/2006/relationships/image" Target="../media/image37.png"/><Relationship Id="rId11" Type="http://schemas.openxmlformats.org/officeDocument/2006/relationships/image" Target="../media/image38.jpg"/><Relationship Id="rId12" Type="http://schemas.openxmlformats.org/officeDocument/2006/relationships/hyperlink" Target="https://www.youtube.com/watch?v=LLm3s8OnSdg" TargetMode="External"/><Relationship Id="rId13" Type="http://schemas.openxmlformats.org/officeDocument/2006/relationships/image" Target="../media/image39.png"/><Relationship Id="rId14" Type="http://schemas.openxmlformats.org/officeDocument/2006/relationships/image" Target="../media/image40.jpg"/><Relationship Id="rId15" Type="http://schemas.openxmlformats.org/officeDocument/2006/relationships/hyperlink" Target="https://www.youtube.com/watch?v=ytBtKVEAmGQ" TargetMode="External"/><Relationship Id="rId16" Type="http://schemas.openxmlformats.org/officeDocument/2006/relationships/image" Target="../media/image4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hyperlink" Target="https://www.youtube.com/watch?v=OIBODIPC_8Y" TargetMode="External"/><Relationship Id="rId4" Type="http://schemas.openxmlformats.org/officeDocument/2006/relationships/image" Target="../media/image43.png"/><Relationship Id="rId5" Type="http://schemas.openxmlformats.org/officeDocument/2006/relationships/image" Target="../media/image44.jpg"/><Relationship Id="rId6" Type="http://schemas.openxmlformats.org/officeDocument/2006/relationships/hyperlink" Target="https://www.youtube.com/watch?v=WPl10ZrhCtk" TargetMode="External"/><Relationship Id="rId7" Type="http://schemas.openxmlformats.org/officeDocument/2006/relationships/image" Target="../media/image45.png"/><Relationship Id="rId8" Type="http://schemas.openxmlformats.org/officeDocument/2006/relationships/image" Target="../media/image46.jpg"/><Relationship Id="rId9" Type="http://schemas.openxmlformats.org/officeDocument/2006/relationships/hyperlink" Target="https://www.youtube.com/watch?v=5yb2N3pnztU" TargetMode="External"/><Relationship Id="rId10" Type="http://schemas.openxmlformats.org/officeDocument/2006/relationships/image" Target="../media/image47.png"/><Relationship Id="rId11" Type="http://schemas.openxmlformats.org/officeDocument/2006/relationships/image" Target="../media/image48.jpg"/><Relationship Id="rId12" Type="http://schemas.openxmlformats.org/officeDocument/2006/relationships/hyperlink" Target="https://www.youtube.com/watch?v=gcgKUcJKxIs" TargetMode="External"/><Relationship Id="rId13" Type="http://schemas.openxmlformats.org/officeDocument/2006/relationships/image" Target="../media/image49.png"/><Relationship Id="rId14" Type="http://schemas.openxmlformats.org/officeDocument/2006/relationships/image" Target="../media/image50.jpg"/><Relationship Id="rId15" Type="http://schemas.openxmlformats.org/officeDocument/2006/relationships/hyperlink" Target="https://www.youtube.com/watch?v=-NFhRWhkp7I" TargetMode="External"/><Relationship Id="rId16" Type="http://schemas.openxmlformats.org/officeDocument/2006/relationships/image" Target="../media/image5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Relationship Id="rId3" Type="http://schemas.openxmlformats.org/officeDocument/2006/relationships/hyperlink" Target="https://www.youtube.com/watch?v=lyZZdUUM_GM" TargetMode="External"/><Relationship Id="rId4" Type="http://schemas.openxmlformats.org/officeDocument/2006/relationships/image" Target="../media/image53.png"/><Relationship Id="rId5" Type="http://schemas.openxmlformats.org/officeDocument/2006/relationships/image" Target="../media/image54.jpg"/><Relationship Id="rId6" Type="http://schemas.openxmlformats.org/officeDocument/2006/relationships/hyperlink" Target="https://www.youtube.com/watch?v=2a1YM7MCXng" TargetMode="External"/><Relationship Id="rId7" Type="http://schemas.openxmlformats.org/officeDocument/2006/relationships/image" Target="../media/image55.png"/><Relationship Id="rId8" Type="http://schemas.openxmlformats.org/officeDocument/2006/relationships/image" Target="../media/image56.jpg"/><Relationship Id="rId9" Type="http://schemas.openxmlformats.org/officeDocument/2006/relationships/hyperlink" Target="https://www.youtube.com/watch?v=mEAhcCWMAa4" TargetMode="External"/><Relationship Id="rId10" Type="http://schemas.openxmlformats.org/officeDocument/2006/relationships/image" Target="../media/image57.png"/><Relationship Id="rId11" Type="http://schemas.openxmlformats.org/officeDocument/2006/relationships/image" Target="../media/image58.jpg"/><Relationship Id="rId12" Type="http://schemas.openxmlformats.org/officeDocument/2006/relationships/hyperlink" Target="https://www.youtube.com/watch?v=pcQzhUcRfqE" TargetMode="External"/><Relationship Id="rId13" Type="http://schemas.openxmlformats.org/officeDocument/2006/relationships/image" Target="../media/image59.png"/><Relationship Id="rId14" Type="http://schemas.openxmlformats.org/officeDocument/2006/relationships/image" Target="../media/image60.jpg"/><Relationship Id="rId15" Type="http://schemas.openxmlformats.org/officeDocument/2006/relationships/hyperlink" Target="https://www.youtube.com/watch?v=6YwedUNbpdQ" TargetMode="External"/><Relationship Id="rId16" Type="http://schemas.openxmlformats.org/officeDocument/2006/relationships/image" Target="../media/image6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0"/>
            <a:ext cx="5943600" cy="128016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901952"/>
            <a:ext cx="56692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 Black"/>
              </a:rPr>
              <a:t>▶  YouTube トレンド ランキング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3246120"/>
            <a:ext cx="5669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AAAAAA"/>
                </a:solidFill>
                <a:latin typeface="Arial"/>
              </a:rPr>
              <a:t>2026年08月26日  ·  急上昇 TOP 10 発表</a:t>
            </a:r>
          </a:p>
        </p:txBody>
      </p:sp>
      <p:pic>
        <p:nvPicPr>
          <p:cNvPr id="6" name="Picture 5" descr="ezgif_com-animated-gif-maker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#10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https://www.youtube.com/watch?v=SqJhvsBR5w8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YZERR &amp; Tiji Jojo vs MC TYSON &amp; YOU THUG / BATTLE SUMMIT Ⅲ (2026.8.11)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NEO GENESIS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123,922  👍 2,632  💬 286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4:26  ·  📅 公開7時間前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公開7時間で急上昇入り！　10万再生突破の話題作　いいね率2.1%と好評価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#9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https://www.youtube.com/watch?v=md1fXOu3HB8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【検証】マグマに追われながらダイヤ100個掘れるのか！？【マイクラ】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ドズル社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294,379  👍 9,962  💬 325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36:42  ·  📅 公開8時間前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公開8時間で急上昇入り！　10万再生突破の話題作　いいね率3.4%と好評価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#8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https://www.youtube.com/watch?v=IGk17XQ7IrQ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The Witcher 3: Wild Hunt — Remastered | Official Announcement Trailer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The Witcher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943,661  👍 91,391  💬 8,495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1:46  ·  📅 公開-1時間前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公開-1時間で急上昇入り！　50万再生の注目コンテンツ　いいね率9.7%と視聴者の支持が非常に高い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#7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https://www.youtube.com/watch?v=y07T1sYiPVY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【期間限定公開】M!LK – 爆裂愛してる (from CDTVライブ！ライブ！)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M!LK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745,624  👍 49,939  💬 2,521  📈+66.9%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3:35  ·  📅 公開31時間前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公開1日で急上昇　50万再生の注目コンテンツ　前日比+66.9%と急拡散中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#6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https://www.youtube.com/watch?v=3tUqsbGuM9s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ショートスリーパーにプレイさせたい眠くなったクソゲーTOP10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からすまAチャンネル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280,526  👍 6,377  💬 463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17:22  ·  📅 公開6時間前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公開6時間で急上昇入り！　10万再生突破の話題作　いいね率2.3%と好評価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https://www.youtube.com/watch?v=oOYXSH-mrmE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ENHYPEN (엔하이픈) 'THE SIN : BLISS' Trailer vol.2 Film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HYBE LABELS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218,247  👍 49,255  💬 2,766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2:05  ·  📅 公開5時間前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公開5時間で急上昇入り！　10万再生突破の話題作　いいね率22.6%と視聴者の支持が非常に高い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https://www.youtube.com/watch?v=RjHjQlEjs_E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＝LOVE（イコールラブ）/ 21st Single c/w『夢の続き』【MV full】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＝LOVE（イコールラブ）公式チャンネル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402,109  👍 30,916  💬 3,264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3:53  ·  📅 公開7時間前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公開7時間で急上昇入り！　10万再生突破の話題作　いいね率7.7%と視聴者の支持が非常に高い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https://www.youtube.com/watch?v=RdpsP-M30sU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「ストリートファイターリーグ JAPAN 2026」Division S 第1節　☆☆18時40分より初心者必見！SFリーグ: ウォームアップ☆☆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Capcom Fighters JP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D7F32"/>
                </a:solidFill>
                <a:latin typeface="Arial"/>
              </a:rPr>
              <a:t>👁 805,376  👍 11,382  💬 331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4:23:55  ·  📅 公開3時間前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公開3時間で急上昇入り！　50万再生の注目コンテンツ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https://www.youtube.com/watch?v=fxLaXFMggGQ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「アベンジャーズ／エンドゲーム：アンコール」予告映像｜9月23日(水・祝)より期間限定公開｜MARVEL(マーベル)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マーベル公式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0C0C0"/>
                </a:solidFill>
                <a:latin typeface="Arial"/>
              </a:rPr>
              <a:t>👁 172,675  👍 2,700  💬 261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1:36  ·  📅 公開1時間前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公開1時間で急上昇入り！　10万再生突破の話題作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09728"/>
            <a:ext cx="91440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D700"/>
                </a:solidFill>
                <a:latin typeface="Arial Black"/>
              </a:rPr>
              <a:t>🏆  NO. 1 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024128"/>
            <a:ext cx="4572000" cy="2569464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3639312"/>
            <a:ext cx="1005840" cy="1005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3657600"/>
            <a:ext cx="7406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Gray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160520"/>
            <a:ext cx="74066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FFD700"/>
                </a:solidFill>
                <a:latin typeface="Arial"/>
              </a:rPr>
              <a:t>👁 179,797  👍 16,434  💬 797  ⏱ 4:08  📅 公開3時間前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4498848"/>
            <a:ext cx="7406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EC9B0"/>
                </a:solidFill>
                <a:latin typeface="Arial"/>
              </a:rPr>
              <a:t>💡 公開3時間で急上昇入り！　10万再生突破の話題作　いいね率9.1%と視聴者の支持が非常に高い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4828032"/>
            <a:ext cx="7406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https://www.youtube.com/watch?v=dqcbeTKpNJ4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🎬 エンタメ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🔴LIVE: 24 HOURS+ Bluey Episodes in HD! ✨ 💙…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Bluey - Official Channel  👁 29,389,664  👍 72,565  ⏱ 不明  📅 2026-04-02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https://www.youtube.com/watch?v=RHUauMcYlX0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[🔴LIVE]  깔깔티비 💫1박2일💫 화질UP 🔥24시간 무한 스트리밍🔥 ㅣ…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KBS Entertain: 깔깔티비  👁 20,182,208  👍 11,484  ⏱ 不明  📅 2025-04-07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https://www.youtube.com/watch?v=P8QordVAUyU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いや勝つんかいw　 #おもしろ #エンタメ #ネタ #バズれ #shorts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やっさん2  👁 19,164,831  👍 157,797  ⏱ 0:10  📅 2025-08-09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https://www.youtube.com/watch?v=fBQOV3jiST0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El Chavo del 8 EN VIVO 24/7 🔴 Maratón de t…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El Chavo del 8  👁 18,441,573  👍 62,298  ⏱ 不明  📅 2025-12-25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https://www.youtube.com/watch?v=fy_fYd3ZwPE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無反応挑戦　w#おもしろ＃おもしろ動画＃エンタメ#お笑い#バラエティ#テレビ#バズれ…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ネタ秒  👁 14,610,047  👍 41,659  ⏱ 0:17  📅 2025-09-26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https://www.youtube.com/watch?v=9nXbYZL8V9E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🎮 ゲーム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見たことの無い落ち方をする配信者#葉 #ゲーム実況 #切り抜き #onlyup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葉ちゅべ  👁 22,515,649  👍 400,311  ⏱ 0:38  📅 2023-07-07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https://www.youtube.com/watch?v=0cjKg-Z3xak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感動のダブルスイカ‼️ #スイカゲーム #ゲーム実況 #サワヤンゲームズ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にこみチャンネル  👁 20,467,561  👍 362,164  ⏱ 0:59  📅 2023-12-22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https://www.youtube.com/watch?v=mhCy0IgobIw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全部ひっかかる人【しょぼんのアクション3D】 #ゲーム実況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タン  👁 19,832,889  👍 389,570  ⏱ 1:00  📅 2023-09-28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https://www.youtube.com/watch?v=XGbduoPa_-0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女子のイタズラに男子は引っかかる？【 マイクラ / Minecraft 】#Shor…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ちろぴの  👁 18,397,422  👍 188,236  ⏱ 0:41  📅 2022-09-15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https://www.youtube.com/watch?v=LLm3s8OnSdg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ホラーゲームを全力で楽しむ男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キシタク店長-DVR-  👁 17,559,148  👍 544,773  ⏱ 1:00  📅 2022-10-19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https://www.youtube.com/watch?v=ytBtKVEAmGQ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✨ アニメ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YOASOBI「勇者」 Official Music Video／TVアニメ『葬送の…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YOASOBI  👁 222,410,624  👍 1,228,650  ⏱ 3:24  📅 2023-09-29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https://www.youtube.com/watch?v=OIBODIPC_8Y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ヒグチアイ / 悪魔の子 (アニメスペシャルVer.) | Ai Higuchi “…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ヒグチアイ  👁 220,887,166  👍 2,042,503  ⏱ 3:50  📅 2022-01-24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https://www.youtube.com/watch?v=WPl10ZrhCtk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TVアニメ『呪術廻戦』第2期「渋谷事変」ノンクレジットOPムービー／OPテーマ：Ki…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164,342,536  👍 0  ⏱ 1:31  📅 2023-09-01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https://www.youtube.com/watch?v=5yb2N3pnztU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TVアニメ『呪術廻戦』第2期「懐玉・玉折」ノンクレジットOPムービー／OPテーマ：キ…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149,461,723  👍 0  ⏱ 1:31  📅 2023-07-07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https://www.youtube.com/watch?v=gcgKUcJKxIs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Mrs. GREEN APPLE「ライラック」MV - TVアニメ『忘却バッテリー』…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Mrs. GREEN APPLE  👁 57,283,867  👍 183,864  ⏱ 4:53  📅 2024-07-04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https://www.youtube.com/watch?v=-NFhRWhkp7I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🍿 映画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シンクロ率100％だった映画『Michael』の裏側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フィルムチェーン  👁 6,887,664  👍 105,411  ⏱ 0:56  📅 2026-05-18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https://www.youtube.com/watch?v=lyZZdUUM_GM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歌舞伎町タワーの日本一高い映画館「109シネマズプレミアム新宿」を正直レビュー！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正直レビュー 🍰🍛  👁 6,883,955  👍 120,115  ⏱ 1:00  📅 2025-03-15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https://www.youtube.com/watch?v=2a1YM7MCXng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トイストーリー5面白くなかった。1と2が最高すぎたから見ない方がよかったと後悔してま…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かえぽん  👁 4,491,770  👍 23,872  ⏱ 0:12  📅 2026-07-09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https://www.youtube.com/watch?v=mEAhcCWMAa4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映画『マイケル』を観たガチ勢の反応ｗｗ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キング・オブ・ポップ  👁 3,676,261  👍 40,751  ⏱ 0:18  📅 2026-05-08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https://www.youtube.com/watch?v=pcQzhUcRfqE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女性300人に聞いたつまらないジブリ作品ランキング　#shorts #映画 #解説 …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ゾノの映画トーク  👁 2,309,798  👍 34,773  ⏱ 0:47  📅 2024-03-27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https://www.youtube.com/watch?v=6YwedUNbpdQ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