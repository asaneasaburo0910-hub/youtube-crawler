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2026年10月14日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Kabaddi 5 (OFFICIAL TRAILER)- Dayahang R…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Baasuri Films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79万回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SixTONES – 「MILESixTONES」LIVE DVD / Blu-…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SixTONES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31万回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【縛りプレイ】木が禁止の世界でエンドラ討伐！【マイクラ】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ドズル社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38万回　👍 9,365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『ゴジラ-0.0』ファイナル予告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200万回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Beyond the Clouds, Only Me Downwind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Yorushika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20万回　👍 1万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