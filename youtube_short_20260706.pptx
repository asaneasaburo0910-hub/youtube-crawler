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PV 第2弾　アニメ『スティール・ボール・ラン ジョジョの奇妙な冒険』｜2nd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Warner Bros. Japan Anime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83万回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しおざきわんだーらんど (塩﨑太智)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#006 『ドラゴンクエストスマッシュグロウ』の新情報を「マル」がお届け！「スマ…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ドラゴンクエストスマッシュグロウ公式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5万回　👍 665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【ジブリ出身監督デビュー】あの夏がよみがえる手描きアニメ／映画『るすばん』予告編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moviecollectionjp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1万回　👍 119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グッタイム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20万回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