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2026年07月16日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『踊る大捜査線 N.E.W. メトロポリスを駆け抜けろ！』本予告【9月18日(金…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東宝MOVIEチャンネル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86万回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【MV】FRUITS ZIPPER『センセーション』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KAWAII LAB.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20万回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リズム天国をやります（冒頭非初見プレイ有）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101万回　👍 6万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「ダウンタイム」ティザー予告編 - Netflix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Netflix Japan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45万回　👍 2,935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米津玄師「夜鷹」Kenshi Yonezu - Yodaka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Kenshi Yonezu  米津玄師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72万回　👍 4万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