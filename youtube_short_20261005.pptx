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京本大我 – Butterfly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京本大我 from ART-PUT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【APEX】CRカップ本番  底知れない床 【しゃかちゃ Rasっち】コーチ:Y…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BRUCE WAYNE feat. Flo Milli,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第11回 Crazy Raccoon Cup Apex Legends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Crazy Raccoon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303万回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APPLE「共犯」Official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467万回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