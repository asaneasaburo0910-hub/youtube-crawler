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リズム天国する！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しぐれうい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79万回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WATCH ME feat. BIA -Music Vid…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220万回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【殴り合い】『死亡ログ』でバリアが広がる世界でエンドラ討伐！！【マイクラ】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51万回　👍 9,574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板井佐緒里 (30代女性) 編 | ダウンタイム | Netflix Ja…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 from「LOVE ENG!NE」発売記…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125万回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