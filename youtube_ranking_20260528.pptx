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hyperlink" Target="https://www.youtube.com/watch?v=XK4VZrCID8k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hyperlink" Target="https://www.youtube.com/watch?v=7iF80U3RFus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hyperlink" Target="https://www.youtube.com/watch?v=5fEg7t5Y83Q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hyperlink" Target="https://www.youtube.com/watch?v=VQmdUnlNnds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hyperlink" Target="https://www.youtube.com/watch?v=P_9rnXjUq6E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hyperlink" Target="https://www.youtube.com/watch?v=NcPWYWzbVB4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hyperlink" Target="https://www.youtube.com/watch?v=OR8h4197xJo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hyperlink" Target="https://www.youtube.com/watch?v=nRKyyK7S-Zw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hyperlink" Target="https://www.youtube.com/watch?v=AQEct00Ks5s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hyperlink" Target="https://www.youtube.com/watch?v=AEDHtt5QDfk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2.png"/><Relationship Id="rId5" Type="http://schemas.openxmlformats.org/officeDocument/2006/relationships/image" Target="../media/image23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4.png"/><Relationship Id="rId8" Type="http://schemas.openxmlformats.org/officeDocument/2006/relationships/image" Target="../media/image25.jpg"/><Relationship Id="rId9" Type="http://schemas.openxmlformats.org/officeDocument/2006/relationships/hyperlink" Target="https://www.youtube.com/watch?v=i5TSvrhVH94" TargetMode="External"/><Relationship Id="rId10" Type="http://schemas.openxmlformats.org/officeDocument/2006/relationships/image" Target="../media/image26.png"/><Relationship Id="rId11" Type="http://schemas.openxmlformats.org/officeDocument/2006/relationships/image" Target="../media/image27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8.png"/><Relationship Id="rId14" Type="http://schemas.openxmlformats.org/officeDocument/2006/relationships/image" Target="../media/image29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hyperlink" Target="https://www.youtube.com/watch?v=DuEKgK2B2p8" TargetMode="External"/><Relationship Id="rId4" Type="http://schemas.openxmlformats.org/officeDocument/2006/relationships/image" Target="../media/image32.png"/><Relationship Id="rId5" Type="http://schemas.openxmlformats.org/officeDocument/2006/relationships/image" Target="../media/image33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4.png"/><Relationship Id="rId8" Type="http://schemas.openxmlformats.org/officeDocument/2006/relationships/image" Target="../media/image35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6.png"/><Relationship Id="rId11" Type="http://schemas.openxmlformats.org/officeDocument/2006/relationships/image" Target="../media/image37.jpg"/><Relationship Id="rId12" Type="http://schemas.openxmlformats.org/officeDocument/2006/relationships/hyperlink" Target="https://www.youtube.com/watch?v=0cjKg-Z3xak" TargetMode="External"/><Relationship Id="rId13" Type="http://schemas.openxmlformats.org/officeDocument/2006/relationships/image" Target="../media/image38.png"/><Relationship Id="rId14" Type="http://schemas.openxmlformats.org/officeDocument/2006/relationships/image" Target="../media/image39.jpg"/><Relationship Id="rId15" Type="http://schemas.openxmlformats.org/officeDocument/2006/relationships/hyperlink" Target="https://www.youtube.com/watch?v=1JT-CjiNVok" TargetMode="External"/><Relationship Id="rId16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hyperlink" Target="https://www.youtube.com/watch?v=gcgKUcJKxIs" TargetMode="External"/><Relationship Id="rId4" Type="http://schemas.openxmlformats.org/officeDocument/2006/relationships/image" Target="../media/image42.png"/><Relationship Id="rId5" Type="http://schemas.openxmlformats.org/officeDocument/2006/relationships/image" Target="../media/image43.jpg"/><Relationship Id="rId6" Type="http://schemas.openxmlformats.org/officeDocument/2006/relationships/hyperlink" Target="https://www.youtube.com/watch?v=-NFhRWhkp7I" TargetMode="External"/><Relationship Id="rId7" Type="http://schemas.openxmlformats.org/officeDocument/2006/relationships/image" Target="../media/image44.png"/><Relationship Id="rId8" Type="http://schemas.openxmlformats.org/officeDocument/2006/relationships/image" Target="../media/image45.jpg"/><Relationship Id="rId9" Type="http://schemas.openxmlformats.org/officeDocument/2006/relationships/hyperlink" Target="https://www.youtube.com/watch?v=TFYnqEqeGqY" TargetMode="External"/><Relationship Id="rId10" Type="http://schemas.openxmlformats.org/officeDocument/2006/relationships/image" Target="../media/image46.png"/><Relationship Id="rId11" Type="http://schemas.openxmlformats.org/officeDocument/2006/relationships/image" Target="../media/image47.jpg"/><Relationship Id="rId12" Type="http://schemas.openxmlformats.org/officeDocument/2006/relationships/hyperlink" Target="https://www.youtube.com/watch?v=ScWlFcYn_FI" TargetMode="External"/><Relationship Id="rId13" Type="http://schemas.openxmlformats.org/officeDocument/2006/relationships/image" Target="../media/image48.png"/><Relationship Id="rId14" Type="http://schemas.openxmlformats.org/officeDocument/2006/relationships/image" Target="../media/image49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5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hyperlink" Target="https://www.youtube.com/watch?v=OhHzzl4Z6qU" TargetMode="External"/><Relationship Id="rId4" Type="http://schemas.openxmlformats.org/officeDocument/2006/relationships/image" Target="../media/image52.png"/><Relationship Id="rId5" Type="http://schemas.openxmlformats.org/officeDocument/2006/relationships/image" Target="../media/image53.jpg"/><Relationship Id="rId6" Type="http://schemas.openxmlformats.org/officeDocument/2006/relationships/hyperlink" Target="https://www.youtube.com/watch?v=KWYewgdSAOI" TargetMode="External"/><Relationship Id="rId7" Type="http://schemas.openxmlformats.org/officeDocument/2006/relationships/image" Target="../media/image54.png"/><Relationship Id="rId8" Type="http://schemas.openxmlformats.org/officeDocument/2006/relationships/image" Target="../media/image55.jpg"/><Relationship Id="rId9" Type="http://schemas.openxmlformats.org/officeDocument/2006/relationships/hyperlink" Target="https://www.youtube.com/watch?v=HQDUEU-Zhyc" TargetMode="External"/><Relationship Id="rId10" Type="http://schemas.openxmlformats.org/officeDocument/2006/relationships/image" Target="../media/image56.png"/><Relationship Id="rId11" Type="http://schemas.openxmlformats.org/officeDocument/2006/relationships/image" Target="../media/image57.jpg"/><Relationship Id="rId12" Type="http://schemas.openxmlformats.org/officeDocument/2006/relationships/hyperlink" Target="https://www.youtube.com/watch?v=TXYFkQj8-C8" TargetMode="External"/><Relationship Id="rId13" Type="http://schemas.openxmlformats.org/officeDocument/2006/relationships/image" Target="../media/image58.png"/><Relationship Id="rId14" Type="http://schemas.openxmlformats.org/officeDocument/2006/relationships/image" Target="../media/image59.jpg"/><Relationship Id="rId15" Type="http://schemas.openxmlformats.org/officeDocument/2006/relationships/hyperlink" Target="https://www.youtube.com/watch?v=Q-yvflyNSqI" TargetMode="External"/><Relationship Id="rId16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2026年05月28日  ·  急上昇 TOP 10 発表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https://www.youtube.com/watch?v=XK4VZrCID8k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なぜか木に嫌われて酷い目に遭わされるゲーム【Trees Hate You】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らっだぁ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141,726  👍 9,156  💬 313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22:11  ·  📅 公開-3時間前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公開-3時間で急上昇入り！　10万再生突破の話題作　いいね率6.5%と視聴者の支持が非常に高い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https://www.youtube.com/watch?v=7iF80U3RFus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SEKAI NO OWARI「Dragon Night」from「Tarkus」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SEKAI NO OWARI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37,360  👍 5,134  💬 347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5:09  ·  📅 公開-5時間前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公開-5時間で急上昇入り！　急上昇中の新興コンテンツ　いいね率13.7%と視聴者の支持が非常に高い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https://www.youtube.com/watch?v=5fEg7t5Y83Q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モンストニュース[5/28]モンストの最新情報をお届けします！【モンスト公式】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モンスト（モンスターストライク）公式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284,360  👍 3,791  💬 195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35:27  ·  📅 公開-1時間前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公開-1時間で急上昇入り！　10万再生突破の話題作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https://www.youtube.com/watch?v=VQmdUnlNnds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【MV】CUTIE STREET「キュートなキューたい」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KAWAII LAB.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360,372  👍 21,010  💬 2,345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4:10  ·  📅 公開17時間前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公開17時間で急上昇入り！　10万再生突破の話題作　いいね率5.8%と視聴者の支持が非常に高い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https://www.youtube.com/watch?v=P_9rnXjUq6E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トラック4万台分以上の超広い森の木をすべて切るまで終われません！【マイクラ】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216,275  👍 9,123  💬 421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1:03:41  ·  📅 公開-3時間前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公開-3時間で急上昇入り！　10万再生突破の話題作　いいね率4.2%と好評価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https://www.youtube.com/watch?v=NcPWYWzbVB4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正体不明の”何か”が車に乗り込んでくる...　映画『パッセンジャー』予告編｜「これまでの監督作で１番怖い」車旅×行方不明×ホラー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シネマトゥデイ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13,876  👍 217  💬 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2:26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公開-2時間で急上昇入り！　急上昇中の新興コンテンツ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https://www.youtube.com/watch?v=OR8h4197xJo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MANATO (BE:FIRST) / Rain on me -Special Video-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BE:FIRST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332,146  👍 34,573  💬 1,992  📈+196.6%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4:03  ·  📅 公開18時間前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公開18時間で急上昇入り！　10万再生突破の話題作　前日比+196.6%と急拡散中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https://www.youtube.com/watch?v=nRKyyK7S-Zw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ドラゴンクエストからのお知らせ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スクウェア・エニックス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2,165,868  👍 0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9:00  ·  📅 公開16時間前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公開16時間で急上昇入り！　100万再生超の大ヒット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https://www.youtube.com/watch?v=AQEct00Ks5s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【主題歌入り予告】米津玄師「夜鷹」に決定！｜映画『キングダム 魂の決戦』7月17日(金)公開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578,482  👍 13,323  💬 865  📈+57.2%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1:30  ·  📅 公開34時間前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前日比+57.2%と急拡散中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Aぇ! group 「でこぼこライフ」Special Movie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97,238  👍 22,013  💬 2,831  ⏱ 3:15  📅 公開-4時間前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公開-4時間で急上昇入り！　急上昇中の新興コンテンツ　いいね率22.6%と視聴者の支持が非常に高い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https://www.youtube.com/watch?v=AEDHtt5QDfk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19,147,947  👍 158,053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14,609,647  👍 41,773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12,781,121  👍 170,550  ⏱ 1:28  📅 2025-04-14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11,706,732  👍 185,652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11,473,047  👍 132,334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たくさん食べてすくすく育つ！【MOD紹介】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24,809,796  👍 378,599  ⏱ 0:37  📅 2024-09-30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https://www.youtube.com/watch?v=DuEKgK2B2p8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20,447,008  👍 362,523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19,798,137  👍 389,770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見たことの無い落ち方をする配信者#葉 #ゲーム実況 #切り抜き #onlyup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18,379,923  👍 349,654  ⏱ 0:38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デビルレベルpart9 #switch2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ぐりげんの南極第二拠点  👁 16,595,831  👍 195,457  ⏱ 1:02  📅 2025-08-18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141,251,055  👍 0  ⏱ 1:31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Mrs. GREEN APPLE「ライラック」MV - TVアニメ『忘却バッテリー』…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52,869,549  👍 180,248  ⏱ 4:53  📅 2024-07-04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バスボールを使ってみよう！#アニメキッズ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アニメキッズanimekids  👁 44,851,212  👍 0  ⏱ 29:47  📅 2017-09-15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https://www.youtube.com/watch?v=TFYnqEqeGqY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アイナ・ジ・エンド / 革命道中 - On The Way × TVアニメ『ダンダダ…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43,471,335  👍 186,168  ⏱ 3:22  📅 2025-08-20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35,049,108  👍 517,364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市川團十郎が語る映画「国宝」の率直な感想と歌舞伎への想い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3,491,907  👍 45,049  ⏱ 17:48  📅 2025-07-12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名作映画を見た感想を嘘ついてる奴は誰だ！映画人狼バトル開始！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3,347,703  👍 29,896  ⏱ 34:45  📅 2024-09-26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ディズニー１００周年のゴミ『ウィッシュ』レビュー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3,289,903  👍 43,426  ⏱ 12:56  📅 2023-12-19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Netflix公開直後「23か国で1位＆2600万ビュー」  史上最狂のどんでん返し…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映画一口  👁 2,562,666  👍 9,133  ⏱ 16:36  📅 2025-09-16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https://www.youtube.com/watch?v=TXYFkQj8-C8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【新海誠のパクリ！？】監督が借金して作ったクソ映画「君は彼方」レビュー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2,410,950  👍 28,561  ⏱ 10:11  📅 2022-12-13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https://www.youtube.com/watch?v=Q-yvflyNSqI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