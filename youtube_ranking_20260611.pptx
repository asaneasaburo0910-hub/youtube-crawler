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rsDvrg4hR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-12GTreqR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sq6XDJEROf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pcpR4JYBo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oT7CFlCBzC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9wnDopnPnz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OZD8kzQgg1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xKtVcMNpz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_vlKStRH3O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27C4pfRsf9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DuEKgK2B2p8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88uap7ImJ88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I67cxxiztV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2026年06月11日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https://www.youtube.com/watch?v=FrsDvrg4hRE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【検証】最強バフがついたドズル社は5分でエンドラ討伐できる説！【マイクラ】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290,851  👍 10,772  💬 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32:18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いいね率3.7%と好評価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https://www.youtube.com/watch?v=E-12GTreqR8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&amp;TEAM 'HOTLINE' Focus Cam (ハーフタイム ver.)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&amp;TEAM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74,290  👍 11,364  💬 721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いいね率15.3%と視聴者の支持が非常に高い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https://www.youtube.com/watch?v=sq6XDJEROfc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186,346  👍 2,211  💬 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5:35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https://www.youtube.com/watch?v=SpcpR4JYBog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クイーンオブハート  / 甲斐田晴 (cover) 【歌ってみた】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甲斐田 晴 / Kaida Haru【にじさんじ】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265,466  👍 30,161  💬 1,629  📈+77.1%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3:47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前日比+77.1%と急拡散中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https://www.youtube.com/watch?v=oT7CFlCBzCM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【今年一番の苦行】フルパワー100％中100％のクソゲー【幽遊白書DS】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281,027  👍 5,985  💬 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18:12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https://www.youtube.com/watch?v=9wnDopnPnz4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『Dragon's Dogma 2: Dark Arisen』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149,050  👍 5,251  💬 0  📈+31.8%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1:51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前日比+31.8%で着実に成長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https://www.youtube.com/watch?v=OZD8kzQgg1M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「ND⁵」本編収録曲 試聴ダイジェスト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142,183  👍 17,484  💬 1,328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8:07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いいね率12.3%と視聴者の支持が非常に高い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https://www.youtube.com/watch?v=AxKtVcMNpzY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Nintendo Direct 2026.6.9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7,121,090  👍 142,567  💬 0  📈+11.0%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55:08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500万再生超の超バズ動画　前日比+11.0%で着実に成長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https://www.youtube.com/watch?v=_vlKStRH3Oo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KINGDOM HEARTS IV – Teaser Trailer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373,737  👍 0  💬 0  📈+29.6%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前日比+29.6%で着実に成長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x ILLIT (아일릿) x KATSEYE (캣츠아이) 'ICON…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6,385,401  👍 790,731  💬 72,390  ⏱ 3:20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500万再生超の超バズ動画　いいね率12.4%と視聴者の支持が非常に高い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https://www.youtube.com/watch?v=27C4pfRsf9g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19,151,485  👍 158,018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12,781,493  👍 170,517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11,722,426  👍 185,870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11,502,397  👍 132,735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10,538,850  👍 97,905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80,475,468  👍 1,753,751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たくさん食べてすくすく育つ！【MOD紹介】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24,875,357  👍 378,835  ⏱ 0:37  📅 2024-09-30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20,449,166  👍 362,425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19,800,900  👍 389,697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19,554,298  👍 365,445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282,734,198  👍 791,584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254,659,265  👍 543,543  ⏱ 3:23  📅 2018-05-11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142,763,238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36,342,102  👍 524,429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23,051,984  👍 141,637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6,809,984  👍 119,533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6,125,005  👍 28,419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PEDDI Movie First' Genuine Review Imax | S…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SSP TV  👁 5,854,534  👍 51,390  ⏱ 0:10  📅 2026-06-04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https://www.youtube.com/watch?v=I67cxxiztVM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3,558,320  👍 45,671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3,382,762  👍 30,036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