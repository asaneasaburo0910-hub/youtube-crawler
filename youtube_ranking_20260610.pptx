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zGsj0fDHB_s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Jhq_KBPQnyM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AQm1-BvcdR4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CCV3QFksmPA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9S5EbK6zvN8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9wnDopnPnz4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dquDQx8HoHw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AxKtVcMNpzY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_vlKStRH3Oo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SpcpR4JYBog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i5TSvrhVH94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6uuRH_iMBT4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DuEKgK2B2p8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mhCy0IgobIw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XGbduoPa_-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0cjKg-Z3xak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gcgKUcJKxIs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Xr032EhUDPw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YFgOGh9RKsY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nGQyPzkEy2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4vXdJ8-LZdY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Qut46hqaMvw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OhHzzl4Z6qU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KWYewgdSAOI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HQDUEU-Zhyc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2026年06月10日  ·  急上昇 TOP 10 発表</a:t>
            </a:r>
          </a:p>
        </p:txBody>
      </p:sp>
      <p:pic>
        <p:nvPicPr>
          <p:cNvPr id="6" name="Picture 5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https://www.youtube.com/watch?v=zGsj0fDHB_s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BOYNEXTDOOR (보이넥스트도어) 'VIRAL' Official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HYBE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4,719,859  👍 136,396  💬 16,629  📈+132.6%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3:29  ·  📅 公開36時間前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100万再生超の大ヒット　前日比+132.6%と急拡散中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https://www.youtube.com/watch?v=Jhq_KBPQnyM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サーヤしかやってない謎ゲーム【セルサバイバー】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ララチューン【ラランド公式】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290,589  👍 5,789  💬 1,033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28:27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公開10時間で急上昇入り！　10万再生突破の話題作　コメント1000件超と議論が活発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https://www.youtube.com/watch?v=AQm1-BvcdR4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「ガス人間」 予告編 - Netflix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296,394  👍 3,538  💬 476  📈+221.8%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2:08  ·  📅 公開22時間前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公開22時間で急上昇入り！　10万再生突破の話題作　前日比+221.8%の爆発的な伸び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https://www.youtube.com/watch?v=CCV3QFksmPA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龍宮城 / ほえろ!!! -Music Video-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龍宮城 OFFICIAL / 0年0組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46,186  👍 4,826  💬 942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3:34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公開10時間で急上昇入り！　急上昇中の新興コンテンツ　いいね率10.4%と視聴者の支持が非常に高い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https://www.youtube.com/watch?v=9S5EbK6zvN8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加藤純一と見る「Nintendo Direct 2026.6.9」【2026/06/09】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加藤純一切り抜き集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157,006  👍 1,659  💬 457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58:35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公開0時間で急上昇入り！　10万再生突破の話題作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https://www.youtube.com/watch?v=9wnDopnPnz4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『Dragon's Dogma 2: Dark Arisen』 Announcement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CapcomChannel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113,082  👍 4,676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1:51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公開6時間で急上昇入り！　10万再生突破の話題作　いいね率4.1%と好評価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https://www.youtube.com/watch?v=dquDQx8HoHw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吉田仁人 - 東京(Official Music Video)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344,472  👍 39,810  💬 3,427  📈+41.1%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4:00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10万再生突破の話題作　前日比+41.1%で着実に成長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https://www.youtube.com/watch?v=AxKtVcMNpzY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Nintendo Direct 2026.6.9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Nintendo 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6,418,123  👍 134,106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55:08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公開6時間で急上昇入り！　500万再生超の超バズ動画　いいね率2.1%と好評価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https://www.youtube.com/watch?v=_vlKStRH3Oo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KINGDOM HEARTS IV – Teaser Trailer |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スクウェア・エニックス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288,350  👍 0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1:27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公開6時間で急上昇入り！　10万再生突破の話題作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クイーンオブハート  / 甲斐田晴 (cover) 【歌ってみた】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149,922  👍 23,216  💬 1,427  ⏱ 3:47  📅 公開9時間前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いいね率15.5%と視聴者の支持が非常に高い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https://www.youtube.com/watch?v=SpcpR4JYBog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19,151,340  👍 158,023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14,609,705  👍 41,755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12,781,467  👍 170,519  ⏱ 1:28  📅 2025-04-14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11,721,441  👍 185,853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11,500,969  👍 132,705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金に触れたら死ぬ #shorts #minecraft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ヒロたまゲームズ  👁 80,459,602  👍 1,753,546  ⏱ 0:46  📅 2025-04-24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https://www.youtube.com/watch?v=6uuRH_iMBT4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たくさん食べてすくすく育つ！【MOD紹介】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24,871,583  👍 378,807  ⏱ 0:37  📅 2024-09-30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感動のダブルスイカ‼️ #スイカゲーム #ゲーム実況 #サワヤンゲームズ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20,449,064  👍 362,431  ⏱ 0:59  📅 2023-12-22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全部ひっかかる人【しょぼんのアクション3D】 #ゲーム実況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19,800,621  👍 389,699  ⏱ 1:00  📅 2023-09-28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見たことの無い落ち方をする配信者#葉 #ゲーム実況 #切り抜き #onlyup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19,342,662  👍 363,547  ⏱ 0:38  📅 2023-07-07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142,659,097  👍 0  ⏱ 1:31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36,251,761  👍 523,922  ⏱ 1:31  📅 2026-01-09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【アニメ 1話】トミカハイパーレスキュー　ドライブヘッド 機動救急警察『事件発生！ゴ…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タカラトミー  👁 25,203,006  👍 30,653  ⏱ 24:06  📅 2017-11-30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https://www.youtube.com/watch?v=YFgOGh9RKsY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合コンでライバルを潰す女【アニメ】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そろ谷のアニメっち  👁 23,035,505  👍 141,476  ⏱ 0:16  📅 2026-02-27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https://www.youtube.com/watch?v=nGQyPzkEy2s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【ポケモン公式】アニメ「ゲンガーになっちゃった！？」－ポケモン Kids TV【PO…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ポケモン Kids TV  👁 21,907,990  👍 0  ⏱ 15:06  📅 2021-09-10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https://www.youtube.com/watch?v=4vXdJ8-LZdY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6,809,475  👍 119,532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人食い村に赴任した新入巡査、衝撃的な素材と演出、面白さで世界で大好評！隠れた秀作日本…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映画少女  👁 6,124,455  👍 28,420  ⏱ 18:03  📅 2024-04-04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https://www.youtube.com/watch?v=Qut46hqaMvw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市川團十郎が語る映画「国宝」の率直な感想と歌舞伎への想い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3,543,150  👍 45,536  ⏱ 17:48  📅 2025-07-12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名作映画を見た感想を嘘ついてる奴は誰だ！映画人狼バトル開始！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3,380,433  👍 30,024  ⏱ 34:45  📅 2024-09-26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ディズニー１００周年のゴミ『ウィッシュ』レビュー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3,318,925  👍 43,658  ⏱ 12:56  📅 2023-12-19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