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【大作業】家8000軒分の超巨大な火山をまっ平にするまで終われません！【マイクラ…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WATCH ME -Global EP Digest-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【マインクラフト】協力してブロック崩しをクリアしたら秘蔵写真が見れるらしい?【日…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【予告】映画「SUKIYAKI 上を向いて歩こう」＜12月25日(金)公開＞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15万回　👍 980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EBiDAN(恵比寿学園男子部) 「好きだから走れ！！！！！！！」Lyric 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56万回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