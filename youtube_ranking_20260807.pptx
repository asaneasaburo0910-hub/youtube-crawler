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iPy6dHQp_u8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I-TX9GZpDe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YqOrwrMirh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6_nWHrfAyF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Hu5bhR6eyBo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Sy7cLG6XHR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4IKHox-DKr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RJT_8aEB6lo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4WiUjd_MlSA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lsHy8vRpnAM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-NFhRWhkp7I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fGGTf044UP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mEAhcCWMAa4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2026年08月07日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https://www.youtube.com/watch?v=iPy6dHQp_u8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【ぽこあポケモン！DLC】遂にッ！！来たッ！！あそぼおおおおおおお！！！　【にじさんじ/鈴原るる】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鈴原るる【にじさんじ所属】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114,343  👍 2,630  💬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7:40:26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https://www.youtube.com/watch?v=I-TX9GZpDeY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?????????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1,034,572  👍 75,610  💬 3,304  📈+30.9%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前日比+30.9%で着実に成長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https://www.youtube.com/watch?v=YqOrwrMirh8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⭕️⭕️しただけで逮捕されました。【マインクラフト】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453,456  👍 21,110  💬 1,112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35:43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いいね率4.7%と好評価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https://www.youtube.com/watch?v=6_nWHrfAyFA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【MV】FRUITS ZIPPER『1,2,3,FOOOOUR』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KAWAII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151,290  👍 11,614  💬 1,949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3:27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いいね率7.7%と視聴者の支持が非常に高い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https://www.youtube.com/watch?v=Hu5bhR6eyBo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話題の完全新作ホラーゲーム『 超高速青鬼2 ブルーベリー臨海学校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1,588,653  👍 37,723  💬 3,083  📈+81.6%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3:43:55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前日比+81.6%と急拡散中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https://www.youtube.com/watch?v=Sy7cLG6XHRY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劇場シリーズ【第一部】メイドインアビス 目覚める神秘｜本予告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KADOKAWAanime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25,696  👍 5,243  💬 439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1:03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いいね率20.4%と視聴者の支持が非常に高い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https://www.youtube.com/watch?v=4IKHox-DKrM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【Ado】モンストロ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537,633  👍 92,660  💬 4,171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3:14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　いいね率17.2%と視聴者の支持が非常に高い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https://www.youtube.com/watch?v=RJT_8aEB6lo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モンストニュース[8/6]新たに「彩・獣神祭」が開催！「未開の幻洞」や「コースを選んで最大200連！アゲインガチャ」など、モンストの最新情報をお届けします！【モンスト公式】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471,413  👍 5,812  💬 433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47:45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https://www.youtube.com/watch?v=4WiUjd_MlSA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映画『八つ墓村』本予告【9月18日(金)全国公開】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松竹チャンネル/SHOCHIKUch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18,949  👍 339  💬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Mrs. GREEN APPLE – クスシキ | MUSIC AWARDS JAPAN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331,768  👍 28,774  💬 1,091  ⏱ 3:19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いいね率8.7%と視聴者の支持が非常に高い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https://www.youtube.com/watch?v=lsHy8vRpnAM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25,660,947  👍 63,847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19,392,816  👍 11,105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19,164,501  👍 157,864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14,609,965  👍 41,686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12,784,629  👍 170,407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22,098,740  👍 394,231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20,460,986  👍 362,226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19,822,935  👍 389,565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18,655,053  👍 546,388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17,452,193  👍 543,225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220,716,599  👍 1,224,333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148,191,350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Mrs. GREEN APPLE「ライラック」MV - TVアニメ『忘却バッテリー』…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56,351,049  👍 183,118  ⏱ 4:53  📅 2024-07-04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48,751,312  👍 197,424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ライオン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May'n - Topic  👁 42,173,266  👍 143,178  ⏱ 5:04  📅 2020-10-01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https://www.youtube.com/watch?v=fGGTf044UPI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7,383,687  👍 106,482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6,841,471  👍 119,724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6,608,333  👍 101,956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4,231,480  👍 22,638  ⏱ 0:12  📅 2026-07-09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3,726,324  👍 46,796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