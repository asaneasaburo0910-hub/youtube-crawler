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2026年06月26日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「THE ONE PIECE」ティーザー予告編 - Netflix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96万回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モーニング娘。'26『Lonely...But not Alone』Promot…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モーニング娘。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22万回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モンストニュース[6/25]超究極「ペイン天道」降臨！新イベント「掟と抗争のカル…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モンスト（モンスターストライク）公式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40万回　👍 4,671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【THE ONE PIECE】ティザー予告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ONE PIECE公式YouTubeチャンネル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80万回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Stray Kids "RUN IT" M/V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JYP Entertainment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1461万回　👍 107万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