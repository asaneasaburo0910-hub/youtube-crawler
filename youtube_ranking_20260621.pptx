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bE7SMZ1jWlk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4FmsSWk8K1c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pK5CEyBaUSw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Q0z4bi_-vlM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ydRpTsLrn6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SSEWfgjSA5k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7E9ZXITzgc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bFtf1hEAAi0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s8cP1Vt5US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g9PQ_UXGZ2A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21eblauBPy8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Gaa5iluMIQ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Mr8II4SLhaI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40nqUvs_tf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LLm3s8OnSdg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2pECnr5MNu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3eytpBOkOFA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TXYFkQj8-C8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2026年06月21日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https://www.youtube.com/watch?v=bE7SMZ1jWlk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【マインクラフト】大型アプデきたー!! 硫黄の洞窟探しでガチで奇跡が起きた！【ヒカクラ2 - Part177】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HikakinGames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519,538  👍 15,614  💬 636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56:23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https://www.youtube.com/watch?v=4FmsSWk8K1c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【超学生×天月×Gero×センラ×そらる】好きすぎて滅！ @歌ってみた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Chogakusei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362,121  👍 37,263  💬 3,543  📈+62.8%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3:32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前日比+62.8%と急拡散中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https://www.youtube.com/watch?v=pK5CEyBaUSw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【スト6】  国宝 【 V最本番 】#KSKWIN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1,162,573  👍 10,387  💬 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11:54:59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https://www.youtube.com/watch?v=Q0z4bi_-vlM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『キャラメルハート』 from 超特急 BULLET TRAIN ARENA TOUR 2025「EVE」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超特急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35,701  👍 8,636  💬 787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3:44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いいね率24.2%と視聴者の支持が非常に高い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https://www.youtube.com/watch?v=ydRpTsLrn6U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ググガガペンギンの都市伝説を検証した結果...【 マイクラ / マインクラフト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166,465  👍 3,008  💬 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19:12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https://www.youtube.com/watch?v=SSEWfgjSA5k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JUJUTSU KAISEN Season 4 Trailer Mega Reaction Mashup | 呪術廻戦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SENKAIRO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78,672  👍 1,165  💬 25  📈+113.5%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1:10  ·  📅 公開27時間前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急上昇中の新興コンテンツ　前日比+113.5%と急拡散中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https://www.youtube.com/watch?v=7E9ZXITzgcc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Elmiene, Fujii Kaze - Comets + Gold (Official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ElmieneVEVO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421,547  👍 28,835  💬 1,400  📈+65.5%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3:10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前日比+65.5%と急拡散中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https://www.youtube.com/watch?v=bFtf1hEAAi0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VTuber最協決定戦 Ver.STREET FIGHTER 6 第二幕 Day1 本配信 【#V最協第二幕】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渋谷ハル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1,381,953  👍 13,755  💬 218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9:34:13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https://www.youtube.com/watch?v=s8cP1Vt5US8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『チェンソーマン 刺客篇』ティザーPV②／Chainsaw Man –  Assassins Arc Official Trailer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MAPPA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4,154,745  👍 322,764  💬 11,359  📈+43.6%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前日比+43.6%で着実に成長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Aぇ! group - 「PRIDE」Official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524,012  👍 54,241  💬 7,621  ⏱ 4:18  📅 公開35時間前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前日比+47.8%で着実に成長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https://www.youtube.com/watch?v=g9PQ_UXGZ2A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19,152,906  👍 158,002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狩野英孝のマイクラ実況が面白いwww#エンタメ #マイクラ #狩野英孝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11,730,458  👍 185,943  ⏱ 1:33  📅 2025-07-05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11,517,712  👍 132,917  ⏱ 0:18  📅 2025-11-01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10,545,787  👍 97,981  ⏱ 0:57  📅 2025-10-17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大根だけってどんな味なんだろう？ #面白い #おもしろ #エンタメ #お笑い #お笑…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8,889,366  👍 87,055  ⏱ 0:33  📅 2025-11-05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https://www.youtube.com/watch?v=40nqUvs_tfE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20,697,961  👍 376,054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20,450,507  👍 362,381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19,803,984  👍 389,667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女子のイタズラに男子は引っかかる？【 マイクラ / Minecraft 】#Shor…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ちろぴの  👁 17,768,355  👍 185,103  ⏱ 0:41  📅 2022-09-15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https://www.youtube.com/watch?v=LLm3s8OnSdg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17,221,954  👍 539,897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727,986,606  👍 3,359,232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TVアニメ「ダンベル何キロ持てる？」OPテーマ Muscle Video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282,763,369  👍 791,708  ⏱ 1:44  📅 2019-07-11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214,938,403  👍 2,011,373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YOASOBI「祝福」Official Music Video (『機動戦士ガンダム…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180,428,503  👍 764,657  ⏱ 3:18  📅 2022-10-02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https://www.youtube.com/watch?v=3eytpBOkOFA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143,830,550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4,540,148  👍 73,631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3,642,641  👍 46,264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3,405,027  👍 30,132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3,343,470  👍 43,849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Netflix公開直後「23か国で1位＆2600万ビュー」  史上最狂のどんでん返し…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映画一口  👁 2,604,078  👍 9,244  ⏱ 16:36  📅 2025-09-16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https://www.youtube.com/watch?v=TXYFkQj8-C8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