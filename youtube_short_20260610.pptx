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『Dragon's Dogma 2: Dark Arisen』 Announce…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11万回　👍 4,676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吉田仁人 - 東京(Official Music Video)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34万回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Nintendo Direct 2026.6.9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Nintendo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641万回　👍 13万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KINGDOM HEARTS IV – Teaser Trailer | Jun…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スクウェア・エニックス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28万回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クイーンオブハート  / 甲斐田晴 (cover) 【歌ってみた】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甲斐田 晴 / Kaida Haru【にじさんじ】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14万回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