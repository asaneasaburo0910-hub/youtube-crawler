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2026年09月09日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映画『呪いのスマホ』予告／𝟣𝟣.𝟣𝟥 (金)公開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松竹チャンネル/SHOCHIKUch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15万回　👍 869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&amp;TEAM 'Mark on Me' Official MV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218万回　👍 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ゼルダの伝説40周年 Direct 2026.9.8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Nintendo 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366万回　👍 7万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『ゴジラ-0.0』予告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157万回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LEE JISOO / MISMATCH -Music Video-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HANA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116万回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