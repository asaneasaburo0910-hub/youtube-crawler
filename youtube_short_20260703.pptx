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2026年07月03日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【予告2】劇場版『TOKYO MER～走る緊急救命室～CAPITAL CRISI…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43万回　👍 5,586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Missing -Behind The Scenes-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18万回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【4人】「全員一致ゲーム＆全員不一致ゲーム」で連続目指したら地獄でした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レトルト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『劇場版 薬屋のひとりごと 亡妃の秘宝』予告｜2026年12月11日（金）公開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TOHO animation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EBiDAN(恵比寿学園男子部) 「Yes! 東京」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EBiDAN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130万回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