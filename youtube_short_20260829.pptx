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2026年08月29日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【マインクラフト】目まぐるしく変わるメタの中でも最強のキャラで戦いたい【日常組】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＝LOVE（イコールラブ）/ 21st Single『恋、はじめました。』Pos…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＝LOVE（イコールラブ）公式チャンネル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【ドラゴンボールZ ドッカンバトル】GLOBAL DOKKAN CAMPAIGN…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Bandai Namco Entertainment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47万回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「ダウンタイム」予告編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72万回　👍 2,323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なにわ男子 - Moonlit [なにわ男子 LIVE TOUR 2026 「N…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44万回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