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2026年07月21日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映画『カイジ 人生リベンジゲーム』予告1｜2027年1月29日(金)公開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13万回　👍 2,599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STARGLOW / Drivin' My Life -Music Video-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STARGLOW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25万回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初日に見つかる想定をしていないであろうお宝を発見してしまうk4sen【VCR 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k4sen / かせん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40万回　👍 8,178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「アベンジャーズ／ドゥームズデイ」ティザー予告｜12月18日[金] 劇場公開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ディズニー・スタジオ公式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しおざきわんだーらんど (塩﨑太智) (Dance Practic…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57万回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