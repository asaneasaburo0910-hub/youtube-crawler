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Z2n70Trnr0A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Y2WvkQ4OBoY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Lz24PqZkF2s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vMwxj4-Hc-Q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Xju1lb2gmXk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FSDlM8Ue0Po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UZ4an60Zmvc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ROgv8KX8rS4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am9smS7NPYA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qFhspt7zsXg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9nXbYZL8V9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G-gXirMbzFY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0cjKg-Z3xak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mhCy0IgobIw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7l76OBSrcg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5yb2N3pnzt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Z8xvh9B1JZ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Xr032EhUDPw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dM7x1PNZDo0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ZZvIVRQ4E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EoY46IjI_jM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2026年07月13日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https://www.youtube.com/watch?v=Z2n70Trnr0A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マイオンリー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253,099  👍 18,314  💬 732  📈+174.7%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3:47  ·  📅 公開29時間前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前日比+174.7%と急拡散中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https://www.youtube.com/watch?v=Y2WvkQ4OBoY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極小ぼんじゅうるを捕まえろ！！【マイクラ】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285,662  👍 9,867  💬 319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42:46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いいね率3.5%と好評価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https://www.youtube.com/watch?v=Lz24PqZkF2s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T.M.Revolution - HOT LIMIT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8,233,588  👍 430,063  💬 27,305  📈+25.6%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5:12  ·  📅 公開55時間前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500万再生超の超バズ動画　前日比+25.6%で着実に成長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https://www.youtube.com/watch?v=vMwxj4-Hc-Q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【モンスト】衝撃の『アルセーヌ』・『ソロモン』W獣神化改！まさかのコラボ真獣神化！ ＋ 桁外れのサプライズに感動した話【しろ】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しろ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107,510  👍 2,035  💬 370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28:25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https://www.youtube.com/watch?v=Xju1lb2gmXk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夜鷹 - Yodaka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Kenshi Yonezu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297,146  👍 19,954  💬 1,285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3:19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　いいね率6.7%と視聴者の支持が非常に高い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https://www.youtube.com/watch?v=FSDlM8Ue0Po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【呪術廻戦】知らなかった！！コラボ真獣神化があるなんて！！【モンストモンドリニュース】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がみくん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225,635  👍 3,538  💬 789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33:36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https://www.youtube.com/watch?v=UZ4an60Zmvc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Brand 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Mrs. GREEN APPLE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656,461  👍 44,915  💬 3,075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3:32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50万再生の注目コンテンツ　いいね率6.8%と視聴者の支持が非常に高い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https://www.youtube.com/watch?v=ROgv8KX8rS4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DREAMDAZE Ⅳ　7.12 SUN【モンスト公式】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2,773,617  👍 23,091  💬 408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11:05:08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https://www.youtube.com/watch?v=am9smS7NPYA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【タリバン支配】13歳で結婚させられた母、60歳で初めて夢を追う／映画『ハワの手習い』予告編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moviecollectionjp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8,203  👍 43  💬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2:05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Number_i - BUGS LIFE (Official Music Video)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1,325,253  👍 55,633  💬 7,210  ⏱ 3:25  📅 公開5時間前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100万再生超の大ヒット　いいね率4.2%と好評価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https://www.youtube.com/watch?v=qFhspt7zsXg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21,111,788  👍 53,137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19,156,677  👍 157,925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14,609,860  👍 41,716  ⏱ 0:17  📅 2025-09-26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11,744,109  👍 186,059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11,535,977  👍 133,027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クオリティが高すぎて鳥肌が立つホラーゲーム『 狂い月 』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キヨ。  👁 24,816,355  👍 142,712  ⏱ 3:52:12  📅 2020-01-12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https://www.youtube.com/watch?v=G-gXirMbzFY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見たことの無い落ち方をする配信者#葉 #ゲーム実況 #切り抜き #onlyup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21,165,342  👍 381,294  ⏱ 0:38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感動のダブルスイカ‼️ #スイカゲーム #ゲーム実況 #サワヤンゲームズ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20,453,375  👍 362,255  ⏱ 0:59  📅 2023-12-22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19,809,777  👍 389,544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ヒカキンのスーパーマリオ3Dワールド実況 パート1【Nintendo Switc…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HikakinGames  👁 12,586,273  👍 42,642  ⏱ 42:29  📅 2021-03-27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https://www.youtube.com/watch?v=s7l76OBSrcg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160,813,844  👍 0  ⏱ 1:31  📅 2023-09-01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ピンポン玉チャレンジLv100【アニメ】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44,544,364  👍 167,236  ⏱ 0:22  📅 2026-06-08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39,327,431  👍 540,087  ⏱ 1:31  📅 2026-01-09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TVアニメ「ONE PIECE」1000話記念：ウィーアー！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ONE PIECE公式YouTubeチャンネル  👁 37,504,568  👍 785,208  ⏱ 1:52  📅 2021-11-21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https://www.youtube.com/watch?v=dM7x1PNZDo0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TVアニメ「しかのこのこのここしたんたん」ノンクレジットオープニング映像『シカ色デイ…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TWIN ENGINE  👁 35,181,866  👍 507,956  ⏱ 1:31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https://www.youtube.com/watch?v=ZZvIVRQ4E7I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7,380,379  👍 106,500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6,826,742  👍 119,650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6,056,412  👍 94,503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3,708,565  👍 46,663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マイケル・ジャクソンが心から笑った瞬間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3,685,230  👍 65,418  ⏱ 0:41  📅 2026-05-24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