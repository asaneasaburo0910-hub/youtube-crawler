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2026年10月25日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EXCLUSIVE PREVIEW ⚾ MLB Crosses Over Int…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MLB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241万回　👍 4万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Mrs. GREEN APPLE「シンデレラ」Official Music Vi…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Mrs. GREEN APPLE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398万回　👍 7万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【整理整頓】100万アイテム全てかたづけるまで終われません！【マイクラ】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ドズル社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55万回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Avengers: Doomsday | In Theaters Decembe…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Marvel Entertainment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428万回　👍 13万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KEY TO LIT - KEY TERUYA2 ～キテルヤツ～ [Music 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KEY TO 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158万回　👍 8万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