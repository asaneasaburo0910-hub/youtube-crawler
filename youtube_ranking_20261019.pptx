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m73y3nyuZ6A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WiF5IXtHMX8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L1Zltfh2kwM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bafSniJZQtk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EckAV-PIa_Q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UIwWaChgPno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hNA6fHFNvoY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iOUYSQI2wiU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khJGxyLBb_A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ZO6UXkMYpUc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i5TSvrhVH94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Gaa5iluMIQ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ffE0CxNxrII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1JT-CjiNVok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WPl10ZrhCtk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gcgKUcJKxIs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Z8xvh9B1JZk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NiApv1AXahs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YmRxFhtYydY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2026年10月19日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https://www.youtube.com/watch?v=m73y3nyuZ6A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 #ホロ甲2026 】ホロライブ甲子園2026本戦DAY2⚾️3D✨トーナメント戦‼️ #ホロ甲2026DAY2 【大神ミオ・白銀ノエル・宝鐘マリン・尾丸ポルカ・博衣こより・響咲リオナ/ホロライブ】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Koyori ch. 博衣こより - holoX 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1,227,991  👍 19,625  💬 288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5:26:18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https://www.youtube.com/watch?v=WiF5IXtHMX8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RADWIMPS - 汝、星のごとく / You, Like a Star [Official Music Video]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RADWIMPS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269,253  👍 8,359  💬 223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5:30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いいね率3.1%と好評価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https://www.youtube.com/watch?v=L1Zltfh2kwM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1,000,000,000円稼ぐまで家に帰れない牧場で鶏を飼育する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ハヤトの野望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321,350  👍 2,218  💬 127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1:06:56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https://www.youtube.com/watch?v=bafSniJZQtk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ラブリーズン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GNJB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87,949  👍 6,368  💬 402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3:40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急上昇中の新興コンテンツ　いいね率7.2%と視聴者の支持が非常に高い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https://www.youtube.com/watch?v=EckAV-PIa_Q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「CAPCOM Pro Tour 2026 ワールドウォリアー」日本大会 #4 ゲスト：ぼんじゅうる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Capcom Fighters 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1,074,562  👍 4,143  💬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5:27:01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https://www.youtube.com/watch?v=UIwWaChgPno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CHAERYEONG SOLO DEBUT | 'Lovesick' OFFICIAL TRAILER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JYP Entertainment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516,145  👍 36,712  💬 2,195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1:47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50万再生の注目コンテンツ　いいね率7.1%と視聴者の支持が非常に高い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https://www.youtube.com/watch?v=hNA6fHFNvoY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Love Me Madly(Jugyonel ver.)【EBiDAN THE LIVE 2026 シャッフルユニット】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EBiDAN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1,360,851  👍 76,777  💬 6,802  📈+48.5%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2:38  ·  📅 公開35時間前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前日比+48.5%で着実に成長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https://www.youtube.com/watch?v=iOUYSQI2wiU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11周年新情報発表！プロスピAニュース 11周年記念スペシャル【プロスピA】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パワプロ・プロスピ公式チャンネル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567,146  👍 6,378  💬 256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1:18:55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https://www.youtube.com/watch?v=khJGxyLBb_A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12/25（金）公開『巨頭ｵ』予告編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finefilmsmovie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370,475  👍 1,897  💬 265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1:13  ·  📅 公開19時間前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公開19時間で急上昇入り！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Touch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115,678  👍 7,891  💬 619  ⏱ 3:26  📅 公開12時間前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いいね率6.8%と視聴者の支持が非常に高い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https://www.youtube.com/watch?v=ZO6UXkMYpUc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19,165,464  👍 157,623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ごっこ倶楽部の楽屋  👁 12,786,547  👍 170,161  ⏱ 1:28  📅 2025-04-14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11,830,689  👍 186,991  ⏱ 1:33  📅 2025-07-05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11,633,373  👍 133,721  ⏱ 0:18  📅 2025-11-01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10,703,084  👍 99,643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23,700,212  👍 416,554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20,484,478  👍 361,931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19,854,742  👍 389,449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息子の扱いが酷すぎる男。#ゲーム実況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19,455,754  👍 266,842  ⏱ 0:58  📅 2026-03-12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デビルレベルpart9 #switch2 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おバカなぐりげん  👁 16,615,002  👍 194,626  ⏱ 1:02  📅 2025-08-18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https://www.youtube.com/watch?v=1JT-CjiNVok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227,023,497  👍 1,239,884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ヒグチアイ / 悪魔の子 (アニメスペシャルVer.) | Ai Higuchi “…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226,127,257  👍 2,065,521  ⏱ 3:50  📅 2022-01-24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153,941,126  👍 0  ⏱ 1:31  📅 2023-07-07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ピンポン玉チャレンジLv100【アニメ】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ゆずざくろ  👁 130,091,251  👍 429,631  ⏱ 0:22  📅 2026-06-08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https://www.youtube.com/watch?v=Z8xvh9B1JZk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【♪うたアニメ】とん とん とん とん ひげじいさん〈うた：いっちー＆なる〉, Fi…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ボンボンアカデミー  👁 125,174,057  👍 74,738  ⏱ 1:50  📅 2019-09-06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https://www.youtube.com/watch?v=NiApv1AXahs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7,255,553  👍 108,914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6,981,331  👍 120,833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4,682,133  👍 24,784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ただの不倫じゃない…。難解だけど超名作と評判の愛と社会の“正しさ”を問う感動作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映画ドラマ二アック  👁 4,059,476  👍 8,200  ⏱ 20:56  📅 2026-08-27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https://www.youtube.com/watch?v=YmRxFhtYydY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3,805,360  👍 47,116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