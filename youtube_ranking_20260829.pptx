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BDUItFbK_U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6WsBL7XaIF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HHv5RZpvbV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DMaK8ybx1a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B99WuUkn0t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nSIVUFrYH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sry25cSTB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-rEV7Wo9yE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5RsZq6Btmd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MePfySTuk_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rdSgwQTqW0Y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210R0ozmLwg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https://www.youtube.com/watch?v=BDUItFbK_U4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FictionJunction 「彼方」(『劇場版 魔法少女まどか☆マギカ 〈ワルプルギスの廻天〉』主題歌) Music 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FictionJunction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396,605  👍 12,337  💬 759  📈+79.4%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5:30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前日比+79.4%と急拡散中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https://www.youtube.com/watch?v=6WsBL7XaIF8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人がどんどん消えていく団地【マインクラフト】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658,852  👍 19,710  💬 895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41:11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https://www.youtube.com/watch?v=HHv5RZpvbV4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'show time...'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4,224,636  👍 113,915  💬 9,561  📈+33.3%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4:34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前日比+33.3%で着実に成長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https://www.youtube.com/watch?v=DMaK8ybx1ao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F 第1節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1,227,845  👍 9,601  💬 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4:12:06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https://www.youtube.com/watch?v=B99WuUkn0tg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Dance Forever -Muscle Practice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577,691  👍 54,019  💬 6,505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いいね率9.4%と視聴者の支持が非常に高い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https://www.youtube.com/watch?v=WnSIVUFrYHY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【マインクラフト】目まぐるしく変わるメタの中でも最強のキャラで戦いたい【日常組】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757,854  👍 16,747  💬 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1:51:30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https://www.youtube.com/watch?v=usry25cSTBQ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21st Single『恋、はじめました。』Position Shuffle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303,731  👍 11,461  💬 1,172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https://www.youtube.com/watch?v=-rEV7Wo9yEM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【ドラゴンボールZ ドッカンバトル】GLOBAL DOKKAN CAMPAIGN 2026 記念生放送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Bandai Namco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472,897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1:28:41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https://www.youtube.com/watch?v=5RsZq6BtmdE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「ダウンタイム」予告編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724,302  👍 2,323  💬 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Moonlit [なにわ男子 LIVE TOUR 2026 「ND⁵」]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446,275  👍 30,747  💬 5,565  ⏱ 3:15  📅 公開13時間前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いいね率6.9%と視聴者の支持が非常に高い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https://www.youtube.com/watch?v=MePfySTuk_E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29,980,543  👍 73,732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20,368,934  👍 11,541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19,164,864  👍 157,786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18,631,397  👍 62,708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14,610,058  👍 41,656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22,586,090  👍 401,310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20,468,584  👍 362,149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最高のモンスター #マイクラ #minecraft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ぱるん  👁 19,518,905  👍 145,485  ⏱ 0:12  📅 2025-07-20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https://www.youtube.com/watch?v=rdSgwQTqW0Y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18,659,486  👍 546,202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13,233,984  👍 95,741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222,694,517  👍 1,229,360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164,612,540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149,698,255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TVアニメ「マッシュル-MASHLE-」第2期ノンクレジットOPムービー｜Creep…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133,496,104  👍 1,356,498  ⏱ 1:31  📅 2024-01-07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50,226,974  👍 200,867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6,925,776  👍 105,853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6,910,388  👍 120,361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4,524,057  👍 24,015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4,299,150  👍 89,233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3,549,999  👍 30,673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