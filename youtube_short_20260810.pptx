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2026年08月10日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【予告編】大人はちょい怖、子供は結構怖い…かも＞＜『Lalabear』ララベア◇…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HIMAWARIちゃんねる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3万回　👍 1,072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Serenade (KARINA &amp; WINTER)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aespa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33万回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にじさんじ甲子園2026 本戦 Day2【 #にじ甲2026_Day2 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にじさんじ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180万回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8月10日は“バイオの日”！『バイオハザード』日本限定＜特別予告＞10月9日（金…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ソニー・ピクチャーズ 映画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2万回　👍 699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iiONDO - はつ恋ONDO 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iiONDO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11万回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