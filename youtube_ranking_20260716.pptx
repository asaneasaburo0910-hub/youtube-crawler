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EW4dTuj1-0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E90_SA2weC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j2zRU0RQEjA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yAJmHC1qROQ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RzsD7MC8OSg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gRH4TN1jBs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IQN7mEwkFp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IjFXBFO_oH8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4Mopkx0DAZg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2jvIuTp534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7l76OBSrcg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5yb2N3pnzt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-NFhRWhkp7I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Z8xvh9B1JZ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fGGTf044UP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EoY46IjI_j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2026年07月16日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https://www.youtube.com/watch?v=EW4dTuj1-04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Dragnutz flow (3Li¥en Diss) - Worldwide Skippa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Worldwide Skippa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45,603  👍 1,363  💬 735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2:31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いいね率3.0%と好評価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https://www.youtube.com/watch?v=E90_SA2weCA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貢献した人から帰れるエンドラ討伐！【マイクラ】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299,895  👍 10,141  💬 344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52:32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https://www.youtube.com/watch?v=j2zRU0RQEjA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実写映画『ルックバック』本予告映像解禁【9月11日公開】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株式会社K2Pictures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123,676  👍 2,511  💬 198  📈+583.9%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公開22時間で急上昇入り！　10万再生突破の話題作　前日比+583.9%の爆発的な伸び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https://www.youtube.com/watch?v=yAJmHC1qROQ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真心ブラザーズ - サマーヌード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171,466  👍 11,613  💬 678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4:58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いいね率6.8%と視聴者の支持が非常に高い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https://www.youtube.com/watch?v=RzsD7MC8OSg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switch2史上最低スコアを叩き出してしまったテーマパークとコラボしたゲーム【TOKYO SCRAMBLE】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323,544  👍 6,777  💬 1,160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22:36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https://www.youtube.com/watch?v=gRH4TN1jBsE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『踊る大捜査線 N.E.W. メトロポリスを駆け抜けろ！』本予告【9月18日(金)公開】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862,420  👍 10,996  💬 1,286  📈+27.6%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1:36  ·  📅 公開46時間前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前日比+27.6%で着実に成長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https://www.youtube.com/watch?v=IQN7mEwkFpQ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【MV】FRUITS ZIPPER『センセーション』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KAWAII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208,815  👍 11,522  💬 1,715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いいね率5.5%と視聴者の支持が非常に高い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https://www.youtube.com/watch?v=IjFXBFO_oH8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リズム天国をやります（冒頭非初見プレイ有）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1,018,474  👍 61,014  💬 743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4:06:16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100万再生超の大ヒット　いいね率6.0%と視聴者の支持が非常に高い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https://www.youtube.com/watch?v=4Mopkx0DAZg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「ダウンタイム」ティザー予告編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456,917  👍 2,935  💬 303  📈+607.4%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1:41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10万再生突破の話題作　前日比+607.4%の爆発的な伸び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米津玄師「夜鷹」Kenshi Yonezu - Yodaka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728,977  👍 45,109  💬 2,443  ⏱ 3:29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50万再生の注目コンテンツ　いいね率6.2%と視聴者の支持が非常に高い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https://www.youtube.com/watch?v=l2jvIuTp534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19,157,824  👍 157,918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14,609,867  👍 41,713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11,745,830  👍 186,083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11,537,969  👍 133,042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10,563,341  👍 98,156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21,207,265  👍 381,848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20,453,711  👍 362,236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19,810,658  👍 389,536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ヒカキンのスーパーマリオ3Dワールド実況 パート1【Nintendo Switc…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12,591,307  👍 42,643  ⏱ 42:29  📅 2021-03-27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12,331,030  👍 160,470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161,086,814  👍 0  ⏱ 1:31  📅 2023-09-01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Mrs. GREEN APPLE「ライラック」MV - TVアニメ『忘却バッテリー』…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55,185,721  👍 182,200  ⏱ 4:53  📅 2024-07-04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ピンポン玉チャレンジLv100【アニメ】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48,861,353  👍 178,327  ⏱ 0:22  📅 2026-06-08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ライオン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May'n - Topic  👁 41,510,955  👍 141,149  ⏱ 5:04  📅 2020-10-01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https://www.youtube.com/watch?v=fGGTf044UPI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39,590,821  👍 541,514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7,381,712  👍 106,504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6,828,304  👍 119,654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6,138,524  👍 95,641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マイケル・ジャクソンが心から笑った瞬間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3,765,588  👍 66,665  ⏱ 0:41  📅 2026-05-24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3,711,484  👍 46,688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