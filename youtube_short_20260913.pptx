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Ver.7.1「冥府へのレクイエム」予告番組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原神-Genshin-公式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【オリジナル楽曲】Wishing Umbrella / しぐれうい【堀江晶太】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しぐれうい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44万回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【ドラゴンボールZ ドッカンバトル】GLOBAL DOKKAN CAMPAIGN…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21万回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映画『八つ墓村』特別主題歌予告【9月18日(金)全国公開】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松竹チャンネル/SHOCHIKUch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4万回　👍 1,014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JO1｜'IGNITE' PRACTICE VIDEO (MOVING VER.…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20万回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