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YHKqfrkxY8c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Ldrxno27qT0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yzm61LUj4g0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XoxFd8Z3DUg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Lm9cqiePlgs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40TTPzoePK0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Ic2Lw9k7mFg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eiaN4-wuqKk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We3rt2uQpoY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YImYMQpNjqc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XGbduoPa_-0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Snd181QDqu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WxiU5sFAF3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1JrBFDwE-jo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WNXS2QCVxYo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2026年10月14日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https://www.youtube.com/watch?v=YHKqfrkxY8c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M!LK - アイドルパワー（from ROCK IN JAPAN FES.2026）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1,246,326  👍 65,290  💬 4,402  📈+36.0%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3:57  ·  📅 公開36時間前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前日比+36.0%で着実に成長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https://www.youtube.com/watch?v=Ldrxno27qT0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【ヤバすぎる】ネモの『アルジュン』を見て恐怖するマゴ【ストリートファイター6】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マゴ /MAGO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158,792  👍 1,636  💬 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13:30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https://www.youtube.com/watch?v=yzm61LUj4g0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ゴジラ-0.0最新映像にギドラが映っていた？モスラ登場の可能性も...【Godzilla minus zero/マイナスワン/マイナスゼロ/ゴジラ-1.0】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GAOU CINEMATIC STUDIOS【アメコミ映画最新情報紹介チャンネル】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59,365  👍 290  💬 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12:18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https://www.youtube.com/watch?v=XoxFd8Z3DUg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咲き誇れ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YOASOBI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113,207  👍 5,361  💬 291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4:07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いいね率4.7%と好評価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https://www.youtube.com/watch?v=Lm9cqiePlgs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帰国したら別ゲーになってた!?異次元の削りダメージで暴れ回るアルジュンのモダン適正を調査する立川【アルジュン/新キャラ/スト6】【立川/切り抜き/CR】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立川ちゃんねる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97,443  👍 1,303  💬 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18:45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https://www.youtube.com/watch?v=40TTPzoePK0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Kabaddi 5 (OFFICIAL TRAILER)- Dayahang Rai, Bipin Karki, Rishma Gurung, Sirjana Gurung, Bijay,Buddhi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Baasuri Films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791,121  👍 23,345  💬 1,206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4:22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　いいね率3.0%と好評価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https://www.youtube.com/watch?v=Ic2Lw9k7mFg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SixTONES – 「MILESixTONES」LIVE DVD / Blu-ray digeST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311,012  👍 27,301  💬 1,315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7:54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いいね率8.8%と視聴者の支持が非常に高い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https://www.youtube.com/watch?v=eiaN4-wuqKk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【縛りプレイ】木が禁止の世界でエンドラ討伐！【マイクラ】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386,372  👍 9,365  💬 378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35:24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https://www.youtube.com/watch?v=We3rt2uQpoY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『ゴジラ-0.0』ファイナル予告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2,008,189  👍 27,833  💬 2,577  📈+11.1%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1:13  ·  📅 公開58時間前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前日比+11.1%で着実に成長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Beyond the Clouds, Only Me Downwind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202,449  👍 11,863  💬 442  ⏱ 3:59  📅 公開12時間前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いいね率5.9%と視聴者の支持が非常に高い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https://www.youtube.com/watch?v=YImYMQpNjqc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19,165,413  👍 157,673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12,786,496  👍 170,223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11,826,897  👍 186,995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11,625,532  👍 133,688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10,698,525  👍 99,626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23,628,575  👍 415,739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全部ひっかかる人【しょぼんのアクション3D】 #ゲーム実況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19,853,751  👍 389,571  ⏱ 1:00  📅 2023-09-28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19,250,931  👍 264,333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月のクレーターをトイレにする男🌙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15,825,407  👍 212,141  ⏱ 1:04  📅 2026-06-10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カンタン迷路かと思いきや...😭😭😭 #パズル #錯視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Kerofen Games  👁 13,588,764  👍 96,956  ⏱ 0:30  📅 2024-09-12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https://www.youtube.com/watch?v=WxiU5sFAF3c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いえでマネしないでね！@MashaBearJAPAN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1,943,351,375  👍 14,511,851  ⏱ 0:53  📅 2023-12-30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https://www.youtube.com/watch?v=1JrBFDwE-jo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226,563,628  👍 1,238,964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168,482,786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153,513,067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【♪うたアニメ】ことりのうた〈うた：いっちー＆なる〉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72,003,479  👍 37,029  ⏱ 1:35  📅 2019-08-02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https://www.youtube.com/watch?v=WNXS2QCVxYo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7,242,759  👍 108,813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6,968,173  👍 120,792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4,671,042  👍 24,751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3,942,827  👍 7,962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3,801,587  👍 47,107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