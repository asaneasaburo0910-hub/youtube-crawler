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『ゴジラ-0.0』ファイナル予告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Travis Japan - 'EGO' 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Travis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47万回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ドットで描いた自作のモンスターで強敵の弱点を突くゲーム【AIドット絵バトル】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牛沢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47万回　👍 8,696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大人気だった予告編から一転。「時間の無駄」「ホラー史上最悪の失敗作」予告編で「オ…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プク太の世界時事ニュース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25万回　👍 4,424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アイドルパワー（from ROCK IN JAPAN FES.20…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91万回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