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Vu_a6ysKIGQ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bgZAQhda33c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Q0z4bi_-vlM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Pu4ahAsIt7g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2pbH_jW8q7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Jt9X4UKLz3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FjBEe7_R2d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vxo5jkuT4ps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s8cP1Vt5US8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_wwfQZimNT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d9MAnruE_-c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EudwrmCNddQ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4cpyl0ffMJc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O2MzSLqlLIs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Qut46hqaMvw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lyZZdUUM_G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2026年06月23日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https://www.youtube.com/watch?v=Vu_a6ysKIGQ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CUE CUE CUTE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Hey! Say! JUMP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44,638  👍 4,403  💬 175  📈+100.4%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公開30時間前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前日比+100.4%と急拡散中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https://www.youtube.com/watch?v=bgZAQhda33c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【検証】初心者でもサモランの神となら高難易度イベントクリアできる説 【ビッグビッグラン】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196,033  👍 4,950  💬 332  📈+246.6%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41:46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前日比+246.6%の爆発的な伸び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https://www.youtube.com/watch?v=Q0z4bi_-vlM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『キャラメルハート』 from 超特急 BULLET TRAIN ARENA TOUR 2025「EVE」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超特急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197,608  👍 17,764  💬 1,161  📈+32.4%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3:44  ·  📅 公開42時間前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前日比+32.4%で着実に成長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https://www.youtube.com/watch?v=Pu4ahAsIt7g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【スト6】  吉沢 【 V最本番 】#KSKWIN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906,870  👍 10,448  💬 154  📈+1.3%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5:35:06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https://www.youtube.com/watch?v=2pbH_jW8q7E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＝LOVE（イコールラブ）/ ＝LOVE in TOKYO DOME 2027年1月 開催決定！！！【告知動画】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169,352  👍 18,081  💬 1,145  📈+23.5%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前日比+23.5%で着実に成長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https://www.youtube.com/watch?v=Jt9X4UKLz3Q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#005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169,172  👍 1,172  💬 344  📈+151.1%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3:20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前日比+151.1%と急拡散中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https://www.youtube.com/watch?v=FjBEe7_R2dc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So Strawberry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234,203  👍 13,758  💬 855  📈+72.7%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前日比+72.7%と急拡散中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https://www.youtube.com/watch?v=vxo5jkuT4ps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VTuber最協決定戦 Ver.STREET FIGHTER 6 第二幕 Day2 本配信 【#V最協第二幕】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渋谷ハル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1,715,069  👍 16,806  💬 240  📈+1.2%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8:25:35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https://www.youtube.com/watch?v=s8cP1Vt5US8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『チェンソーマン 刺客篇』ティザーPV②／Chainsaw Man –  Assassins Arc Official Trailer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MAPPA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5,348,949  👍 370,586  💬 12,613  📈+6.8%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1:31  ·  📅 公開80時間前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500万再生超の超バズ動画　いいね率6.9%と視聴者の支持が非常に高い　コメント1万超の大反響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Missing -Teaser-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233,669  👍 23,253  💬 1,229  ⏱ 0:37  📅 公開17時間前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前日比+258.2%の爆発的な伸び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https://www.youtube.com/watch?v=_wwfQZimNTU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19,153,219  👍 157,999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12,781,888  👍 170,494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11,731,672  👍 185,950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11,520,052  👍 132,949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10,546,654  👍 97,987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20,823,964  👍 377,204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20,450,903  👍 362,379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19,804,621  👍 389,664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自然に隠れた末路がww #shorts  #prophunt #かくれんぼ #cod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12,151,161  👍 159,464  ⏱ 1:00  📅 2024-10-30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しょぼんにブチ切れる配信者www#葉 #切り抜き #しょぼんのアクション #ゲーム実…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11,826,695  👍 364,152  ⏱ 0:55  📅 2023-05-20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https://www.youtube.com/watch?v=EudwrmCNddQ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282,768,318  👍 791,752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144,037,783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【♪うたアニメ】やさいのうた〈うた：いっちー＆なる〉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ボンボンアカデミー  👁 86,882,624  👍 37,911  ⏱ 1:36  📅 2021-11-27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https://www.youtube.com/watch?v=4cpyl0ffMJc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45,367,081  👍 189,940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37,447,808  👍 530,603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6,816,643  👍 119,593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【残酷】衝撃の妊娠・出産アニメ3選 #shorts #アニメ #紹介 #感想 #an…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6,165,725  👍 91,324  ⏱ 0:47  📅 2025-03-01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人食い村に赴任した新入巡査、衝撃的な素材と演出、面白さで世界で大好評！隠れた秀作日本…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映画少女  👁 6,132,336  👍 28,438  ⏱ 18:03  📅 2024-04-04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https://www.youtube.com/watch?v=Qut46hqaMvw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シンクロ率100％だった映画『Michael』の裏側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4,750,407  👍 76,773  ⏱ 0:56  📅 2026-05-18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3,653,581  👍 46,326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