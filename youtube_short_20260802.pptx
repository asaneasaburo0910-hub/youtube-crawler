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【日本語実況】「Esports World Cup 2026」- ストリートファ…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53万回　👍 4,636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BRUCE WAYNE feat. Flo Milli,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187万回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【新エンディング】6年前に大流行したコンビニが舞台のホラーゲーム『 夜勤事件 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【宮沢りえ】息子・北村匠海へ注ぐ絶望と慈愛の20年／映画『しびれ』予告編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moviecollectionjp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28万回　👍 491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Mrs. GREEN APPLE「Brand New」Official Musi…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157万回　👍 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