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gif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Relationship Id="rId4" Type="http://schemas.openxmlformats.org/officeDocument/2006/relationships/hyperlink" Target="https://www.youtube.com/watch?v=VQM9L9FFIhU" TargetMode="External"/><Relationship Id="rId5" Type="http://schemas.openxmlformats.org/officeDocument/2006/relationships/image" Target="../media/image1.gif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5.png"/><Relationship Id="rId4" Type="http://schemas.openxmlformats.org/officeDocument/2006/relationships/hyperlink" Target="https://www.youtube.com/watch?v=Pj9oV3p_-ao" TargetMode="External"/><Relationship Id="rId5" Type="http://schemas.openxmlformats.org/officeDocument/2006/relationships/image" Target="../media/image1.gif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image" Target="../media/image7.png"/><Relationship Id="rId4" Type="http://schemas.openxmlformats.org/officeDocument/2006/relationships/hyperlink" Target="https://www.youtube.com/watch?v=q8pxi-FzJIM" TargetMode="External"/><Relationship Id="rId5" Type="http://schemas.openxmlformats.org/officeDocument/2006/relationships/image" Target="../media/image1.gif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image" Target="../media/image9.png"/><Relationship Id="rId4" Type="http://schemas.openxmlformats.org/officeDocument/2006/relationships/hyperlink" Target="https://www.youtube.com/watch?v=xIlFjHHUfI0" TargetMode="External"/><Relationship Id="rId5" Type="http://schemas.openxmlformats.org/officeDocument/2006/relationships/image" Target="../media/image1.gif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image" Target="../media/image11.png"/><Relationship Id="rId4" Type="http://schemas.openxmlformats.org/officeDocument/2006/relationships/hyperlink" Target="https://www.youtube.com/watch?v=raUjA4uTeoo" TargetMode="External"/><Relationship Id="rId5" Type="http://schemas.openxmlformats.org/officeDocument/2006/relationships/image" Target="../media/image1.gif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Relationship Id="rId3" Type="http://schemas.openxmlformats.org/officeDocument/2006/relationships/image" Target="../media/image13.png"/><Relationship Id="rId4" Type="http://schemas.openxmlformats.org/officeDocument/2006/relationships/hyperlink" Target="https://www.youtube.com/watch?v=We3rt2uQpoY" TargetMode="External"/><Relationship Id="rId5" Type="http://schemas.openxmlformats.org/officeDocument/2006/relationships/image" Target="../media/image1.gif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5.png"/><Relationship Id="rId4" Type="http://schemas.openxmlformats.org/officeDocument/2006/relationships/hyperlink" Target="https://www.youtube.com/watch?v=TPe6Qixvm-0" TargetMode="External"/><Relationship Id="rId5" Type="http://schemas.openxmlformats.org/officeDocument/2006/relationships/image" Target="../media/image1.gif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7.png"/><Relationship Id="rId4" Type="http://schemas.openxmlformats.org/officeDocument/2006/relationships/hyperlink" Target="https://www.youtube.com/watch?v=JCh_I5Tq6f0" TargetMode="External"/><Relationship Id="rId5" Type="http://schemas.openxmlformats.org/officeDocument/2006/relationships/image" Target="../media/image1.gif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image" Target="../media/image19.png"/><Relationship Id="rId4" Type="http://schemas.openxmlformats.org/officeDocument/2006/relationships/hyperlink" Target="https://www.youtube.com/watch?v=pUuvWkCmQ_I" TargetMode="External"/><Relationship Id="rId5" Type="http://schemas.openxmlformats.org/officeDocument/2006/relationships/image" Target="../media/image1.gif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image" Target="../media/image21.png"/><Relationship Id="rId4" Type="http://schemas.openxmlformats.org/officeDocument/2006/relationships/hyperlink" Target="https://www.youtube.com/watch?v=YHKqfrkxY8c" TargetMode="External"/><Relationship Id="rId5" Type="http://schemas.openxmlformats.org/officeDocument/2006/relationships/image" Target="../media/image1.gif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Relationship Id="rId3" Type="http://schemas.openxmlformats.org/officeDocument/2006/relationships/hyperlink" Target="https://www.youtube.com/watch?v=fBQOV3jiST0" TargetMode="External"/><Relationship Id="rId4" Type="http://schemas.openxmlformats.org/officeDocument/2006/relationships/image" Target="../media/image23.png"/><Relationship Id="rId5" Type="http://schemas.openxmlformats.org/officeDocument/2006/relationships/image" Target="../media/image24.jpg"/><Relationship Id="rId6" Type="http://schemas.openxmlformats.org/officeDocument/2006/relationships/hyperlink" Target="https://www.youtube.com/watch?v=i5TSvrhVH94" TargetMode="External"/><Relationship Id="rId7" Type="http://schemas.openxmlformats.org/officeDocument/2006/relationships/image" Target="../media/image25.png"/><Relationship Id="rId8" Type="http://schemas.openxmlformats.org/officeDocument/2006/relationships/image" Target="../media/image26.jpg"/><Relationship Id="rId9" Type="http://schemas.openxmlformats.org/officeDocument/2006/relationships/hyperlink" Target="https://www.youtube.com/watch?v=21eblauBPy8" TargetMode="External"/><Relationship Id="rId10" Type="http://schemas.openxmlformats.org/officeDocument/2006/relationships/image" Target="../media/image27.png"/><Relationship Id="rId11" Type="http://schemas.openxmlformats.org/officeDocument/2006/relationships/image" Target="../media/image28.jpg"/><Relationship Id="rId12" Type="http://schemas.openxmlformats.org/officeDocument/2006/relationships/hyperlink" Target="https://www.youtube.com/watch?v=fGaa5iluMIQ" TargetMode="External"/><Relationship Id="rId13" Type="http://schemas.openxmlformats.org/officeDocument/2006/relationships/image" Target="../media/image29.png"/><Relationship Id="rId14" Type="http://schemas.openxmlformats.org/officeDocument/2006/relationships/image" Target="../media/image30.jpg"/><Relationship Id="rId15" Type="http://schemas.openxmlformats.org/officeDocument/2006/relationships/hyperlink" Target="https://www.youtube.com/watch?v=Mr8II4SLhaI" TargetMode="External"/><Relationship Id="rId16" Type="http://schemas.openxmlformats.org/officeDocument/2006/relationships/image" Target="../media/image3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jpg"/><Relationship Id="rId3" Type="http://schemas.openxmlformats.org/officeDocument/2006/relationships/hyperlink" Target="https://www.youtube.com/watch?v=0cjKg-Z3xak" TargetMode="External"/><Relationship Id="rId4" Type="http://schemas.openxmlformats.org/officeDocument/2006/relationships/image" Target="../media/image33.png"/><Relationship Id="rId5" Type="http://schemas.openxmlformats.org/officeDocument/2006/relationships/image" Target="../media/image34.jpg"/><Relationship Id="rId6" Type="http://schemas.openxmlformats.org/officeDocument/2006/relationships/hyperlink" Target="https://www.youtube.com/watch?v=XGbduoPa_-0" TargetMode="External"/><Relationship Id="rId7" Type="http://schemas.openxmlformats.org/officeDocument/2006/relationships/image" Target="../media/image35.png"/><Relationship Id="rId8" Type="http://schemas.openxmlformats.org/officeDocument/2006/relationships/image" Target="../media/image36.jpg"/><Relationship Id="rId9" Type="http://schemas.openxmlformats.org/officeDocument/2006/relationships/hyperlink" Target="https://www.youtube.com/watch?v=ffE0CxNxrII" TargetMode="External"/><Relationship Id="rId10" Type="http://schemas.openxmlformats.org/officeDocument/2006/relationships/image" Target="../media/image37.png"/><Relationship Id="rId11" Type="http://schemas.openxmlformats.org/officeDocument/2006/relationships/image" Target="../media/image38.jpg"/><Relationship Id="rId12" Type="http://schemas.openxmlformats.org/officeDocument/2006/relationships/hyperlink" Target="https://www.youtube.com/watch?v=Snd181QDquI" TargetMode="External"/><Relationship Id="rId13" Type="http://schemas.openxmlformats.org/officeDocument/2006/relationships/image" Target="../media/image39.png"/><Relationship Id="rId14" Type="http://schemas.openxmlformats.org/officeDocument/2006/relationships/image" Target="../media/image40.jpg"/><Relationship Id="rId15" Type="http://schemas.openxmlformats.org/officeDocument/2006/relationships/hyperlink" Target="https://www.youtube.com/watch?v=WxiU5sFAF3c" TargetMode="External"/><Relationship Id="rId16" Type="http://schemas.openxmlformats.org/officeDocument/2006/relationships/image" Target="../media/image4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jpg"/><Relationship Id="rId3" Type="http://schemas.openxmlformats.org/officeDocument/2006/relationships/hyperlink" Target="https://www.youtube.com/watch?v=1JrBFDwE-jo" TargetMode="External"/><Relationship Id="rId4" Type="http://schemas.openxmlformats.org/officeDocument/2006/relationships/image" Target="../media/image43.png"/><Relationship Id="rId5" Type="http://schemas.openxmlformats.org/officeDocument/2006/relationships/image" Target="../media/image44.jpg"/><Relationship Id="rId6" Type="http://schemas.openxmlformats.org/officeDocument/2006/relationships/hyperlink" Target="https://www.youtube.com/watch?v=OIBODIPC_8Y" TargetMode="External"/><Relationship Id="rId7" Type="http://schemas.openxmlformats.org/officeDocument/2006/relationships/image" Target="../media/image45.png"/><Relationship Id="rId8" Type="http://schemas.openxmlformats.org/officeDocument/2006/relationships/image" Target="../media/image46.jpg"/><Relationship Id="rId9" Type="http://schemas.openxmlformats.org/officeDocument/2006/relationships/hyperlink" Target="https://www.youtube.com/watch?v=5yb2N3pnztU" TargetMode="External"/><Relationship Id="rId10" Type="http://schemas.openxmlformats.org/officeDocument/2006/relationships/image" Target="../media/image47.png"/><Relationship Id="rId11" Type="http://schemas.openxmlformats.org/officeDocument/2006/relationships/image" Target="../media/image48.jpg"/><Relationship Id="rId12" Type="http://schemas.openxmlformats.org/officeDocument/2006/relationships/hyperlink" Target="https://www.youtube.com/watch?v=gcgKUcJKxIs" TargetMode="External"/><Relationship Id="rId13" Type="http://schemas.openxmlformats.org/officeDocument/2006/relationships/image" Target="../media/image49.png"/><Relationship Id="rId14" Type="http://schemas.openxmlformats.org/officeDocument/2006/relationships/image" Target="../media/image50.jpg"/><Relationship Id="rId15" Type="http://schemas.openxmlformats.org/officeDocument/2006/relationships/hyperlink" Target="https://www.youtube.com/watch?v=c7E-tgmFuzw" TargetMode="External"/><Relationship Id="rId16" Type="http://schemas.openxmlformats.org/officeDocument/2006/relationships/image" Target="../media/image5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2.jpg"/><Relationship Id="rId3" Type="http://schemas.openxmlformats.org/officeDocument/2006/relationships/hyperlink" Target="https://www.youtube.com/watch?v=lyZZdUUM_GM" TargetMode="External"/><Relationship Id="rId4" Type="http://schemas.openxmlformats.org/officeDocument/2006/relationships/image" Target="../media/image53.png"/><Relationship Id="rId5" Type="http://schemas.openxmlformats.org/officeDocument/2006/relationships/image" Target="../media/image54.jpg"/><Relationship Id="rId6" Type="http://schemas.openxmlformats.org/officeDocument/2006/relationships/hyperlink" Target="https://www.youtube.com/watch?v=2a1YM7MCXng" TargetMode="External"/><Relationship Id="rId7" Type="http://schemas.openxmlformats.org/officeDocument/2006/relationships/image" Target="../media/image55.png"/><Relationship Id="rId8" Type="http://schemas.openxmlformats.org/officeDocument/2006/relationships/image" Target="../media/image56.jpg"/><Relationship Id="rId9" Type="http://schemas.openxmlformats.org/officeDocument/2006/relationships/hyperlink" Target="https://www.youtube.com/watch?v=mEAhcCWMAa4" TargetMode="External"/><Relationship Id="rId10" Type="http://schemas.openxmlformats.org/officeDocument/2006/relationships/image" Target="../media/image57.png"/><Relationship Id="rId11" Type="http://schemas.openxmlformats.org/officeDocument/2006/relationships/image" Target="../media/image58.jpg"/><Relationship Id="rId12" Type="http://schemas.openxmlformats.org/officeDocument/2006/relationships/hyperlink" Target="https://www.youtube.com/watch?v=YmRxFhtYydY" TargetMode="External"/><Relationship Id="rId13" Type="http://schemas.openxmlformats.org/officeDocument/2006/relationships/image" Target="../media/image59.png"/><Relationship Id="rId14" Type="http://schemas.openxmlformats.org/officeDocument/2006/relationships/image" Target="../media/image60.jpg"/><Relationship Id="rId15" Type="http://schemas.openxmlformats.org/officeDocument/2006/relationships/hyperlink" Target="https://www.youtube.com/watch?v=OhHzzl4Z6qU" TargetMode="External"/><Relationship Id="rId16" Type="http://schemas.openxmlformats.org/officeDocument/2006/relationships/image" Target="../media/image6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828800"/>
            <a:ext cx="5943600" cy="128016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901952"/>
            <a:ext cx="56692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 Black"/>
              </a:rPr>
              <a:t>▶  YouTube トレンド ランキング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3246120"/>
            <a:ext cx="5669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0">
                <a:solidFill>
                  <a:srgbClr val="AAAAAA"/>
                </a:solidFill>
                <a:latin typeface="Arial"/>
              </a:rPr>
              <a:t>2026年10月13日  ·  急上昇 TOP 10 発表</a:t>
            </a:r>
          </a:p>
        </p:txBody>
      </p:sp>
      <p:pic>
        <p:nvPicPr>
          <p:cNvPr id="6" name="Picture 5" descr="ezgif_com-animated-gif-maker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#10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https://www.youtube.com/watch?v=VQM9L9FFIhU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Hey! Say! JUMP - I LOVE YOUのエビデンス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Hey! Say! JUMP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250,024  👍 21,434  💬 1,703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3:46  ·  📅 公開13時間前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公開13時間で急上昇入り！　10万再生突破の話題作　いいね率8.6%と視聴者の支持が非常に高い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#9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https://www.youtube.com/watch?v=Pj9oV3p_-ao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【スト6】遂に新キャラアルジュン実装！鬼気迫る尋問をしていきたい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カワノKawano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231,569  👍 837  💬 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3:05:49  ·  📅 公開-4時間前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公開-4時間で急上昇入り！　10万再生突破の話題作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#8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https://www.youtube.com/watch?v=q8pxi-FzJIM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『ゴジラ-0.0』ファイナル予告を細かすぎるほど解説・考察：典子の眼帯の下の秘密とは？謎の気球は？ギドラに第二形態？ゴジラは一度負ける…最後の切り札は明子？＜2026年11月3日(火・祝)劇場公開＞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Japan Sci-Fi 【SF解説・創作】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230,021  👍 1,162  💬 204  📈+51.4%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22:56  ·  📅 公開29時間前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公開1日で急上昇　10万再生突破の話題作　前日比+51.4%と急拡散中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#7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https://www.youtube.com/watch?v=xIlFjHHUfI0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NCT WISH 엔시티 위시 'I SPY' MV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SMTOWN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2,678,710  👍 60,661  💬 5,033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3:16  ·  📅 公開15時間前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公開15時間で急上昇入り！　100万再生超の大ヒット　いいね率2.3%と好評価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#6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https://www.youtube.com/watch?v=raUjA4uTeoo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【Sランク入れ替え】新メガ・新ポケモンの評価が違ったので修正させてください。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今日ポケch.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347,134  👍 2,446  💬 276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21:57  ·  📅 公開12時間前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公開12時間で急上昇入り！　10万再生突破の話題作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#5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https://www.youtube.com/watch?v=We3rt2uQpoY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『ゴジラ-0.0』ファイナル予告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東宝MOVIEチャンネル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1,808,243  👍 26,964  💬 2,430  📈+42.3%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1:13  ·  📅 公開36時間前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公開1日で急上昇　100万再生超の大ヒット　前日比+42.3%で着実に成長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#4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https://www.youtube.com/watch?v=TPe6Qixvm-0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Travis Japan - 'EGO' Music Video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Travis Japan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475,256  👍 31,508  💬 6,523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3:23  ·  📅 公開15時間前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公開15時間で急上昇入り！　10万再生突破の話題作　いいね率6.6%と視聴者の支持が非常に高い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https://www.youtube.com/watch?v=JCh_I5Tq6f0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ドットで描いた自作のモンスターで強敵の弱点を突くゲーム【AIドット絵バトル】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牛沢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CD7F32"/>
                </a:solidFill>
                <a:latin typeface="Arial"/>
              </a:rPr>
              <a:t>👁 471,098  👍 8,696  💬 606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37:13  ·  📅 公開16時間前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公開16時間で急上昇入り！　10万再生突破の話題作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https://www.youtube.com/watch?v=pUuvWkCmQ_I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大人気だった予告編から一転。「時間の無駄」「ホラー史上最悪の失敗作」予告編で「オデュッセイア」の観客を震え上がらせた「アザー・マミー」が大酷評！？デキがよすぎたトレーラーの代償を払う事態に・・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プク太の世界時事ニュース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C0C0C0"/>
                </a:solidFill>
                <a:latin typeface="Arial"/>
              </a:rPr>
              <a:t>👁 257,645  👍 4,424  💬 677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16:33  ·  📅 公開2時間前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公開2時間で急上昇入り！　10万再生突破の話題作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808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029200"/>
            <a:ext cx="91440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109728"/>
            <a:ext cx="91440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 b="1">
                <a:solidFill>
                  <a:srgbClr val="FFD700"/>
                </a:solidFill>
                <a:latin typeface="Arial Black"/>
              </a:rPr>
              <a:t>🏆  NO. 1  🏆</a:t>
            </a:r>
          </a:p>
        </p:txBody>
      </p:sp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1024128"/>
            <a:ext cx="4572000" cy="2569464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3639312"/>
            <a:ext cx="1005840" cy="10058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74320" y="3657600"/>
            <a:ext cx="7406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u="sng">
                <a:solidFill>
                  <a:srgbClr val="FFFFFF"/>
                </a:solidFill>
                <a:latin typeface="Arial"/>
                <a:hlinkClick r:id="rId4"/>
              </a:rPr>
              <a:t>M!LK - アイドルパワー（from ROCK IN JAPAN FES.2026）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4160520"/>
            <a:ext cx="74066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>
                <a:solidFill>
                  <a:srgbClr val="FFD700"/>
                </a:solidFill>
                <a:latin typeface="Arial"/>
              </a:rPr>
              <a:t>👁 916,127  👍 58,839  💬 4,218  ⏱ 3:57  📅 公開14時間前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4498848"/>
            <a:ext cx="7406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EC9B0"/>
                </a:solidFill>
                <a:latin typeface="Arial"/>
              </a:rPr>
              <a:t>💡 公開14時間で急上昇入り！　50万再生の注目コンテンツ　いいね率6.4%と視聴者の支持が非常に高い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4828032"/>
            <a:ext cx="7406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https://www.youtube.com/watch?v=YHKqfrkxY8c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🎬 エンタメ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いや勝つんかいw　 #おもしろ #エンタメ #ネタ #バズれ #shorts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やっさん2  👁 19,165,407  👍 157,674  ⏱ 0:10  📅 2025-08-09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https://www.youtube.com/watch?v=fBQOV3jiST0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クビの真相は？【GOKKO】【ごっこ倶楽部】【企業研究】【エンタメ業界】【IT業界】…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ごっこ倶楽部の楽屋  👁 12,786,475  👍 170,224  ⏱ 1:28  📅 2025-04-14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https://www.youtube.com/watch?v=i5TSvrhVH94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狩野英孝のマイクラ実況が面白いwww#エンタメ #マイクラ #狩野英孝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はるえもん  👁 11,826,260  👍 186,987  ⏱ 1:33  📅 2025-07-05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https://www.youtube.com/watch?v=21eblauBPy8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ネプリーグ放送事故w #おもしろ #面白い #テレビ #エンタメ #お笑い #芸人 …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やっさん2  👁 11,624,480  👍 133,680  ⏱ 0:18  📅 2025-11-01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https://www.youtube.com/watch?v=fGaa5iluMIQ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入れないと蝶野に制裁ビンタされる⁉️ #エンタメ #ガキ使 #ダウンタウン#方正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はるえもん  👁 10,697,552  👍 99,623  ⏱ 0:57  📅 2025-10-17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https://www.youtube.com/watch?v=Mr8II4SLhaI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🎮 ゲーム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見たことの無い落ち方をする配信者#葉 #ゲーム実況 #切り抜き #onlyup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葉ちゅべ  👁 23,614,607  👍 415,540  ⏱ 0:38  📅 2023-07-07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https://www.youtube.com/watch?v=0cjKg-Z3xak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全部ひっかかる人【しょぼんのアクション3D】 #ゲーム実況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タン  👁 19,853,627  👍 389,576  ⏱ 1:00  📅 2023-09-28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https://www.youtube.com/watch?v=XGbduoPa_-0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息子の扱いが酷すぎる男。#ゲーム実況 #shorts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ぱんお。  👁 19,200,026  👍 263,796  ⏱ 0:58  📅 2026-03-12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https://www.youtube.com/watch?v=ffE0CxNxrII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月のクレーターをトイレにする男🌙 #ゲーム実況 #shorts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ぱんお。  👁 15,804,552  👍 211,818  ⏱ 1:04  📅 2026-06-10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https://www.youtube.com/watch?v=Snd181QDquI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カンタン迷路かと思いきや...😭😭😭 #パズル #錯視 #Shorts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Kerofen Games  👁 13,586,798  👍 96,948  ⏱ 0:30  📅 2024-09-12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https://www.youtube.com/watch?v=WxiU5sFAF3c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✨ アニメ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いえでマネしないでね！@MashaBearJAPAN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マーシャとくま - Masha and the Bear Japan  👁 1,942,031,556  👍 14,505,857  ⏱ 0:53  📅 2023-12-30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https://www.youtube.com/watch?v=1JrBFDwE-jo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YOASOBI「勇者」 Official Music Video／TVアニメ『葬送の…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YOASOBI  👁 226,491,936  👍 1,238,787  ⏱ 3:24  📅 2023-09-29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https://www.youtube.com/watch?v=OIBODIPC_8Y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TVアニメ『呪術廻戦』第2期「渋谷事変」ノンクレジットOPムービー／OPテーマ：Ki…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TOHO animation チャンネル  👁 168,413,896  👍 0  ⏱ 1:31  📅 2023-09-01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https://www.youtube.com/watch?v=5yb2N3pnztU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TVアニメ『呪術廻戦』第2期「懐玉・玉折」ノンクレジットOPムービー／OPテーマ：キ…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TOHO animation チャンネル  👁 153,439,446  👍 0  ⏱ 1:31  📅 2023-07-07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https://www.youtube.com/watch?v=gcgKUcJKxIs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【推しの子】B小町 / POP IN 2【MV short】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TVアニメ【推しの子】公式チャンネル  👁 61,852,815  👍 599,385  ⏱ 1:31  📅 2024-10-06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https://www.youtube.com/watch?v=c7E-tgmFuzw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🍿 映画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シンクロ率100％だった映画『Michael』の裏側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フィルムチェーン  👁 7,240,107  👍 108,791  ⏱ 0:56  📅 2026-05-18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https://www.youtube.com/watch?v=lyZZdUUM_GM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歌舞伎町タワーの日本一高い映画館「109シネマズプレミアム新宿」を正直レビュー！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正直レビュー 🍰🍛  👁 6,967,373  👍 120,785  ⏱ 1:00  📅 2025-03-15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https://www.youtube.com/watch?v=2a1YM7MCXng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トイストーリー5面白くなかった。1と2が最高すぎたから見ない方がよかったと後悔してま…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かえぽん  👁 4,668,599  👍 24,737  ⏱ 0:12  📅 2026-07-09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https://www.youtube.com/watch?v=mEAhcCWMAa4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ただの不倫じゃない…。難解だけど超名作と評判の愛と社会の“正しさ”を問う感動作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映画ドラマ二アック  👁 3,925,862  👍 7,938  ⏱ 20:56  📅 2026-08-27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https://www.youtube.com/watch?v=YmRxFhtYydY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市川團十郎が語る映画「国宝」の率直な感想と歌舞伎への想い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KABUKU. / 市川團十郎。  👁 3,800,995  👍 47,106  ⏱ 17:48  📅 2025-07-12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https://www.youtube.com/watch?v=OhHzzl4Z6qU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