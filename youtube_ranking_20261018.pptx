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iiU1zrey9ao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BpPVT9VMHxg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ZnvP0DWBgWY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XfjXmbluJaY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ifgm1p40dB8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BFpRhyldjK0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l0_EnVDOzr4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frFLZXKOvJ0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-NKV2UUf5B8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hNA6fHFNvoY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21eblauBPy8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fGaa5iluMIQ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Mr8II4SLhaI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glwVRXHYhng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ffE0CxNxrII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1JT-CjiNVok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2pECnr5MNuU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OIBODIPC_8Y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WPl10ZrhCtk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5yb2N3pnztU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gcgKUcJKxIs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lyZZdUUM_GM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2a1YM7MCXng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mEAhcCWMAa4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YmRxFhtYydY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OhHzzl4Z6qU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2026年10月18日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https://www.youtube.com/watch?v=iiU1zrey9ao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Vaundy LIVE ＂しわあわせ＂(映画『ママがもうこの世界にいなくても 私の命の日記』主題歌) | one man live ARENA tour “FUSION”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Vaundy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137,530  👍 2,434  💬 94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4:35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https://www.youtube.com/watch?v=BpPVT9VMHxg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【インボキア-呪いのダイスゲーム-】４人で呪いのボードゲームやってボコボコされる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あまり驚かないガッチマンはホラーゲームばかりやっている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820,216  👍 15,834  💬 1,831  📈+1161.3%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1:05:32  ·  📅 公開18時間前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公開18時間で急上昇入り！　50万再生の注目コンテンツ　前日比+1161.3%の爆発的な伸び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https://www.youtube.com/watch?v=ZnvP0DWBgWY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Da-iCE /「うららか」Dance Performance Video（フジテレビ系木曜劇場「波うららかに、めおと日和」主題歌）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Da-iCE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504,289  👍 13,817  💬 1,110  📈+128.5%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4:26  ·  📅 公開34時間前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50万再生の注目コンテンツ　前日比+128.5%と急拡散中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https://www.youtube.com/watch?v=XfjXmbluJaY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ブロックを壊すとホラーアイテムが出るマインクラフト【 マイクラ / マインクラフト 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ウォーターチャレンジ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101,766  👍 1,233  💬 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22:53  ·  📅 公開-2時間前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公開-2時間で急上昇入り！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https://www.youtube.com/watch?v=ifgm1p40dB8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SixTONES –「S.I.X」from LIVE DVD/BD「MILESixTONES」(2026.3.26 YOKOHAMA ARENA)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SixTONES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528,342  👍 32,749  💬 1,503  📈+50.6%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2:43  ·  📅 公開33時間前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50万再生の注目コンテンツ　前日比+50.6%と急拡散中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https://www.youtube.com/watch?v=BFpRhyldjK0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映画化も決定した「 怖すぎる子供向け番組 」が題材のホラーゲーム『 Amanda the Adventurer 123 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キヨ。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754,569  👍 14,777  💬 1,098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8:17:24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50万再生の注目コンテンツ　コメント1000件超と議論が活発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https://www.youtube.com/watch?v=l0_EnVDOzr4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ACEes【ARTIST LIVE♬】マイナビ TGC 2026 A/W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ジュニアCHANNEL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250,277  👍 13,045  💬 6,411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12:11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10万再生突破の話題作　いいね率5.2%と視聴者の支持が非常に高い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https://www.youtube.com/watch?v=frFLZXKOvJ0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【大規模作業】新幹線約60両分の超長い海中トンネルを掘りきるまで終われません！【マイクラ】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589,026  👍 12,095  💬 516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54:26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50万再生の注目コンテンツ　いいね率2.1%と好評価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https://www.youtube.com/watch?v=-NKV2UUf5B8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【予習映像】-0.0までの2分40秒 ｜『ゴジラ-0.0』11月3日(火・祝)公開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東宝MOVIEチャンネル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1,223,968  👍 11,063  💬 558  📈+43.6%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2:41  ·  📅 公開37時間前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100万再生超の大ヒット　前日比+43.6%で着実に成長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Love Me Madly(Jugyonel ver.)【EBiDAN THE LIVE 2026 シャッフル…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916,188  👍 65,594  💬 5,849  ⏱ 2:38  📅 公開11時間前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50万再生の注目コンテンツ　いいね率7.2%と視聴者の支持が非常に高い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https://www.youtube.com/watch?v=hNA6fHFNvoY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19,165,456  👍 157,625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狩野英孝のマイクラ実況が面白いwww#エンタメ #マイクラ #狩野英孝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11,829,769  👍 186,981  ⏱ 1:33  📅 2025-07-05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11,631,684  👍 133,702  ⏱ 0:18  📅 2025-11-01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入れないと蝶野に制裁ビンタされる⁉️ #エンタメ #ガキ使 #ダウンタウン#方正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10,702,388  👍 99,641  ⏱ 0:57  📅 2025-10-17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https://www.youtube.com/watch?v=Mr8II4SLhaI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㊗️700万再生【もめごと界隈】in 千歳モーターランド#shorts #エンタメ 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IKE-TUBE2  👁 9,002,888  👍 10,965  ⏱ 0:31  📅 2025-10-05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https://www.youtube.com/watch?v=glwVRXHYhng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23,684,253  👍 416,345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20,484,263  👍 361,940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19,854,481  👍 389,451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息子の扱いが酷すぎる男。#ゲーム実況 #shorts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19,384,734  👍 266,030  ⏱ 0:58  📅 2026-03-12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https://www.youtube.com/watch?v=ffE0CxNxrII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デビルレベルpart9 #switch2 #ゲーム実況 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おバカなぐりげん  👁 16,614,938  👍 194,633  ⏱ 1:02  📅 2025-08-18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https://www.youtube.com/watch?v=1JT-CjiNVok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TVアニメ「ダンベル何キロ持てる？」OPテーマ Muscle Video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KADOKAWAanime  👁 283,258,753  👍 792,610  ⏱ 1:44  📅 2019-07-11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https://www.youtube.com/watch?v=2pECnr5MNuU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YOASOBI「勇者」 Official Music Video／TVアニメ『葬送の…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226,924,370  👍 1,239,637  ⏱ 3:24  📅 2023-09-29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ヒグチアイ / 悪魔の子 (アニメスペシャルVer.) | Ai Higuchi “…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ヒグチアイ  👁 226,027,653  👍 2,065,035  ⏱ 3:50  📅 2022-01-24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https://www.youtube.com/watch?v=WPl10ZrhCtk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TVアニメ『呪術廻戦』第2期「渋谷事変」ノンクレジットOPムービー／OPテーマ：Ki…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168,806,378  👍 0  ⏱ 1:31  📅 2023-09-01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https://www.youtube.com/watch?v=5yb2N3pnztU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153,857,570  👍 0  ⏱ 1:31  📅 2023-07-07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シンクロ率100％だった映画『Michael』の裏側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7,253,082  👍 108,895  ⏱ 0:56  📅 2026-05-18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6,979,514  👍 120,825  ⏱ 1:00  📅 2025-03-15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トイストーリー5面白くなかった。1と2が最高すぎたから見ない方がよかったと後悔してま…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かえぽん  👁 4,680,034  👍 24,774  ⏱ 0:12  📅 2026-07-09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https://www.youtube.com/watch?v=mEAhcCWMAa4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ただの不倫じゃない…。難解だけど超名作と評判の愛と社会の“正しさ”を問う感動作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映画ドラマ二アック  👁 4,031,003  👍 8,133  ⏱ 20:56  📅 2026-08-27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https://www.youtube.com/watch?v=YmRxFhtYydY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市川團十郎が語る映画「国宝」の率直な感想と歌舞伎への想い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3,804,546  👍 47,112  ⏱ 17:48  📅 2025-07-12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