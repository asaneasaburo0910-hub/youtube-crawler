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2026年06月05日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ACE COMBAT 8: WINGS OF THEVE | Walkthrou…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Bandai Namco Entertainment America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17万回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SUPER EIGHT - ダンダーラ [Official Music Vide…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Storm Labels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11万回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【Minecraft】#ホロ金策サバイバル2 お金を稼ぎたい( ^ω^ ) DA…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Pekora Ch. 兎田ぺこら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68万回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主題歌はAdo「モンストロ」｜映画『ブル―ロック』予告②【8月7日(金)公開】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映画『ブルーロック』チャンネル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9万回　👍 6,675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BTS (방탄소년단) 'Hooligan' Official Performa…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210万回　👍 49万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