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82SGsHkhyS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dab8DsN4Lkw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jahmGWYkD7c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Wx4-lfsgUlo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nRKyyK7S-Zw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AQEct00Ks5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83C3TZ4Zm_o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lDSBe18Sn18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V276Pu7NVM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SlQR9iu09bQ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0cjKg-Z3xak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WPl10ZrhCtk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TFYnqEqeGqY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LKECXPnR-rQ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pMTUitjC-48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2026年05月29日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https://www.youtube.com/watch?v=82SGsHkhySg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初星学園 「コンテンポラリのダンス」Official Music Video (HATSUBOSHI GAKUEN - contemporary dance)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初星学園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231,162  👍 22,174  💬 887  📈+762.0%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3:26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10万再生突破の話題作　前日比+762.0%の爆発的な伸び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https://www.youtube.com/watch?v=dab8DsN4Lkw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【4人実況】NGワードを言ったら「仲間が死ぬ」おもしろホラーゲーム『 Cursed Companions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98,751  👍 7,034  💬 499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1:21:05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いいね率7.1%と視聴者の支持が非常に高い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https://www.youtube.com/watch?v=jahmGWYkD7c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【10月1日公開ver】スティーヴン・スピルバーグ監督最新作 映画『ディスクロージャー・デイ』最新予告映像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19,239  👍 357  💬 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2:38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公開2時間で急上昇入り！　急上昇中の新興コンテンツ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https://www.youtube.com/watch?v=Wx4-lfsgUlo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なにわ男子 - Celebrate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49,859  👍 21,978  💬 2,841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4:04  ·  📅 公開-6時間前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公開-6時間で急上昇入り！　急上昇中の新興コンテンツ　いいね率44.1%と視聴者の支持が非常に高い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https://www.youtube.com/watch?v=nRKyyK7S-Zw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ドラゴンクエストからのお知らせ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スクウェア・エニックス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2,441,795  👍 0  💬 0  📈+12.7%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9:00  ·  📅 公開38時間前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100万再生超の大ヒット　前日比+12.7%で着実に成長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https://www.youtube.com/watch?v=AQEct00Ks5s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【主題歌入り予告】米津玄師「夜鷹」に決定！｜映画『キングダム 魂の決戦』7月17日(金)公開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677,094  👍 14,311  💬 944  📈+17.0%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1:30  ·  📅 公開56時間前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公開2日で急上昇　50万再生の注目コンテンツ　前日比+17.0%で着実に成長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https://www.youtube.com/watch?v=83C3TZ4Zm_o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aespa 에스파 'LEMONADE'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4,141,021  👍 297,162  💬 20,341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3:12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100万再生超の大ヒット　いいね率7.2%と視聴者の支持が非常に高い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https://www.youtube.com/watch?v=lDSBe18Sn18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【マインクラフト】全ての行動がポイントになる可能性がある世界【日常組】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161,552  👍 10,737  💬 514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54:36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公開-4時間で急上昇入り！　10万再生突破の話題作　いいね率6.6%と視聴者の支持が非常に高い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https://www.youtube.com/watch?v=V276Pu7NVMM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BTS WORLD TOUR 'ARIRANG' IN BUSAN: LIVE VIEWING - Main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BANGTANTV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225,903  👍 65,304  💬 2,964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0:41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いいね率28.9%と視聴者の支持が非常に高い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SON TUNG M-TP x TYGA | COME MY WAY | OFFICIAL MUSIC VID…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12,514,116  👍 967,641  💬 128,806  ⏱ 4:18  📅 公開14時間前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500万再生超の超バズ動画　いいね率7.7%と視聴者の支持が非常に高い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https://www.youtube.com/watch?v=SlQR9iu09bQ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19,148,169  👍 158,055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14,609,652  👍 41,772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12,781,129  👍 170,549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11,707,752  👍 185,660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11,474,241  👍 132,354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24,815,779  👍 378,622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20,447,185  👍 362,519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19,798,319  👍 389,765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見たことの無い落ち方をする配信者#葉 #ゲーム実況 #切り抜き #onlyup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18,407,276  👍 350,195  ⏱ 0:38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16,595,891  👍 195,450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ヒグチアイ / 悪魔の子 (アニメスペシャルVer.) | Ai Higuchi “…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212,481,265  👍 1,996,003  ⏱ 3:50  📅 2022-01-24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141,347,350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52,915,976  👍 180,290  ⏱ 4:53  📅 2024-07-04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バスボールを使ってみよう！#アニメキッズ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44,856,850  👍 0  ⏱ 29:47  📅 2017-09-15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https://www.youtube.com/watch?v=TFYnqEqeGqY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43,534,999  👍 186,284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6,802,125  👍 119,479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ユナイテッドシネマのポップコーンに対する投稿したらTikTokでアドバイス貰ったので…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6,208,387  👍 97,606  ⏱ 1:07  📅 2025-12-07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https://www.youtube.com/watch?v=LKECXPnR-rQ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#film #映画red #恋愛 #映画紹介 #ドラマ #movie #映画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ドゥックの映画レビューへ  👁 5,581,138  👍 34,280  ⏱ 1:41  📅 2026-05-21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https://www.youtube.com/watch?v=pMTUitjC-48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3,492,257  👍 45,054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3,349,642  👍 29,899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