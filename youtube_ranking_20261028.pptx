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KrgcyR1ySm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AUG8CQqN-W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P-lQTtltqo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85yZf6Ev2s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JmoqCllodp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-JosdTHJ0o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V2V9-9VhYJ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uJmB3lK0WNo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rq_RGc_5UA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F8YyP5wtvVw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crwxJBQKWj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17J3AXVK5w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OBe-ehVPKK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Z8xvh9B1JZk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2026年10月28日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https://www.youtube.com/watch?v=KrgcyR1ySmE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–「HANDS UP」from LIVE DVD/BD「MILESixTONES」(2026.3.26 YOKOHAMA ARENA)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581,240  👍 36,459  💬 2,292  📈+64.2%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2:36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前日比+64.2%と急拡散中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https://www.youtube.com/watch?v=AUG8CQqN-Wg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LTK Season: Finale | Regular Stage Day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League The k4sen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415,137  👍 1,774  💬 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5:19:05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https://www.youtube.com/watch?v=P-lQTtltqo0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ゴジラ-0.0新予告がまた解禁された...これマイナスギドラ宇宙怪獣じゃない？タイトルが変わるかもしれない【Godzilla minus zero/マイナスワン/マイナスゼロ/ゴジラ-1.0】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GAOU CINEMATIC STUDIOS【アメコミ映画最新情報紹介チャンネル】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41,486  👍 227  💬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9:47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https://www.youtube.com/watch?v=x85yZf6Ev2s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JO1 | 'IGNITE'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1,077,005  👍 24,430  💬 6,632  📈+89.0%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3:35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前日比+89.0%と急拡散中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https://www.youtube.com/watch?v=JmoqCllodpw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【LTK 本番 Day4】今日３ポイントとれば２位【k4sen,昏昏アリア,龍巻ちせ3、やうじ コーチ：セロス氏】CCC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689,299  👍 4,927  💬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8:01:52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https://www.youtube.com/watch?v=-JosdTHJ0o4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映画『人生を変えたコント』本予告　12月18日（金）公開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ギャガ公式チャンネル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85,825  👍 1,585  💬 84  📈+1375.2%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急上昇中の新興コンテンツ　前日比+1375.2%の爆発的な伸び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https://www.youtube.com/watch?v=V2V9-9VhYJo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ILLIT (아일릿) '체포하겠어 (You’re Under Arrest)’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8,924,860  👍 396,618  💬 22,885  📈+57.6%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  ·  📅 公開38時間前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前日比+57.6%と急拡散中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https://www.youtube.com/watch?v=uJmB3lK0WNo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「ストリートファイターリーグ JAPAN 2026」Division F 第5節　☆☆18時40分より初心者必見！SFリーグ: ウォームアップ☆☆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932,383  👍 6,113  💬 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4:13:04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https://www.youtube.com/watch?v=rq_RGc_5UA8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『僕の狂ったフェミ彼女』予告編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379,582  👍 1,410  💬 192  📈+127.6%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1:40  ·  📅 公開23時間前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公開23時間で急上昇入り！　10万再生突破の話題作　前日比+127.6%と急拡散中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ザッツ！超常 (Dance Performance Movie)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6,293,480  👍 129,900  💬 15,736  ⏱ 3:28  📅 公開34時間前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前日比+48.7%で着実に成長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https://www.youtube.com/watch?v=F8YyP5wtvVw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190,986,873  👍 400,394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Yaprak Dökümü Canlı Yayın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89,480,230  👍 38,703  ⏱ 不明  📅 2025-02-24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AVENGERS: DOOMSDAY CLOCK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61,111,206  👍 1,149,957  ⏱ 不明  📅 2025-12-16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19,165,577  👍 157,586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🔴AO VIVO: Bluey Episódios Completos em HD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Português Brasil - Canal Oficial  👁 17,731,618  👍 60,327  ⏱ 不明  📅 2026-01-13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https://www.youtube.com/watch?v=OBe-ehVPKKk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23,837,655  👍 418,416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20,486,248  👍 361,817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20,193,186  👍 276,574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19,859,597  👍 389,403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16,923,510  👍 224,508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227,764,562  👍 1,241,774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227,015,257  👍 2,069,336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169,577,525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154,677,993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ピンポン玉チャレンジLv100【アニメ】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139,600,249  👍 459,012  ⏱ 0:22  📅 2026-06-08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7,283,032  👍 109,119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6,993,538  👍 120,897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4,696,993  👍 24,821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4,221,296  👍 8,543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3,811,572  👍 47,120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