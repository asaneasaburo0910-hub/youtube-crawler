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P_uGDdotlF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NRYFF_mj_2Q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ZWY12BX2KH0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TVUhlgDNeiY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zvTbt8xiaRk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xR4mfgXHVpo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F8YyP5wtvVw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AiFOZH8cZBE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cTisUYp6xaI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LIDOl79xhs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crwxJBQKWj4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17J3AXVK5w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OBe-ehVPKKk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nd181QDq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Z8xvh9B1JZk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2026年10月29日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https://www.youtube.com/watch?v=P_uGDdotlF4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【#あやスバ】凸待ち！だれかあやスバと大富豪しませんか？：アソビ大全【ホロライブ/大空スバル】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Subaru Ch. 大空スバル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900,827  👍 23,193  💬 259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2:03:03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　いいね率2.6%と好評価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https://www.youtube.com/watch?v=NRYFF_mj_2Q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STARGLOW / Slam Dunk -Dance Performance-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STARGLOW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117,939  👍 7,494  💬 583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いいね率6.4%と視聴者の支持が非常に高い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https://www.youtube.com/watch?v=ZWY12BX2KH0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俺は成し遂げる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555,847  👍 12,622  💬 1,021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1:54:29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https://www.youtube.com/watch?v=TVUhlgDNeiY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VOLTACTION ”逆に的な I LOVE YOU”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VOLTACTION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127,846  👍 11,125  💬 720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3:20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いいね率8.7%と視聴者の支持が非常に高い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https://www.youtube.com/watch?v=zvTbt8xiaRk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 #ホロ鯖ARK 】今日は願おう！雨よ降ってくれと！！！【角巻わため/ホロライブ４期生】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Watame Ch. 角巻わため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581,418  👍 9,729  💬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5:36:21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https://www.youtube.com/watch?v=xR4mfgXHVpo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【予告】10月30日公開｜劇場版『COWBOY BEBOP 天国の扉』4K REMASTER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バンダイナムコフィルムワークス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113,539  👍 1,431  💬 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https://www.youtube.com/watch?v=F8YyP5wtvVw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M!LK - ザッツ！超常 (Dance Performance Movie)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8,523,422  👍 138,916  💬 16,613  📈+35.4%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3:28  ·  📅 公開59時間前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500万再生超の超バズ動画　前日比+35.4%で着実に成長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https://www.youtube.com/watch?v=AiFOZH8cZBE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Indie World 2026.10.28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Nintendo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1,638,893  👍 19,738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27:54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https://www.youtube.com/watch?v=cTisUYp6xaI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『映画 九条の大罪』予告映像 ≪2027年1月8日(金)公開≫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570,063  👍 4,817  💬 131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公開27時間前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Slidin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231,621  👍 12,145  💬 579  ⏱ 2:40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いいね率5.2%と視聴者の支持が非常に高い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https://www.youtube.com/watch?v=LIDOl79xhss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Yaprak Dökümü Canlı Yayın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89,693,934  👍 38,743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AVENGERS: DOOMSDAY CLOCK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Marvel Entertainment  👁 61,557,548  👍 1,152,236  ⏱ 不明  📅 2025-12-16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https://www.youtube.com/watch?v=f17J3AXVK5w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24,145,165  👍 12,360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19,165,583  👍 157,576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🔴AO VIVO: Bluey Episódios Completos em HD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Português Brasil - Canal Oficial  👁 17,796,334  👍 60,471  ⏱ 不明  📅 2026-01-13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https://www.youtube.com/watch?v=OBe-ehVPKKk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23,850,942  👍 418,564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20,486,434  👍 361,794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20,285,642  👍 277,740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19,860,298  👍 389,385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月のクレーターをトイレにする男🌙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16,971,345  👍 225,056  ⏱ 1:04  📅 2026-06-10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227,844,451  👍 1,241,925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227,117,609  👍 2,069,689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169,653,536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154,757,422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ピンポン玉チャレンジLv100【アニメ】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139,753,957  👍 459,323  ⏱ 0:22  📅 2026-06-08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7,285,076  👍 109,132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6,994,524  👍 120,900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4,698,263  👍 24,813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4,229,744  👍 8,557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3,812,175  👍 47,121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