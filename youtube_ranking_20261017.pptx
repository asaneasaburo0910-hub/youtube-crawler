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1phWa3H9v7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RocGRDDpuK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z1B4B2yBZ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QBGXKuGRW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WfaUMDDZ6E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mqLf7TUs1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nvP0DWBgWY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mU4-ODoFCz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-NKV2UUf5B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fgm1p40dB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https://www.youtube.com/watch?v=1phWa3H9v7g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【Performance Video】愛 罠 Get U #VOLTACTION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111,885  👍 12,681  💬 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https://www.youtube.com/watch?v=RocGRDDpuKA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誘拐旅館「婆楽」からの脱出！前編【 マイクラ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520,731  👍 11,681  💬 660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33:59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https://www.youtube.com/watch?v=rz1B4B2yBZY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Grand Theft Auto VI Launch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Rockstar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31,801,402  👍 1,553,946  💬 112,606  📈+46.3%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前日比+46.3%で着実に成長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https://www.youtube.com/watch?v=bQBGXKuGRWI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ONE N' ONLY／ “Golden Sun” Dance Practice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N' ONLY 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162,162  👍 14,258  💬 1,301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https://www.youtube.com/watch?v=WfaUMDDZ6Es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S 第4節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1,034,088  👍 5,996  💬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4:14:00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https://www.youtube.com/watch?v=FmqLf7TUs1U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「なぜアスランをドラァグクイーンに？」ネットフリックス映画「ナルニア：魔術師のおい」の最新予告編が公開になり批判殺到！アスランを演じる俳優が女性になり、大きな反発に直面してしまう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261,066  👍 4,804  💬 901  📈+60.6%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16:04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10万再生突破の話題作　前日比+60.6%と急拡散中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https://www.youtube.com/watch?v=ZnvP0DWBgWY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Da-iCE /「うららか」Dance Performance Video（フジテレビ系木曜劇場「波うららかに、めおと日和」主題歌）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Da-iCE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220,675  👍 10,614  💬 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https://www.youtube.com/watch?v=mU4-ODoFCzs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【マインクラフト】仲間を助ける為に帽子を探します【日常組】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714,208  👍 21,403  💬 768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1:08:54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https://www.youtube.com/watch?v=-NKV2UUf5B8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【予習映像】-0.0までの2分40秒 ｜『ゴジラ-0.0』11月3日(火・祝)公開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852,052  👍 9,408  💬 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SixTONES –「S.I.X」from LIVE DVD/BD「MILESixTONES」(2026.3.…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350,923  👍 28,445  💬 1,393  ⏱ 2:43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https://www.youtube.com/watch?v=ifgm1p40dB8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19,165,444  👍 157,639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12,786,525  👍 170,191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11,828,653  👍 186,987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11,629,945  👍 133,697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10,701,445  👍 99,643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23,667,426  👍 416,183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20,483,965  👍 361,981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19,314,724  👍 265,215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16,614,860  👍 194,662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15,944,760  👍 213,651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283,254,480  👍 792,698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226,824,787  👍 1,239,508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225,916,387  👍 2,064,734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168,717,845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153,764,377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7,249,744  👍 108,866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6,977,131  👍 120,812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4,677,174  👍 24,762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3,996,255  👍 8,065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3,803,684  👍 47,110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