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NiziU(니쥬) "Sour Grapes" M/V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205万回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『ドラゴンクエストウォーク』の新情報をお届け「スマートウォーク」#152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ドラゴンクエストウォーク公式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21万回　👍 2,075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MAZZEL × STARGLOW / Nameless MythS -Musi…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BMSG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56万回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【最難関】アヌビス1体で五右衛門降臨を攻略する 3日目 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137万回　👍 4,587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Cinderella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21万回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