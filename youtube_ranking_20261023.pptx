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3JL2sPo7dHg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BwPvrs8xipU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5beI-9RBWx4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qY8dRDuM0A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83F3kMuhy1M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ih3yZcPvehc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k8SP7SrLTv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pAa-gAsDDoA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mnoR-kTU25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oC6brLXQe4I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crwxJBQKWj4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17J3AXVK5w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OBe-ehVPKKk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NGsjOrzwjZk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nd181QDqu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Z8xvh9B1JZ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YmRxFhtYydY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a8niMJ2Int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2026年10月23日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https://www.youtube.com/watch?v=3JL2sPo7dHg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プレイする「クルーシオ」もはや魔法ではなく銃で戦ってるクソゲー【ハリー・ポッターと死の秘宝】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566,852  👍 6,144  💬 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18:22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https://www.youtube.com/watch?v=BwPvrs8xipU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Aぇ! group - 「この朝は」Official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Aぇ!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316,608  👍 26,275  💬 3,052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5:05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いいね率8.3%と視聴者の支持が非常に高い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https://www.youtube.com/watch?v=5beI-9RBWx4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モンストニュース[10/22]マイベストテンガチャがひける！「よりどりガチャマーケット」開催！超究極「イワン」登場！「破界の星墓 みんなで突破チャレンジ」 開催！【モンスト公式】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557,875  👍 4,918  💬 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54:59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https://www.youtube.com/watch?v=qY8dRDuM0AU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初音ミク　が　オリジナル曲を歌ってくれたよ「LEGENDS」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ryo (supercell)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707,938  👍 43,974  💬 1,963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3:44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いいね率6.2%と視聴者の支持が非常に高い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https://www.youtube.com/watch?v=83F3kMuhy1M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 R.E.P.O. 】仕事帰りにはやっぱりREPOだよな～～🥂✨【角巻わため/ホロライブ４期生】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Watame Ch. 角巻わため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327,852  👍 7,588  💬 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3:28:04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https://www.youtube.com/watch?v=ih3yZcPvehc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メイキング予告「フェス・ゴジラⅡ 東京消失」／　Teaser Trailer Making ver. : "Fest Godzilla II: Tokyo Vanishing"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Godzilla Channel ゴジラ（東宝特撮）チャンネル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67,137  👍 3,633  💬 249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0:52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　いいね率5.4%と視聴者の支持が非常に高い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https://www.youtube.com/watch?v=k8SP7SrLTvc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YAO - ありふれた世界の果てに (feat. Awich, CHICO CARLITO, ONE OK ROCK &amp; Paledusk)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YAO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294,804  👍 12,793  💬 442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4:22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いいね率4.3%と好評価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https://www.youtube.com/watch?v=pAa-gAsDDoA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【まじ手探り】たったひとつの「企画の終わらせ方」を見つけるまで終われません！【マイクラ】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420,146  👍 10,840  💬 418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45:21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https://www.youtube.com/watch?v=mnoR-kTU25E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【本予告】映画『タコピーの原罪 -ありがとう、また明日-』11/27（金）公開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TBSアニメ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87,214  👍 0  💬 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1:36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BABYMONSTER - 'DESERVE' M/V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1,362,030  👍 286,294  💬 25,699  ⏱ 3:35  📅 公開-5時間前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公開-5時間で急上昇入り！　100万再生超の大ヒット　いいね率21.0%と視聴者の支持が非常に高い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https://www.youtube.com/watch?v=oC6brLXQe4I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Yaprak Dökümü Canlı Yayın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88,291,544  👍 38,489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AVENGERS: DOOMSDAY CLOCK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Marvel Entertainment  👁 57,597,942  👍 1,127,152  ⏱ 不明  📅 2025-12-16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https://www.youtube.com/watch?v=f17J3AXVK5w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19,165,520  👍 157,608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🔴AO VIVO: Bluey Episódios Completos em HD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Português Brasil - Canal Oficial  👁 17,413,040  👍 59,578  ⏱ 不明  📅 2026-01-13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https://www.youtube.com/watch?v=OBe-ehVPKKk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Avrupa Yakası Bölümler 7/24 #canlıyayın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Avrupa Yakası  👁 12,989,425  👍 8,096  ⏱ 不明  📅 2025-10-30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https://www.youtube.com/watch?v=NGsjOrzwjZk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23,764,675  👍 417,440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20,485,060  👍 361,879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19,699,495  👍 270,122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16,615,364  👍 194,596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月のクレーターをトイレにする男🌙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16,281,394  👍 217,667  ⏱ 1:04  📅 2026-06-10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227,366,553  👍 1,240,724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226,509,750  👍 2,067,069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ピンポン玉チャレンジLv100【アニメ】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133,526,700  👍 440,433  ⏱ 0:22  📅 2026-06-08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59,602,730  👍 185,364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53,784,242  👍 208,423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7,266,893  👍 109,008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6,986,738  👍 120,873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4,147,857  👍 8,406  ⏱ 20:56  📅 2026-08-27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3,808,023  👍 47,115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話題のちいかわ映画、一番の罪人を決めます。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Stardy -河野玄斗の神授業  👁 3,771,817  👍 52,850  ⏱ 10:10  📅 2026-08-04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https://www.youtube.com/watch?v=a8niMJ2Intc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