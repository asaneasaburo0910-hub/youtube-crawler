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13.jpg"/><Relationship Id="rId5" Type="http://schemas.openxmlformats.org/officeDocument/2006/relationships/image" Target="../media/image14.jpg"/><Relationship Id="rId6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image" Target="../media/image27.jpg"/><Relationship Id="rId4" Type="http://schemas.openxmlformats.org/officeDocument/2006/relationships/image" Target="../media/image28.jpg"/><Relationship Id="rId5" Type="http://schemas.openxmlformats.org/officeDocument/2006/relationships/image" Target="../media/image29.jpg"/><Relationship Id="rId6" Type="http://schemas.openxmlformats.org/officeDocument/2006/relationships/image" Target="../media/image3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AAAAAA"/>
                </a:solidFill>
                <a:latin typeface="Arial"/>
              </a:rPr>
              <a:t>2026年05月09日  ·  急上昇 TOP 10 発表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『ルージュの伝言｜松任谷由実』 acoustic cover.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優里ちゃんねる【公式】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46,525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https://www.youtube.com/watch?v=7DbiY5492zU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VCT Pacific 2026 : STAGE 1 - PLAYOFFS - DAY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VALORANT // JAPAN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318,668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https://www.youtube.com/watch?v=cswQzsSVfuo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ふみの / よくあるはなし -Music Video-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ふみの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163,873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https://www.youtube.com/watch?v=A3M7tjhawoA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宇多田さんとテトリスをしました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佐藤 健 / Satoh Takeru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150,941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https://www.youtube.com/watch?v=YcoyPs1Og2Y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BE:FIRST / Rondo -Behind The Scenes-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BE:FIRST 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211,341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https://www.youtube.com/watch?v=uS2q1mmyGk8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5980円とは思えないGと戦うレベルのクソゲー【テラフォーマーズ 紅き惑星の激闘】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からすまAチャンネル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171,094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https://www.youtube.com/watch?v=neuBI7GCc8o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かりゆし58 - アンマー / THE FIRST TAKE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👁  345,141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https://www.youtube.com/watch?v=OUGCI8DZ12k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【対決】1日かけてポケGOで捕まえたポケモン同士を戦わせたらまさかの結果に！？！！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Lazy Lie Crazy【レイクレ】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D7F32"/>
                </a:solidFill>
                <a:latin typeface="Arial"/>
              </a:rPr>
              <a:t>👁  134,370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https://www.youtube.com/watch?v=G1w-XgyfbLM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137160"/>
            <a:ext cx="1828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2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43000"/>
            <a:ext cx="4389120" cy="24688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37760" y="914400"/>
            <a:ext cx="3931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FFFFFF"/>
                </a:solidFill>
                <a:latin typeface="Arial"/>
              </a:rPr>
              <a:t>『ヤマトよ永遠に REBEL3199 第六章 碧い迷宮』本予告 / 2026.6.26 上映開始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301752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AAAAAA"/>
                </a:solidFill>
                <a:latin typeface="Arial"/>
              </a:rPr>
              <a:t>📺  バンダイナムコフィルムワークス チャンネル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937760" y="34290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C0C0C0"/>
                </a:solidFill>
                <a:latin typeface="Arial"/>
              </a:rPr>
              <a:t>👁  122,110 回視聴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4480560"/>
            <a:ext cx="8503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55555"/>
                </a:solidFill>
                <a:latin typeface="Arial"/>
              </a:rPr>
              <a:t>https://www.youtube.com/watch?v=jS66ve9Gd4g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8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188720"/>
            <a:ext cx="5029200" cy="28254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" y="4069080"/>
            <a:ext cx="85953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Replace to be - VACHSS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4617720"/>
            <a:ext cx="8595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>
                <a:solidFill>
                  <a:srgbClr val="FFD700"/>
                </a:solidFill>
                <a:latin typeface="Arial"/>
              </a:rPr>
              <a:t>📺 夢追翔のJUKE BOX  ·  👁 580,319 回視聴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いや勝つんかいw　 #おもしろ #エンタメ #ネタ #バズれ #shorts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19,137,910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無反応挑戦　w#おもしろ＃おもしろ動画＃エンタメ#お笑い#バラエティ#テレビ#バズれ #s…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ネタ秒  ·  👁 14,609,558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クビの真相は？【GOKKO】【ごっこ倶楽部】【企業研究】【エンタメ業界】【IT業界】【映画…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ごっこ倶楽部のウラ垢 - STUDIO GOKKO -  ·  👁 12,780,643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狩野英孝のマイクラ実況が面白いwww#エンタメ #マイクラ #狩野英孝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はるえもん  ·  👁 11,676,949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ネプリーグ放送事故w #おもしろ #面白い #テレビ #エンタメ #お笑い #芸人 #バズ…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やっさん2  ·  👁 11,437,791 回視聴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たくさん食べてすくすく育つ！【MOD紹介】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ウッドリィ  ·  👁 24,642,958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感動のダブルスイカ‼️ #スイカゲーム #ゲーム実況 #サワヤンゲームズ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にこみチャンネル  ·  👁 20,444,408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全部ひっかかる人【しょぼんのアクション3D】 #ゲーム実況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タン  ·  👁 19,793,067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ロシア人を質問責めしたら反応がカワイイwwwww【Liar’s Bar/ライアーズバー/ゲ…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ゼロ / ZERO  ·  👁 18,634,752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見たことの無い落ち方をする配信者#葉 #ゲーム実況 #切り抜き #onlyup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葉ちゅべ  ·  👁 18,292,383 回視聴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Mrs. GREEN APPLE「ライラック」MV - TVアニメ『忘却バッテリー』Ver…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Mrs. GREEN APPLE  ·  👁 51,861,809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バスボールを使ってみよう！#アニメキッズ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アニメキッズanimekids  ·  👁 44,709,983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アイナ・ジ・エンド / 革命道中 - On The Way × TVアニメ『ダンダダン』 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アイナ・ジ・エンド Official  ·  👁 41,902,647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2017 乗り物 人気動画まとめ★赤ちゃん・子供向けアニメ★はたらくくるま いっぱい！赤ち…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ノッカーナアニメーション nokkana animation  ·  👁 41,161,928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TVアニメ『呪術廻戦』第3期「死滅回游 前編」ノンクレジットOPムービー／OPテーマ：Ki…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TOHO animation チャンネル  ·  👁 33,091,742 回視聴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95528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95528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歌舞伎町タワーの日本一高い映画館「109シネマズプレミアム新宿」を正直レビュー！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97480" y="1225296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正直レビュー 🍰🍛  ·  👁 6,787,823 回視聴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194560" y="1673352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97480" y="1673352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市川團十郎が語る映画「国宝」の率直な感想と歌舞伎への想い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97480" y="2103120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KABUKU. / 市川團十郎。  ·  👁 3,483,848 回視聴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imag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194560" y="2551176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551176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名作映画を見た感想を嘘ついてる奴は誰だ！映画人狼バトル開始！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697480" y="2980944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東海オンエア  ·  👁 3,297,635 回視聴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194560" y="3429000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697480" y="3429000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ディズニー１００周年のゴミ『ウィッシュ』レビュー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697480" y="3858768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ホッカイロレン  ·  👁 3,251,889 回視聴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Picture 24" descr="image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2194560" y="4306824"/>
            <a:ext cx="548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697480" y="4306824"/>
            <a:ext cx="6035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FFFFF"/>
                </a:solidFill>
                <a:latin typeface="Arial"/>
              </a:rPr>
              <a:t>【2ch有益スレ】今まで見た映画の中で「一番最悪だった映画」挙げてけｗ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4736592"/>
            <a:ext cx="60350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AAAAA"/>
                </a:solidFill>
                <a:latin typeface="Arial"/>
              </a:rPr>
              <a:t>📺 2ch有益プラネット【ゆっくり解説】  ·  👁 2,938,092 回視聴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