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AAAAAA"/>
                </a:solidFill>
                <a:latin typeface="Arial"/>
              </a:rPr>
              <a:t>2026年05月09日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🔥 急上昇動画 TOP 1〜5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Replace to be - VACHSS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夢追翔のJUKE BOX  ·  👁 569,206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『ヤマトよ永遠に REBEL3199 第六章 碧い迷宮』本予告 / 2026.6.26 上…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バンダイナムコフィルムワークス チャンネル  ·  👁 120,951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5980円とは思えないGと戦うレベルのクソゲー【テラフォーマーズ 紅き惑星の激闘】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からすまAチャンネル  ·  👁 150,537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かりゆし58 - アンマー / THE FIRST 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THE FIRST TAKE  ·  👁 331,828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【対決】1日かけてポケGOで捕まえたポケモン同士を戦わせたらまさかの結果に！？！！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Lazy Lie Crazy【レイクレ】  ·  👁 113,950 回視聴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🔥 急上昇動画 TOP 6〜10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BE:FIRST / Rondo -Behind The Scenes-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BE:FIRST Official  ·  👁 209,213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宇多田さんとテトリスをしました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佐藤 健 / Satoh Takeru  ·  👁 92,875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ふみの / よくあるはなし -Music Video-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ふみの  ·  👁 157,115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助けて！南極で遭難したらバケモノに襲われました！【マイクラ】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ドズル社  ·  👁 128,248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King &amp; Prince「Stereo Love」-STARRING LIVE ver.…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King &amp; Prince  ·  👁 167,701 回視聴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やっさん2  ·  👁 19,137,932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無反応挑戦　w#おもしろ＃おもしろ動画＃エンタメ#お笑い#バラエティ#テレビ#バズれ #s…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ネタ秒  ·  👁 14,609,558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クビの真相は？【GOKKO】【ごっこ倶楽部】【企業研究】【エンタメ業界】【IT業界】【映画…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ごっこ倶楽部のウラ垢 - STUDIO GOKKO -  ·  👁 12,780,639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はるえもん  ·  👁 11,676,824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ネプリーグ放送事故w #おもしろ #面白い #テレビ #エンタメ #お笑い #芸人 #バズ…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やっさん2  ·  👁 11,437,569 回視聴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ウッドリィ  ·  👁 24,642,339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にこみチャンネル  ·  👁 20,444,406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タン  ·  👁 19,793,045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ロシア人を質問責めしたら反応がカワイイwwwww【Liar’s Bar/ライアーズバー/ゲ…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ゼロ / ZERO  ·  👁 18,634,752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葉ちゅべ  ·  👁 18,292,248 回視聴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Mrs. GREEN APPLE「ライラック」MV - TVアニメ『忘却バッテリー』Ver…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Mrs. GREEN APPLE  ·  👁 51,860,099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バスボールを使ってみよう！#アニメキッズ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アニメキッズanimekids  ·  👁 44,709,710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アイナ・ジ・エンド / 革命道中 - On The Way × TVアニメ『ダンダダン』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アイナ・ジ・エンド Official  ·  👁 41,899,595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2017 乗り物 人気動画まとめ★赤ちゃん・子供向けアニメ★はたらくくるま いっぱい！赤ち…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ノッカーナアニメーション nokkana animation  ·  👁 41,161,721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TVアニメ『呪術廻戦』第3期「死滅回游 前編」ノンクレジットOPムービー／OPテーマ：Ki…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TOHO animation チャンネル  ·  👁 33,087,585 回視聴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正直レビュー 🍰🍛  ·  👁 6,787,823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KABUKU. / 市川團十郎。  ·  👁 3,483,843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東海オンエア  ·  👁 3,297,552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ホッカイロレン  ·  👁 3,251,889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2ch有益プラネット【ゆっくり解説】  ·  👁 2,937,971 回視聴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