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2026年08月12日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ざぶざぶ！？You!Joy!Parade!コール講座！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M!LK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23万回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鉄禁止の世界でエンドラ討伐！【マイクラ】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ドズル社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32万回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EBiDAN(恵比寿学園男子部) 「Yes! 東京」Making Lyric V…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EBiDAN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24万回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にじさんじ甲子園2026 本戦 Day3【 #にじ甲2026_Day3 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にじさんじ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210万回　👍 4万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【original anime MV】きゃぴ【宝鐘マリン / hololive】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Marine Ch. 宝鐘マリン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35万回　👍 5万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