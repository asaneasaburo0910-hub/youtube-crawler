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rsNhWkC4neE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qy1l3dWoB_o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JTbVZlepnuE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6DX3Ev9agF4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OvwqJkBiJqw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pZJSQI7RiCk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hR1L64Ic8n8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T3tnT9PjeS4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JCFcr-KMrTo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DN5JpXHDrLk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JpP13Wp1ke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fBQOV3jiST0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NGsjOrzwjZk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i5TSvrhVH94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21eblauBPy8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ffE0CxNxrII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1JT-CjiNVok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2pECnr5MNuU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OIBODIPC_8Y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WPl10ZrhCtk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5yb2N3pnztU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gcgKUcJKxIs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lyZZdUUM_GM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mEAhcCWMAa4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YmRxFhtYydY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2026年10月21日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https://www.youtube.com/watch?v=rsNhWkC4neE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IVE 아이브 'Looks Can Kill' 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STARSHIP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8,829,070  👍 237,687  💬 15,219  📈+68.7%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4:03  ·  📅 公開37時間前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500万再生超の超バズ動画　前日比+68.7%と急拡散中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https://www.youtube.com/watch?v=qy1l3dWoB_o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【アイテム人狼】一人だけ違うアイテムを持ってきた人狼は誰だ！？【マイクラ】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335,665  👍 7,619  💬 193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39:48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10万再生突破の話題作　いいね率2.3%と好評価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https://www.youtube.com/watch?v=JTbVZlepnuE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映画『ハッピーリスト』本予告【2027年2月5日(金)公開！】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Asmik 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422,480  👍 0  💬 202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1:28  ·  📅 公開24時間前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公開24時間で急上昇入り！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https://www.youtube.com/watch?v=6DX3Ev9agF4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【期間限定公開】M!LK – 時空超えてユニバース (from CDTVライブ！ライブ！)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M!LK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1,005,193  👍 51,203  💬 2,461  📈+54.4%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3:33  ·  📅 公開34時間前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前日比+54.4%と急拡散中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https://www.youtube.com/watch?v=OvwqJkBiJqw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「ストリートファイターリーグ JAPAN 2026」Division F 第4節　☆☆18時40分より初心者必見！SFリーグ: ウォームアップ☆☆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Capcom Fighters JP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938,392  👍 6,254  💬 110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4:13:04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https://www.youtube.com/watch?v=pZJSQI7RiCk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「ただ圧倒される。」不気味すぎる予告編が大流行したA24の新作ドキュメンタリー「You Can See Everything」が大ヒット！あらゆるサイトで大絶賛されてしまう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プク太の世界時事ニュース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310,369  👍 4,848  💬 591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15:18  ·  📅 公開24時間前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公開24時間で急上昇入り！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https://www.youtube.com/watch?v=hR1L64Ic8n8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原因は自分にある。「ラブリーズン」Music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原因は自分にある。Official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796,747  👍 44,073  💬 4,268  📈+88.8%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3:48  ·  📅 公開34時間前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前日比+88.8%と急拡散中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https://www.youtube.com/watch?v=T3tnT9PjeS4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青鬼が17倍速で追いかけてくるクリア不可能の『 超高速青鬼 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キヨ。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999,624  👍 28,058  💬 3,226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50:06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50万再生の注目コンテンツ　いいね率2.8%と好評価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https://www.youtube.com/watch?v=JCFcr-KMrTo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永作博美「私の怒りはこんなもんじゃねぇからな！！！」　映画『あきらめません！』予告編　大森南朋、西野七瀬らキャスト出演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シネマトゥデイ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52,395  👍 225  💬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1:17  ·  📅 公開1時間前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MAZZEL / Touch -Music Video-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1,540,487  👍 51,603  💬 11,119  ⏱ 3:41  📅 公開34時間前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前日比+87.4%と急拡散中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https://www.youtube.com/watch?v=DN5JpXHDrLk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Aşk-ı Memnu Canlı İzle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Aşk-ı Memnu  👁 57,706,209  👍 34,236  ⏱ 不明  📅 2025-02-24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https://www.youtube.com/watch?v=JpP13Wp1ke0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いや勝つんかいw　 #おもしろ #エンタメ #ネタ #バズれ #shorts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19,165,491  👍 157,624  ⏱ 0:10  📅 2025-08-09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Avrupa Yakası Bölümler 7/24 #canlıyayın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Avrupa Yakası  👁 12,891,983  👍 8,057  ⏱ 不明  📅 2025-10-30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https://www.youtube.com/watch?v=NGsjOrzwjZk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ごっこ倶楽部の楽屋  👁 12,786,575  👍 170,156  ⏱ 1:28  📅 2025-04-14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狩野英孝のマイクラ実況が面白いwww#エンタメ #マイクラ #狩野英孝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11,832,189  👍 187,008  ⏱ 1:33  📅 2025-07-05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23,728,869  👍 416,979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20,484,733  👍 361,925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19,855,065  👍 389,452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息子の扱いが酷すぎる男。#ゲーム実況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19,587,930  👍 268,532  ⏱ 0:58  📅 2026-03-12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デビルレベルpart9 #switch2 #ゲーム実況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おバカなぐりげん  👁 16,615,109  👍 194,625  ⏱ 1:02  📅 2025-08-18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https://www.youtube.com/watch?v=1JT-CjiNVok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TVアニメ「ダンベル何キロ持てる？」OPテーマ Muscle Video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KADOKAWAanime  👁 283,268,682  👍 792,633  ⏱ 1:44  📅 2019-07-11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https://www.youtube.com/watch?v=2pECnr5MNuU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YOASOBI「勇者」 Official Music Video／TVアニメ『葬送の…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227,195,637  👍 1,240,389  ⏱ 3:24  📅 2023-09-29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ヒグチアイ / 悪魔の子 (アニメスペシャルVer.) | Ai Higuchi “…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226,316,952  👍 2,066,458  ⏱ 3:50  📅 2022-01-24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169,039,356  👍 0  ⏱ 1:31  📅 2023-09-01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154,096,353  👍 0  ⏱ 1:31  📅 2023-07-07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シンクロ率100％だった映画『Michael』の裏側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7,260,939  👍 108,958  ⏱ 0:56  📅 2026-05-18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6,984,467  👍 120,860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トイストーリー5面白くなかった。1と2が最高すぎたから見ない方がよかったと後悔してま…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かえぽん  👁 4,686,034  👍 24,806  ⏱ 0:12  📅 2026-07-09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https://www.youtube.com/watch?v=mEAhcCWMAa4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ただの不倫じゃない…。難解だけど超名作と評判の愛と社会の“正しさ”を問う感動作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映画ドラマ二アック  👁 4,103,732  👍 8,312  ⏱ 20:56  📅 2026-08-27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https://www.youtube.com/watch?v=YmRxFhtYydY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3,806,695  👍 47,115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