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2026年10月31日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【予告編（15秒）】「仮面ライダーシノビ　最終忍ＰＯＷ！！！」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東映特撮YouTube Official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1,927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 Poppin' Hoppin' Lovin' [なにわ男子 1s…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16万回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【JP】ALGS Year 6 Split 2 Playoffs | Group…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esports_RAGE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41万回　👍 1,193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FINAL FANTASY XIV: EVERCOLD Full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FINAL FANTASY XIV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4万回　👍 1,772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Fever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ONE OK ROCK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20万回　👍 7,123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