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QfrCMRoQ51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NRmhTB-sTF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HZkuG-qwW0I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zpmEiov5Z1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RafI2URYF9c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NOoNxrnsTFs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DXzpRZpF12E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dbAOZNki2i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TKMBHcSKh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cu5ug0xvxg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wonotbP3s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-gJhW-zRyz8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2026年09月22日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https://www.youtube.com/watch?v=QfrCMRoQ51Q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INI｜'1NA RIDE' Performance Video Teaser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76,709  👍 5,708  💬 342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0:23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急上昇中の新興コンテンツ　いいね率7.4%と視聴者の支持が非常に高い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https://www.youtube.com/watch?v=NRmhTB-sTFA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【検証】3分で集めたものだけでエンドラ討伐できるのか！【マイクラ】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479,980  👍 9,763  💬 287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56:04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https://www.youtube.com/watch?v=HZkuG-qwW0I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映画『太陽を盗んだ男／4Kデジタルリマスター』新予告【10月16日(金)公開】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67,176  👍 544  💬 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https://www.youtube.com/watch?v=zpmEiov5Z1k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WISHES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STARGLOW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52,934  👍 3,339  💬 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　いいね率6.3%と視聴者の支持が非常に高い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https://www.youtube.com/watch?v=RafI2URYF9c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【#にじ遊戯王祭2026】にじさんじ遊戯王マスターデュエル祭2026 Day1：予選Aリーグ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にじさんじ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1,165,907  👍 9,903  💬 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7:29:55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https://www.youtube.com/watch?v=NOoNxrnsTFs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宮沢りえの圧倒的存在感に魅了される『しびれ』母親・亜樹にフォーカスした特別予告編【2026年9月25日公開】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オリコン洋画館 ORICON NEWS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186,641  👍 40  💬 2  📈+118.0%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公開39時間前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前日比+118.0%と急拡散中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https://www.youtube.com/watch?v=DXzpRZpF12E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Snow Man 'show time...' SnowMotion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1,162,907  👍 70,664  💬 2,857  📈+26.3%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3:53  ·  📅 公開38時間前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前日比+26.3%で着実に成長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https://www.youtube.com/watch?v=dbAOZNki2i4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絶対に行ってはいけない「商店街」が舞台のホラーゲーム『 奥ヶ淵商店街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1,066,807  👍 18,330  💬 1,791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3:13:58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https://www.youtube.com/watch?v=sTKMBHcSKhY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予告 坂下ゆり子 (70代女性) 編 | ダウンタイム | Netflix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340,033  👍 683  💬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0:47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WATCH ME  feat. BIA -Dance Practice-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472,719  👍 35,408  💬 2,112  ⏱ 2:46  📅 公開17時間前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　いいね率7.5%と視聴者の支持が非常に高い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https://www.youtube.com/watch?v=jcu5ug0xvxg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21,897,005  👍 11,925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EN VIVO 24/7 🔴 Maratón de 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20,085,843  👍 65,726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19,165,173  👍 157,717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11,808,472  👍 186,851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10,669,451  👍 99,390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23,124,158  👍 408,570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20,477,353  👍 362,013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19,846,450  👍 389,507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18,663,567  👍 545,954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17,699,944  👍 247,258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224,666,440  👍 1,233,846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223,478,936  👍 2,053,689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166,648,077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151,635,914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58,376,614  👍 184,565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7,385,851  👍 106,427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7,165,490  👍 108,083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6,952,381  👍 120,685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自分がゾンビになると悟った父の行動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意外とおもしろい  👁 6,565,914  👍 96,906  ⏱ 0:39  📅 2026-09-13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https://www.youtube.com/watch?v=-wonotbP3s8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4,299,316  👍 89,174  ⏱ 3:00  📅 2025-06-20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