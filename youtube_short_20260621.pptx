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JUJUTSU KAISEN Season 4 Trailer Mega Rea…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SENKAIRO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1,165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Elmiene, Fujii Kaze - Comets + Gold (Off…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ElmieneVEVO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42万回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VTuber最協決定戦 Ver.STREET FIGHTER 6 第二幕 Day…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渋谷ハル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『チェンソーマン 刺客篇』ティザーPV②／Chainsaw Man –  Ass…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MAPPA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415万回　👍 32万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- 「PRIDE」Official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52万回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