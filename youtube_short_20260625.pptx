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「THE ONE PIECE」ティーザー予告編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Dance Forever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29万回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ホラーが嫌いすぎる友人に「 今年最も怖いと言われた５本のビデオ 」を見せてみた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【THE ONE PIECE】ティザー予告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PIECE公式YouTubeチャンネル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55万回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"RUN IT"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946万回　👍 96万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