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【予告】ABDK40＋ MOVIE 4K REVIVAL 2026.10-202…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東映映画チャンネル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1万回　👍 803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ENHYPEN (엔하이픈) 'Bloody Paradise' Officia…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305万回　👍 39万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【ゲーム編】桃鉄の移動の大変さを知りたい！負けた奴は実際に同じルートを旅行すべ…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東海オンエア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60万回　👍 8,248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『装甲騎兵ボトムズ 灰色の魔女』本予告 2026.11.20劇場公開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サンライズ  SUNRISE Official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24万回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B&amp;ZAI【EMPIRE(Snow Man)】LIVE 2026 Summer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30万回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