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2026年07月30日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『ブレードランナー 2099』 予告編｜プライムビデオ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Prime Video JP - プライムビデオ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1,105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好き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星野源 Gen Hoshino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19万回　👍 9,901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【日本語実況】「Esports World Cup 2026」- ストリートファ…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51万回　👍 4,395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Namit Malhotra’s Ramayana- Hindi Trailer…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World Of Ramayana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410万回　👍 51万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GO GHOST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King Gnu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47万回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