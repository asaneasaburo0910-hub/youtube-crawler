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D-iTQcMyb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56lGxUvA-D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35-Kx-g0ma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-nKvKQrYU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PB6IEPdzBO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Uc5gkQk5vg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njYuHgAKq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H__E81rXNm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tMdcFrpWq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pIw7rSLRq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https://www.youtube.com/watch?v=sD-iTQcMybk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Ae! group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41,254  👍 5,317  💬 273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いいね率12.9%と視聴者の支持が非常に高い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https://www.youtube.com/watch?v=56lGxUvA-DI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何でもくれるたここにヒモすぎるSHAKA【SURGE Town】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311,706  👍 2,222  💬 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42:42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https://www.youtube.com/watch?v=35-Kx-g0maY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Unmei Sagashi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macaroni enpitsu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26,532  👍 1,591  💬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https://www.youtube.com/watch?v=j-nKvKQrYUQ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【つらすぎる】41種類のブロックペットを集めるまで終われません【マイクラ】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383,477  👍 8,135  💬 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48:09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https://www.youtube.com/watch?v=PB6IEPdzBOw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Number_i「BUGS LIFE」(from CDTVライブ！ライブ！)【期間限定】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163,045  👍 20,466  💬 899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いいね率12.6%と視聴者の支持が非常に高い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https://www.youtube.com/watch?v=Uc5gkQk5vgY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【まとめ】取り立て屋で始まり、最強の弁護人で終わる叶の１日ｗｗｗ（SURGE Town）【叶/にじさんじ切り抜き】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白瀬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40,045  👍 1,669  💬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36:58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　いいね率4.2%と好評価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https://www.youtube.com/watch?v=FnjYuHgAKq4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 – Feeling【LIVE from “Harmony”】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491,847  👍 27,049  💬 1,212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https://www.youtube.com/watch?v=H__E81rXNmg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コイツ...ただの猫じゃない！？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421,348  👍 7,958  💬 551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53:20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https://www.youtube.com/watch?v=stMdcFrpWqE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『余命一年、男をかう』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91,435  👍 1,197  💬 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2:04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10,587,008  👍 148,091  💬 20,625  ⏱ 3:39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前日比+81.7%と急拡散中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https://www.youtube.com/watch?v=JpIw7rSLRqc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179,751,405  👍 389,721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21,512,424  👍 11,835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19,651,466  👍 64,868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19,165,088  👍 157,735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11,801,859  👍 186,806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22,987,456  👍 406,753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20,475,135  👍 362,102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17,556,641  👍 246,300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16,612,407  👍 194,852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15,527,365  👍 143,734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224,125,137  👍 1,232,655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222,824,100  👍 2,051,138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166,113,263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151,099,795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58,113,557  👍 184,411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7,139,831  👍 107,830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6,945,654  👍 120,625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4,602,927  👍 24,386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4,299,269  👍 89,191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3,579,734  👍 30,775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