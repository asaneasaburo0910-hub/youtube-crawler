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2026年06月19日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映画『あの星が降る丘で、君とまた出会いたい。』予告【8.7(fri)公開】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松竹チャンネル/SHOCHIKUch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1万回　👍 311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真・運命 (曽野舜太&amp;山中柔太朗) (Official Music…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121万回　👍 9万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 繰り返す死の12分間 」の謎を解き明かす傑作タイムループゲーム 『 Twel…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78万回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かつてない進化を遂げる #スパイダーマン、新たな物語がいま始まる！『スパイダーマ…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ソニー・ピクチャーズ 映画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110万回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米津玄師 - 烏　Kenshi Yonezu -  Karasu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Kenshi Yonezu  米津玄師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112万回　👍 8万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