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2026年10月16日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Grand Theft Auto VI Launch Trailer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Rockstar Games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2173万回　👍 136万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うららか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Da-iCE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6万回　👍 3,098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この動画で過去1の奇跡が起こります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GON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51万回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「なぜアスランをドラァグクイーンに？」ネットフリックス映画「ナルニア：魔術師のお…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プク太の世界時事ニュース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16万回　👍 3,903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You, Like a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Radwimps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8万回　👍 2,424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