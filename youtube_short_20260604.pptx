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『映画クレヨンしんちゃん 奇々怪々！オラの妖怪バケ～ション』予告②【7月31日(…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859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岡村靖幸・中島健人 - 瞬発的に恋しよう / THE FIRST 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ヤブ医者に魔改造されてしまう世界でエンドラ討伐【マイクラ】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31万回　👍 9,828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 COMBAT 8 発売日告知トレーラー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ACE COMBAT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京本大我 – 虎虎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京本大我 from ART-PUT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19万回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