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ywyM146saH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ebTsJRw7e0c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KTSqW5UqHYw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V81fRKV4D2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mMw6oCCtl30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oHuD0vPeSKM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ntLoF0LnAwY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cScNCNf6DF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KCNNTDGWX_s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nRsTHcp3Ew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17J3AXVK5w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1zpCNefHbC0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NXS2QCVxYo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Hew5XvrwYs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https://www.youtube.com/watch?v=ywyM146saHU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効率厨がにじさんじメンズマイクラ鯖で目指せ全自動化！！『 Minecraft 』【 エビオ/にじさんじ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エクス・アルビオ -Ex Albio-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335,551  👍 4,927  💬 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9:13:21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https://www.youtube.com/watch?v=ebTsJRw7e0c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初星学園 「ねえ、言っちゃうよ。」Official Music Video (HATSUBOSHI GAKUEN - "Listen... I have to say it.")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初星学園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115,805  👍 11,200  💬 488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4:00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10万再生突破の話題作　いいね率9.7%と視聴者の支持が非常に高い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https://www.youtube.com/watch?v=KTSqW5UqHYw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チラズアート最新作 呪われた村で雪かきをする『雪葬』が過去一怖かった...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144,888  👍 6,240  💬 815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1:08:07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いいね率4.3%と好評価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https://www.youtube.com/watch?v=V81fRKV4D2g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 21st Single『恋、はじめました。』2026.08.03 TBS系 CDTVライブ！ライブ！【期間限定公開】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160,268  👍 10,357  💬 414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3:40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10万再生突破の話題作　いいね率6.5%と視聴者の支持が非常に高い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https://www.youtube.com/watch?v=mMw6oCCtl30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マイクラのプロ進捗10個達成するまで終われません！【マイクラ】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254,364  👍 8,039  💬 195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24:39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https://www.youtube.com/watch?v=oHuD0vPeSKM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「アベンジャーズ／ドゥームズデイ」新予告｜12月18日(金)劇場公開｜MARVEL(マーベル)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マーベル公式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1,682,664  👍 16,701  💬 1,630  📈+23.3%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2:11  ·  📅 公開60時間前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前日比+23.3%で着実に成長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https://www.youtube.com/watch?v=ntLoF0LnAwY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BOYNEXTDOOR (보이넥스트도어) 'Boom Boom Boom'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353,996  👍 68,748  💬 4,891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3:35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　いいね率19.4%と視聴者の支持が非常に高い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https://www.youtube.com/watch?v=cScNCNf6DFY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シルエットだけの何もわからないビンゴが面白すぎたwwww【マインクラフト】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300,843  👍 14,759  💬 1,005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31:43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https://www.youtube.com/watch?v=KCNNTDGWX_s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『スターウォーズ：アソーカ』シーズン2新予告を解説考察：アナキンのその後はどうなる？映画に繋がる重要な戦争とは｜2027年1月20日配信Star Wars(スター・ウォーズ)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Japan Sci-Fi 【SF解説・創作】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23,065  👍 439  💬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32:25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【MV】アイドルライフメガパック/iLiFE!【コール動画】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768,796  👍 40,906  💬 2,353  ⏱ 3:57  📅 公開28時間前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前日比+81.6%と急拡散中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https://www.youtube.com/watch?v=nRsTHcp3EwI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AVENGERS: DOOMSDAY CLOCK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38,269,473  👍 915,229  ⏱ 不明  📅 2025-12-16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19,853,264  👍 11,327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19,164,704  👍 157,831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18,001,062  👍 61,140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СЕРИАЛ СОЛДАТЫ. ⚡ВСЕ СЕЗОНЫ ПОДРЯД⚡🔴 LIVE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Дембельский альбом  👁 16,945,800  👍 12,948  ⏱ 不明  📅 2025-04-21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https://www.youtube.com/watch?v=1zpCNefHbC0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22,370,026  👍 397,970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20,465,226  👍 362,202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19,827,136  👍 389,556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18,657,225  👍 546,289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16,058,052  👍 231,858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221,782,777  👍 1,227,052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148,942,114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【♪うたアニメ】ことりのうた〈うた：いっちー＆なる〉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68,560,279  👍 35,646  ⏱ 1:35  📅 2019-08-02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https://www.youtube.com/watch?v=WNXS2QCVxYo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56,915,455  👍 183,549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41,917,574  👍 555,296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6,852,657  👍 119,805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6,783,979  👍 104,157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4,412,277  👍 23,504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最後まで息子に隠した一言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3,745,078  👍 70,853  ⏱ 2:52  📅 2026-08-11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https://www.youtube.com/watch?v=-Hew5XvrwYs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3,733,460  👍 46,846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