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7.png"/><Relationship Id="rId11" Type="http://schemas.openxmlformats.org/officeDocument/2006/relationships/image" Target="../media/image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9.png"/><Relationship Id="rId14" Type="http://schemas.openxmlformats.org/officeDocument/2006/relationships/image" Target="../media/image1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15.png"/><Relationship Id="rId8" Type="http://schemas.openxmlformats.org/officeDocument/2006/relationships/image" Target="../media/image16.jpg"/><Relationship Id="rId9" Type="http://schemas.openxmlformats.org/officeDocument/2006/relationships/hyperlink" Target="https://www.youtube.com/watch?v=210R0ozmLwg" TargetMode="External"/><Relationship Id="rId10" Type="http://schemas.openxmlformats.org/officeDocument/2006/relationships/image" Target="../media/image17.png"/><Relationship Id="rId11" Type="http://schemas.openxmlformats.org/officeDocument/2006/relationships/image" Target="../media/image1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19.png"/><Relationship Id="rId14" Type="http://schemas.openxmlformats.org/officeDocument/2006/relationships/image" Target="../media/image2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2026年08月28日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22,569,814  👍 401,092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20,468,373  👍 362,148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19,835,928  👍 389,608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18,659,351  👍 546,203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13,231,532  👍 95,734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222,625,495  👍 1,229,162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149,632,169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TVアニメ「マッシュル-MASHLE-」第2期ノンクレジットOPムービー｜Creep…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133,473,235  👍 1,356,394  ⏱ 1:31  📅 2024-01-07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50,174,306  👍 200,740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42,484,367  👍 558,644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6,912,384  👍 105,721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6,908,466  👍 120,340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4,518,297  👍 23,992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4,299,146  👍 89,234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3,190,160  👍 37,353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