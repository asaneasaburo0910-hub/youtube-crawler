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EjaQdBcF6K4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YP-3-8yKJrQ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HP5wg0kTh54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KsHKaP50FBE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jTbvnBGOeC8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k7OooFaXW5Q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Y6kCZTIkQw4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i7JIQqqMVbE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jXtG_lcR9P4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0Ed5yd7fRck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ru5Gp72W17c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7l76OBSrcg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4cpyl0ffMJc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v8bZVdTgXoY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2MzSLqlLIs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l2iS_vIVa8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2026年07月05日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https://www.youtube.com/watch?v=EjaQdBcF6K4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YOASOBI × Overwatch 「Orion」Official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YOASOBI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312,553  👍 26,460  💬 866  📈+1345.5%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3:45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公開18時間で急上昇入り！　10万再生突破の話題作　前日比+1345.5%の爆発的な伸び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https://www.youtube.com/watch?v=YP-3-8yKJrQ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【DbD】結月ゆかりの逃走劇：狂乱の宴編【VOICEROID実況】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すき焼き大好きTV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197,159  👍 19,371  💬 3,286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27:43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いいね率9.8%と視聴者の支持が非常に高い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https://www.youtube.com/watch?v=HP5wg0kTh54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『劇場版 薬屋のひとりごと 亡妃の秘宝』予告｜2026年12月11日（金）公開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TOHO animation 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874,628  👍 35,576  💬 916  📈+54.6%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0:52  ·  📅 公開48時間前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50万再生の注目コンテンツ　前日比+54.6%と急拡散中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https://www.youtube.com/watch?v=KsHKaP50FBE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EBiDAN(恵比寿学園男子部) 「Yes! 東京」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EBiDAN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3,477,432  👍 73,797  💬 7,385  📈+46.5%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5:30  ·  📅 公開59時間前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前日比+46.5%で着実に成長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https://www.youtube.com/watch?v=jTbvnBGOeC8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【マインクラフト】地下の強制労働施設で埋蔵金を探すことになりました【日常組】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833,003  👍 27,439  💬 1,117  📈+44.7%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1:34:58  ·  📅 公開37時間前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前日比+44.7%で着実に成長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https://www.youtube.com/watch?v=k7OooFaXW5Q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【特報】『劇場版 俺だけレベルアップな件 -Beyond the System-』制作決定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アニプレックス 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643,981  👍 25,823  💬 1,043  📈+217.3%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1:29  ·  📅 公開23時間前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公開23時間で急上昇入り！　50万再生の注目コンテンツ　前日比+217.3%の爆発的な伸び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https://www.youtube.com/watch?v=Y6kCZTIkQw4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チラチLOVE (from M!LK ARENA TOUR 2025-2026 "SMILE POP!")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683,563  👍 63,863  💬 6,649  📈+59.3%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3:18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前日比+59.3%と急拡散中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https://www.youtube.com/watch?v=i7JIQqqMVbE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【超豪華】今夜限りのW杯日本代表チームとのカスタムが大波乱で激熱すぎたｗｗ【VALORANT / ヴァロラント】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68,326  👍 3,457  💬 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37:14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いいね率5.1%と視聴者の支持が非常に高い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https://www.youtube.com/watch?v=jXtG_lcR9P4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PV 第2弾　アニメ『スティール・ボール・ラン ジョジョの奇妙な冒険』｜2nd Trailer !!　"STEEL BALL RUN JoJo’s Bizarre Adventure"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Warner Bros. Japan Anime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656,574  👍 42,153  💬 1,869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1:44  ·  📅 公開22時間前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公開22時間で急上昇入り！　50万再生の注目コンテンツ　いいね率6.4%と視聴者の支持が非常に高い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HANA / Blue Jeans - Dance Performance in New York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277,612  👍 18,835  💬 793  ⏱ 3:27  📅 公開7時間前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いいね率6.8%と視聴者の支持が非常に高い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https://www.youtube.com/watch?v=0Ed5yd7fRck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19,154,909  👍 157,949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14,609,819  👍 41,729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11,738,764  👍 186,023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11,530,120  👍 133,008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10,552,846  👍 98,034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21,072,667  👍 380,130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20,452,407  👍 362,288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19,807,857  👍 389,598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溶岩ダイブ！？ #shorts #マイクラ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14,427,664  👍 137,100  ⏱ 0:52  📅 2025-03-25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ヒカキンのスーパーマリオ3Dワールド実況 パート1【Nintendo Switc…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HikakinGames  👁 12,567,921  👍 42,612  ⏱ 42:29  📅 2021-03-27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https://www.youtube.com/watch?v=s7l76OBSrcg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282,800,644  👍 791,742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【♪うたアニメ】やさいのうた〈うた：いっちー＆なる〉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87,654,385  👍 38,213  ⏱ 1:36  📅 2021-11-27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https://www.youtube.com/watch?v=4cpyl0ffMJc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TVアニメ『呪術廻戦』ノンクレジットOPムービー／OPテーマ：Eve「廻廻奇譚」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75,690,186  👍 0  ⏱ 1:31  📅 2020-10-03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https://www.youtube.com/watch?v=v8bZVdTgXoY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46,321,191  👍 192,039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38,614,422  👍 536,427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6,822,910  👍 119,630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【残酷】衝撃の妊娠・出産アニメ3選 #shorts #アニメ #紹介 #感想 #an…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6,349,311  👍 93,836  ⏱ 0:47  📅 2025-03-01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5,720,297  👍 90,326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トイストーリー5でウッディのお腹が出ている理由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3,874,038  👍 67,896  ⏱ 1:02  📅 2026-06-27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https://www.youtube.com/watch?v=Yl2iS_vIVa8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3,690,949  👍 46,556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