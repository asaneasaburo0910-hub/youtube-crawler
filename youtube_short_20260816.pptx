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2026年08月16日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KINGDOM HEARTS IV | D23 2026 Showcase Tr…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Pixar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137万回　👍 6万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EBiDAN(恵比寿学園男子部) 「Yes! 東京」 MUSIC VIDEO -…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EBiDAN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33万回　👍 3万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全てが『古代都市』になってしまった世界でエンドラ討伐！！【マイクラ】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ドズル社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28万回　👍 7,745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「アベンジャーズ／ドゥームズデイ」新予告｜12月18日(金)劇場公開｜MARVE…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マーベル公式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90万回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＝LOVE（イコールラブ）/ 21st Single『恋、はじめました。』【MV…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＝LOVE（イコールラブ）公式チャンネル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141万回　👍 6万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