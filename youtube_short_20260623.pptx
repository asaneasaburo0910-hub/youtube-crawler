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2026年06月23日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#005 『ドラゴンクエストスマッシュグロウ』の新情報を「マル」がお届け！「スマ…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ドラゴンクエストスマッシュグロウ公式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16万回　👍 1,172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So Strawberry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MAZZEL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VTuber最協決定戦 Ver.STREET FIGHTER 6 第二幕 Day…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渋谷ハル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171万回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『チェンソーマン 刺客篇』ティザーPV②／Chainsaw Man –  Ass…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MAPPA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534万回　👍 37万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Missing -Teaser-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23万回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