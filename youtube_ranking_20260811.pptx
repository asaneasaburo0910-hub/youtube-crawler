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Ef8GiAoamA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vxYov4jLMuM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4JU6vd8KNX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i7MNmV7xSp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q-WSr-39PAA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fgjaXlpLM9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UsbRoaH6y-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PP1jChfH-k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R3lG4ZVezW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hGdtc4nmv8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ByG9e8ZxVl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EudwrmCNdd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hGjyPxe_tw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iApv1AXah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https://www.youtube.com/watch?v=Ef8GiAoamAU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木村拓哉 -Takuya Kimura- / 光の中で 【TEASER】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木村拓哉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43,871  👍 2,124  💬 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0:16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いいね率4.8%と好評価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https://www.youtube.com/watch?v=vxYov4jLMuM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スクラッチだけで生活してみた！【マインクラフト】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カラフルピーチ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331,434  👍 13,421  💬 627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1:13:30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https://www.youtube.com/watch?v=4JU6vd8KNX8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JO1｜Handz In My Pocket - JO1DER SHOW 2026 'EIEN 永縁' FINAL IN VANTELIN DOME NAGOYA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89,394  👍 11,497  💬 1,375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6:23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いいね率12.9%と視聴者の支持が非常に高い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https://www.youtube.com/watch?v=i7MNmV7xSpU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【ぽこあポケモン！DLC】#02　遂にッ！！来たッ！！あそぼおおおおおおお！！！　【にじさんじ/鈴原るる】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鈴原るる【にじさんじ所属】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117,481  👍 2,457  💬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6:40:01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https://www.youtube.com/watch?v=q-WSr-39PAA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VOLTACTION ”マジ！Magic！PEACH！”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VOLTACTION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120,119  👍 19,176  💬 561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3:15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いいね率16.0%と視聴者の支持が非常に高い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https://www.youtube.com/watch?v=fgjaXlpLM9Y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最低評価の選手変え続ければ人生初のレート1900到達できる説 【eFootball2026アプリ】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令和ちゃんねる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209,927  👍 4,432  💬 377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28:42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https://www.youtube.com/watch?v=UsbRoaH6y-Q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KiiiKiii 키키 'Pop Off Pop Off'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1,534,885  👍 93,221  💬 6,700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2:23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　いいね率6.1%と視聴者の支持が非常に高い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https://www.youtube.com/watch?v=PP1jChfH-kw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【＃パワプロケモミミリーグ】決戦【ホロライブ/兎田ぺこら/白上フブキ/猫又おかゆ】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Pekora Ch. 兎田ぺこら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536,557  👍 21,670  💬 436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2:44:03  ·  📅 公開4時間前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公開4時間で急上昇入り！　50万再生の注目コンテンツ　いいね率4.0%と好評価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https://www.youtube.com/watch?v=R3lG4ZVezWc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8月10日は“バイオの日”！『バイオハザード』日本限定＜特別予告＞10月9日（金）全国の映画館で公開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ソニー・ピクチャーズ 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175,234  👍 2,148  💬 222  📈+511.0%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公開19時間で急上昇入り！　10万再生突破の話題作　前日比+511.0%の爆発的な伸び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Yes! 東京 (M!LK ver. 体験入学)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122,268  👍 10,177  💬 0  ⏱ 1:30  📅 公開8時間前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いいね率8.3%と視聴者の支持が非常に高い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https://www.youtube.com/watch?v=JhGdtc4nmv8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26,481,407  👍 65,835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19,567,836  👍 11,177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19,164,573  👍 157,856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17,604,313  👍 60,169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12,784,822  👍 170,401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20,463,175  👍 362,241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19,824,371  👍 389,571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15,398,543  👍 223,849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どこで奇跡起こしとんwww#onlyup #葉 #ゲーム実況 #切り抜き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12,313,725  👍 359,931  ⏱ 0:28  📅 2023-07-22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https://www.youtube.com/watch?v=ByG9e8ZxVlg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しょぼんにブチ切れる配信者www#葉 #切り抜き #しょぼんのアクション #ゲーム実…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12,034,617  👍 368,592  ⏱ 0:55  📅 2023-05-20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https://www.youtube.com/watch?v=EudwrmCNddQ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ふみきり | こどもアニメ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fumikiri channel  👁 573,707,861  👍 1,137,840  ⏱ 1:47  📅 2016-10-17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https://www.youtube.com/watch?v=hGjyPxe_twY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221,100,915  👍 1,225,355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163,240,557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148,466,818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【♪うたアニメ】とん とん とん とん ひげじいさん〈うた：いっちー＆なる〉, Fi…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121,899,657  👍 73,676  ⏱ 1:50  📅 2019-09-06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https://www.youtube.com/watch?v=NiApv1AXahs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6,844,544  👍 119,744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6,673,203  👍 102,805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4,303,232  👍 22,945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3,728,610  👍 46,816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3,160,076  👍 37,082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