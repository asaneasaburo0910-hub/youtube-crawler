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ZOxRYNiAkj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gGThZitPi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0zQNh0wSb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nxLLYYgITz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luTnXaxTT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zBc0oFYivr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NhGDMnfuR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9l8OlTIAo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RdwjHOyDr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gu5Gwi-sH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ew4ig9E5gaQ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https://www.youtube.com/watch?v=ZOxRYNiAkjg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桑田佳祐 - AKANE On My Mind〜饅頭こわい [Anime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桑田佳祐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72,921  👍 3,965  💬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4:18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急上昇中の新興コンテンツ　いいね率5.4%と視聴者の支持が非常に高い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https://www.youtube.com/watch?v=pgGThZitPis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Brawl Talk: Kenji &amp; Kaze's Baby?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Brawl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5,310,891  👍 228,471  💬 10,694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11:28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500万再生超の超バズ動画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https://www.youtube.com/watch?v=q0zQNh0wSb0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「SEKIRO: NO DEFEAT」予告｜9月4日(金)より3週間限定上映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998,786  👍 49,278  💬 1,851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https://www.youtube.com/watch?v=nxLLYYgITzc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timelesz「消えない花火」（YouTube ver.）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timelesz [タイムレス]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1,116,678  👍 44,600  💬 8,943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https://www.youtube.com/watch?v=iluTnXaxTTw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【マインクラフト】オリジナル実績解除企画は実質マイクラ日常Rでした【日常組】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541,928  👍 23,413  💬 1,236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1:06:24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https://www.youtube.com/watch?v=zBc0oFYivr4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第2クール解禁映像『北斗の拳 -FIST OF THE NORTH STAR-』｜2nd Cour Trailer!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Warner Bros. Japan 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60,032  👍 579  💬 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https://www.youtube.com/watch?v=hNhGDMnfuR8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MAZZEL / So Strawberry - Dance Performance Video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288,736  👍 24,214  💬 1,665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いいね率8.4%と視聴者の支持が非常に高い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https://www.youtube.com/watch?v=b9l8OlTIAoM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【日本語実況】Evo 2026- Day2 Part 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272,463  👍 3,186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2:36:35  ·  📅 公開-7時間前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https://www.youtube.com/watch?v=sRdwjHOyDrc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HUNTER×HUNTERinspired-試験編-【実写版映画予告※非公式】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欠番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106,022  👍 2,644  💬 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≠ME（ノットイコールミー）/ 12th 両A面シングル『愛くださいませ』Dance Practice ver…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63,251  👍 5,912  💬 785  ⏱ 4:18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いいね率9.3%と視聴者の支持が非常に高い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https://www.youtube.com/watch?v=Ggu5Gwi-sHY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19,154,066  👍 157,981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11,735,210  👍 185,995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11,525,023  👍 132,990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10,549,374  👍 98,007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8,890,071  👍 87,044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20,986,289  👍 378,940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20,451,501  👍 362,356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19,805,829  👍 389,637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14,314,193  👍 136,335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12,244,764  👍 159,995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282,781,735  👍 791,771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215,685,996  👍 2,015,412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144,567,148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カプセルくるくるお皿でポン！たのしい回転ずしDX 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44,407,017  👍 0  ⏱ 12:11  📅 2017-11-13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https://www.youtube.com/watch?v=ew4ig9E5gaQ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37,929,595  👍 533,101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6,819,139  👍 119,602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6,260,351  👍 92,596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6,135,332  👍 28,440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5,377,938  👍 85,053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3,673,452  👍 46,448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