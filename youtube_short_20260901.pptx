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警察につかまるな！電車鬼ごっこ【マインクラフト】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日向坂46『イチャイチャ虫』MUSIC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日向坂46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【衝撃】新ルール発表！ポケモン世界大会で"Zメガシンカ特性"情報解禁キタァアアア…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今日ポケch.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29万回　👍 3,018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【脱ぐしかない】服を着たら即死！悪霊から逃げる禁断のエロティックホラー／映画『呪…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11万回　👍 521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KEY TO LIT【Never Fade Love】Arena Tour 20…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111万回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