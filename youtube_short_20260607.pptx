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映画『ブルーロック』チャンネル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モニタリング / DECO*27【加賀美ハヤト Cover】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加賀美 ハヤト/Hayato Kagami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35万回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【日本語実況】Blink Respawn- Day2「CAPCOM Pro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53万回　👍 3,148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『BIOHAZARD RE:Veronica』 Announcement Tra…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BIOHAZARD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'Miss Brand-New Friday Night' L…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66万回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