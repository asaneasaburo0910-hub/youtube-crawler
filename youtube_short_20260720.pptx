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2026年07月20日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乃木坂46『命の色』MUSIC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乃木坂46 OFFICIAL YouTube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17万回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#007 『ドラゴンクエストスマッシュグロウ』の新情報を「マル」がお届け！「スマ…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ドラゴンクエストスマッシュグロウ公式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4万回　👍 518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STARGLOW / Drivin' My Life -Official Aud…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STARGLOW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7万回　👍 8,444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大きさバラバラ！ガチかくれんぼ！【マイクラ】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31万回　👍 9,057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BTS (방탄소년단) ‘NORMAL’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464万回　👍 87万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