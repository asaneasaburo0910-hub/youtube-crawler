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映画化も決定した「 怖すぎる子供向け番組 」が題材のホラーゲーム『 Amanda…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ACEes【ARTIST LIVE♬】マイナビ TGC 2026 A/W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【大規模作業】新幹線約60両分の超長い海中トンネルを掘りきるまで終われません！【…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【予習映像】-0.0までの2分40秒 ｜『ゴジラ-0.0』11月3日(火・祝)公…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Love Me Madly(Jugyonel ver.)【EBiDAN THE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91万回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