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カプコンスポットライト｜TGS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48万回　👍 5,623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櫻坂46 『愛MUST BE』 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櫻坂46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52万回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去年大流行した「とんでもなくイライラする」理不尽ゲーム『 利用規約に同意したい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113万回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『余命一年、男をかう』 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100万回　👍 2,802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Aぇ! group 「Emotion」Official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47万回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