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『攻殻機動隊 THE GHOST IN THE SHELL』予告編②｜プライムビ…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Prime Video JP - プライムビデオ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1,909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≒JOY（ニアリーイコールジョイ）/ 5th Single 表題曲『サマーツイン…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NEARLY EQUAL JOY ニアリーイコールジョイ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【JP】ALGS Year 6 Split 1 Playoffs at EWC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esports_RAGE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59万回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Stray Kids "THIS &amp; THAT"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197万回　👍 36万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 – Magic【LIVE from “FJOR…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45万回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