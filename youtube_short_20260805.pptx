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2026年08月05日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『機動警察パトレイバー EZY』　File 1 ～最後に流れたあの予告編～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バンダイナムコフィルムワークス 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5万回　👍 1,788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King Gnu - GO GHOST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King Gnu official YouTube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43万回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ファイアーエムブレム 万紫千紅 Direct 2026.8.4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43万回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『機動戦士ガンダム 閃光のハサウェイ キルケーの魔女』予告編｜プライムビデオ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Prime Video JP - プライムビデオ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28万回　👍 5,799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罪と罰と雨とキス (佐野勇斗＆吉田仁人) (Official Mu…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212万回　👍 12万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