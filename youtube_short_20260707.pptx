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2026年07月07日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「前ルールは強かったけど…。」環境激変の『レギュM-Bポケモンキャラランク：前編…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今日ポケch.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21万回　👍 2,400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グッタイム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Snow Man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51万回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※開発スタッフ全員がクリアできなかったシリーズ最悪のクソゲー【がんばれゴエモン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からすまAチャンネル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28万回　👍 5,972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映画『マッチング TRUE LOVE』本予告映像(60秒)【2026年9月25日…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KADOKAWA映画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1万回　👍 1,736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しおざきわんだーらんど (塩﨑太智) (Official Musi…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84万回　👍 8万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