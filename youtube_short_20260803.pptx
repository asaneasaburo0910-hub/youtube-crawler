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2026年08月03日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#008 『ドラゴンクエストスマッシュグロウ』の新情報を「マル」がお届け！「スマ…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ドラゴンクエストスマッシュグロウ公式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4万回　👍 535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BABYMONSTER - 'MOON' M/V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BABYMONSTER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449万回　👍 44万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【FGO Fes. 2026】「Fate/Grand Order」カルデア放送局…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【公式】Fate/Grand Order 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74万回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主題歌はRADWIMPS「夕星-ゆうづつ-」｜『汝、星のごとく』予告②【10月9…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東宝MOVIEチャンネル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4万回　👍 1,878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罪と罰と雨とキス (佐野勇斗&amp;吉田仁人)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M!LK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45万回　👍 4万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