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2026年07月12日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「仮面ライダーカブト20th」天道総司は行方知れず… ZECTが新たなライダ…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シネマトゥデイ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54万回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マイオンリー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SixTONES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9万回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【ワールドカップライブ】アルゼンチン対スイス 準々決勝 【サッカーラジオ調実況】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ハムショーのメジャー実況ch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26万回　👍 1,381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『ゴジラ-0.0』特報＜11月3日(火・祝)公開＞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124万回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T.M.Revolution - HOT LIMIT / THE FIRST T…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655万回　👍 37万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