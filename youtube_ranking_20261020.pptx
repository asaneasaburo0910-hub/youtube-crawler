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fLTyqkS9kh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4k5k9SkR25c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rsNhWkC4ne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HCjL8J-dBT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6DX3Ev9agF4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hz_8xisLV_w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hR1L64Ic8n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bL-kyLu46_c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akvhH3QmWZQ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DN5JpXHDrLk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zJOaqPMHs7Y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Z8xvh9B1JZk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2026年10月20日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https://www.youtube.com/watch?v=fLTyqkS9khU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シャンティ/wotaku【加賀美ハヤト Cover】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加賀美 ハヤト/Hayato Kagami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282,868  👍 23,332  💬 1,623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2:47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いいね率8.2%と視聴者の支持が非常に高い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https://www.youtube.com/watch?v=4k5k9SkR25c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 #ホロ鯖ARK 】深夜に突如現れる雪ダルマントマン...！今宵も気ままなARK生活🦕【角巻わため/ホロライブ４期生】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Watame Ch. 角巻わため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345,556  👍 9,036  💬 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6:56:38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いいね率2.6%と好評価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https://www.youtube.com/watch?v=rsNhWkC4neE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IVE 아이브 'Looks Can Kill'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STARSHIP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5,232,409  👍 201,579  💬 13,361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4:03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500万再生超の超バズ動画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https://www.youtube.com/watch?v=HCjL8J-dBTg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【LTK 本番】スペシャル争奪戦【CCcore Day2】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689,174  👍 5,490  💬 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5:38:25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https://www.youtube.com/watch?v=6DX3Ev9agF4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【期間限定公開】M!LK – 時空超えてユニバース (from CDTVライブ！ライブ！)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651,003  👍 42,216  💬 2,287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3:33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いいね率6.5%と視聴者の支持が非常に高い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https://www.youtube.com/watch?v=hz_8xisLV_w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客との距離が近すぎるラーメン屋を始めたよ【Japanese Ramen Simulator】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牛沢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559,227  👍 9,164  💬 784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50:07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https://www.youtube.com/watch?v=hR1L64Ic8n8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原因は自分にある。「ラブリーズン」Music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原因は自分にある。Official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422,001  👍 37,174  💬 3,745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3:48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いいね率8.8%と視聴者の支持が非常に高い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https://www.youtube.com/watch?v=bL-kyLu46_c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【制御不能】ブロックを巻き込み巨大化する世界でエンドラ討伐【マイクラ】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372,032  👍 7,983  💬 331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45:09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https://www.youtube.com/watch?v=akvhH3QmWZQ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鈴木伸之×超特急・柏木悠、BL作品でW主演！純愛か偽愛か…危険なロマンスが誕生　映画『羊の皮を着たケモノ』本予告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oricon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86,859  👍 2,164  💬 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急上昇中の新興コンテンツ　いいね率2.5%と好評価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MAZZEL / Touch -Music Video-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822,211  👍 43,761  💬 7,168  ⏱ 3:41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いいね率5.3%と視聴者の支持が非常に高い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https://www.youtube.com/watch?v=DN5JpXHDrLk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The Victoria’s Secret Fashion Show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Victoria's Secret  👁 24,682,261  👍 710,783  ⏱ 57:17  📅 2026-10-19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https://www.youtube.com/watch?v=zJOaqPMHs7Y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19,165,481  👍 157,624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12,786,563  👍 170,160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11,831,421  👍 187,003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11,634,823  👍 133,731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23,713,596  👍 416,731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20,484,598  👍 361,928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19,854,874  👍 389,448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19,522,390  👍 267,650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16,150,069  👍 216,062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227,113,531  👍 1,240,155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226,222,464  👍 2,065,982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168,964,145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154,017,438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ピンポン玉チャレンジLv100【アニメ】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130,699,542  👍 431,727  ⏱ 0:22  📅 2026-06-08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7,258,042  👍 108,928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6,982,879  👍 120,850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4,684,021  👍 24,796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4,082,336  👍 8,245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3,806,072  👍 47,117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