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2026年09月07日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『kiDnap GAME』 本予告映像 【10月6日（火）放送スタート！】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フジテレビ公式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8万回　👍 368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ACEes【P・A・R・A・D・O・X（嵐）】Arena Tour 2026 "…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114万回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【ほぼ地獄】すべてのブロックが『アンラッキー』になった世界でエンドラ討伐【マイク…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45万回　👍 9,295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BEHULI | Movie Official Trailer 2026 | 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OSR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66万回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時空超えてユニバース (Official Audio)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84万回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