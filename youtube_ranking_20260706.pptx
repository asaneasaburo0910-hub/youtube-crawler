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NubAsMNcFt0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oBCRgi2FdNo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k7OooFaXW5Q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M7g06wm2f-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GEYBiklMXj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jXtG_lcR9P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iBAzY6Ec00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GIUQg3_b_Fk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hgul2DAj7T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el38Q_DN8Hg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7l76OBSrc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210R0ozmLwg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4cpyl0ffMJc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Wkrs11bLvpo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2026年07月06日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https://www.youtube.com/watch?v=NubAsMNcFt0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モニタリング (Best Friend Remix) /DECO*27【加賀美ハヤト Cover】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加賀美 ハヤト/Hayato Kagami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165,771  👍 21,366  💬 931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いいね率12.9%と視聴者の支持が非常に高い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https://www.youtube.com/watch?v=oBCRgi2FdNo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 #にじ甲2026 】帝国立ロイヤルナイツ学園　始動【にじさんじ】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フレン・E・ルスタリオ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431,706  👍 12,411  💬 154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1:36:34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https://www.youtube.com/watch?v=k7OooFaXW5Q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【特報】『劇場版 俺だけレベルアップな件 -Beyond the System-』制作決定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アニプレックス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962,084  👍 33,878  💬 1,374  📈+49.4%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1:29  ·  📅 公開48時間前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50万再生の注目コンテンツ　前日比+49.4%で着実に成長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https://www.youtube.com/watch?v=M7g06wm2f-c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King &amp; Prince 1st EP「So Honey EP」Teaser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King &amp; Prince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151,314  👍 17,101  💬 1,628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0:07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いいね率11.3%と視聴者の支持が非常に高い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https://www.youtube.com/watch?v=GEYBiklMXjI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ランダムで3文字の鬼畜が起こる世界でエンドラ討伐！【マイクラ】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331,811  👍 9,648  💬 337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58:32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https://www.youtube.com/watch?v=jXtG_lcR9P4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PV 第2弾　アニメ『スティール・ボール・ラン ジョジョの奇妙な冒険』｜2nd Trailer !!　"STEEL BALL RUN JoJo’s Bizarre Adventure"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Warner Bros. Japan Anime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839,399  👍 48,751  💬 2,073  📈+27.8%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1:44  ·  📅 公開46時間前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前日比+27.8%で着実に成長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https://www.youtube.com/watch?v=iBAzY6Ec00o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しおざきわんだーらんど (塩﨑太智)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147,216  👍 15,082  💬 1,263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2:38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いいね率10.2%と視聴者の支持が非常に高い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https://www.youtube.com/watch?v=GIUQg3_b_Fk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#006 『ドラゴンクエストスマッシュグロウ』の新情報を「マル」がお届け！「スマグロ マル秘 レポート」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ドラゴンクエストスマッシュグロウ公式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55,128  👍 665  💬 204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5:55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https://www.youtube.com/watch?v=hgul2DAj7Tc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【ジブリ出身監督デビュー】あの夏がよみがえる手描きアニメ／映画『るすばん』予告編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moviecollectionjp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13,849  👍 119  💬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0:37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グッタイム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203,932  👍 23,014  💬 972  ⏱ 3:22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いいね率11.3%と視聴者の支持が非常に高い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https://www.youtube.com/watch?v=el38Q_DN8Hg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19,155,185  👍 157,947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14,609,822  👍 41,728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11,739,433  👍 186,028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11,530,881  👍 133,018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10,553,288  👍 98,032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24,920,377  👍 378,594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21,089,595  👍 380,326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20,452,571  👍 362,288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19,808,180  👍 389,599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ヒカキンのスーパーマリオ3Dワールド実況 パート1【Nintendo Switc…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12,570,481  👍 42,621  ⏱ 42:29  📅 2021-03-27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282,803,392  👍 791,760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145,430,018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TVアニメ「マッシュル-MASHLE-」第2期ノンクレジットOPムービー｜Creep…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132,347,664  👍 1,351,075  ⏱ 1:31  📅 2024-01-07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【♪うたアニメ】やさいのうた〈うた：いっちー＆なる〉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87,726,075  👍 38,252  ⏱ 1:36  📅 2021-11-27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【公式】Pokémon Day記念！歴代のパートナーのポケモンたちが踊り出す “PO…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ポケモン公式YouTubeチャンネル  👁 71,397,997  👍 0  ⏱ 1:20  📅 2024-02-27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https://www.youtube.com/watch?v=Wkrs11bLvpo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6,823,508  👍 119,637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6,360,095  👍 93,965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5,770,349  👍 90,992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3,694,516  👍 46,581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3,437,950  👍 30,249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