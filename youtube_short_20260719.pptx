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gif" ContentType="image/gi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</p:sldIdLst>
  <p:sldSz cx="5486400" cy="9756648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image" Target="../media/image3.png"/><Relationship Id="rId4" Type="http://schemas.openxmlformats.org/officeDocument/2006/relationships/image" Target="../media/image1.gif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image" Target="../media/image5.png"/><Relationship Id="rId4" Type="http://schemas.openxmlformats.org/officeDocument/2006/relationships/image" Target="../media/image1.gi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Relationship Id="rId3" Type="http://schemas.openxmlformats.org/officeDocument/2006/relationships/image" Target="../media/image7.png"/><Relationship Id="rId4" Type="http://schemas.openxmlformats.org/officeDocument/2006/relationships/image" Target="../media/image1.gif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Relationship Id="rId3" Type="http://schemas.openxmlformats.org/officeDocument/2006/relationships/image" Target="../media/image9.png"/><Relationship Id="rId4" Type="http://schemas.openxmlformats.org/officeDocument/2006/relationships/image" Target="../media/image1.gif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Relationship Id="rId3" Type="http://schemas.openxmlformats.org/officeDocument/2006/relationships/image" Target="../media/image11.png"/><Relationship Id="rId4" Type="http://schemas.openxmlformats.org/officeDocument/2006/relationships/image" Target="../media/image1.gif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gif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3200400"/>
            <a:ext cx="5486400" cy="182880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0" y="137160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200" b="1">
                <a:solidFill>
                  <a:srgbClr val="FFFFFF"/>
                </a:solidFill>
                <a:latin typeface="Arial"/>
              </a:rPr>
              <a:t>▶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3291840"/>
            <a:ext cx="512064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200" b="1">
                <a:solidFill>
                  <a:srgbClr val="FFFFFF"/>
                </a:solidFill>
                <a:latin typeface="Arial"/>
              </a:rPr>
              <a:t>YouTube
急上昇ランキング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484632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>
                <a:solidFill>
                  <a:srgbClr val="FFD700"/>
                </a:solidFill>
                <a:latin typeface="Arial"/>
              </a:rPr>
              <a:t>TOP 5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566928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>
                <a:solidFill>
                  <a:srgbClr val="AAAAAA"/>
                </a:solidFill>
                <a:latin typeface="Arial"/>
              </a:rPr>
              <a:t>2026年07月19日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858000"/>
            <a:ext cx="51206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4EC9B0"/>
                </a:solidFill>
                <a:latin typeface="Arial"/>
              </a:rPr>
              <a:t>ずんだもんと一緒に見ていくのだ！</a:t>
            </a:r>
          </a:p>
        </p:txBody>
      </p:sp>
      <p:pic>
        <p:nvPicPr>
          <p:cNvPr id="9" name="Picture 8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#5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B&amp;ZAI【Ready for B&amp;ZAI】LIVE TOUR 2026 -RO…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ジュニアCHANNEL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28万回　👍 1万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FFFFFF"/>
                </a:solidFill>
                <a:latin typeface="Arial"/>
              </a:rPr>
              <a:t>#4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【VCR Rust】ボソボソ海賊団 【喉警戒】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Kuzuha Channel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FFFFFF"/>
                </a:solidFill>
                <a:latin typeface="Arial"/>
              </a:rPr>
              <a:t>👁 84万回　👍 9,010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D7F32"/>
                </a:solidFill>
                <a:latin typeface="Arial"/>
              </a:rPr>
              <a:t>#3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SixTONES – マイオンリー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SixTONES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D7F32"/>
                </a:solidFill>
                <a:latin typeface="Arial"/>
              </a:rPr>
              <a:t>👁 398万回　👍 6万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274320"/>
            <a:ext cx="54864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000" b="1">
                <a:solidFill>
                  <a:srgbClr val="C0C0C0"/>
                </a:solidFill>
                <a:latin typeface="Arial"/>
              </a:rPr>
              <a:t>#2</a:t>
            </a:r>
          </a:p>
        </p:txBody>
      </p:sp>
      <p:pic>
        <p:nvPicPr>
          <p:cNvPr id="4" name="Picture 3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737360"/>
            <a:ext cx="5120640" cy="28803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182880" y="475488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【#にじ甲2026】フィジアカ２年目秋から 全てを破壊する【ローレン・イロアス/…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649224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ローレン・イロアス / Lauren Iroas【にじさんじ】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82880" y="69951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1">
                <a:solidFill>
                  <a:srgbClr val="C0C0C0"/>
                </a:solidFill>
                <a:latin typeface="Arial"/>
              </a:rPr>
              <a:t>👁 50万回　👍 6,488</a:t>
            </a:r>
          </a:p>
        </p:txBody>
      </p:sp>
      <p:pic>
        <p:nvPicPr>
          <p:cNvPr id="8" name="Picture 7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8046720"/>
            <a:ext cx="1280160" cy="1280160"/>
          </a:xfrm>
          <a:prstGeom prst="rect">
            <a:avLst/>
          </a:prstGeom>
        </p:spPr>
      </p:pic>
      <p:sp>
        <p:nvSpPr>
          <p:cNvPr id="9" name="TextBox 8"/>
          <p:cNvSpPr txBox="1"/>
          <p:nvPr/>
        </p:nvSpPr>
        <p:spPr>
          <a:xfrm>
            <a:off x="1463040" y="832104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0" name="Picture 9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9646920"/>
            <a:ext cx="5486400" cy="109728"/>
          </a:xfrm>
          <a:prstGeom prst="rect">
            <a:avLst/>
          </a:prstGeom>
          <a:solidFill>
            <a:srgbClr val="FFD70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0" y="27432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400" b="1">
                <a:solidFill>
                  <a:srgbClr val="FFD700"/>
                </a:solidFill>
                <a:latin typeface="Arial"/>
              </a:rPr>
              <a:t>🏆 NO.1 🏆</a:t>
            </a:r>
          </a:p>
        </p:txBody>
      </p:sp>
      <p:pic>
        <p:nvPicPr>
          <p:cNvPr id="6" name="Picture 5" descr="image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880" y="1554480"/>
            <a:ext cx="5120640" cy="288036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2880" y="4572000"/>
            <a:ext cx="512064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FFFF"/>
                </a:solidFill>
                <a:latin typeface="Arial"/>
              </a:rPr>
              <a:t>M!LK - You!Joy!Parade! (Official Music V…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6309360"/>
            <a:ext cx="51206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0">
                <a:solidFill>
                  <a:srgbClr val="AAAAAA"/>
                </a:solidFill>
                <a:latin typeface="Arial"/>
              </a:rPr>
              <a:t>📺 M!LK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6812280"/>
            <a:ext cx="51206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>
                <a:solidFill>
                  <a:srgbClr val="FFD700"/>
                </a:solidFill>
                <a:latin typeface="Arial"/>
              </a:rPr>
              <a:t>👁 236万回　👍 9万</a:t>
            </a:r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" y="7772400"/>
            <a:ext cx="1645920" cy="1645920"/>
          </a:xfrm>
          <a:prstGeom prst="rect">
            <a:avLst/>
          </a:prstGeom>
        </p:spPr>
      </p:pic>
      <p:sp>
        <p:nvSpPr>
          <p:cNvPr id="11" name="TextBox 10"/>
          <p:cNvSpPr txBox="1"/>
          <p:nvPr/>
        </p:nvSpPr>
        <p:spPr>
          <a:xfrm>
            <a:off x="1828800" y="8321040"/>
            <a:ext cx="35661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>
                <a:solidFill>
                  <a:srgbClr val="AAAAAA"/>
                </a:solidFill>
                <a:latin typeface="Arial"/>
              </a:rPr>
              <a:t>▲ QRコードで視聴</a:t>
            </a:r>
          </a:p>
        </p:txBody>
      </p:sp>
      <p:pic>
        <p:nvPicPr>
          <p:cNvPr id="12" name="Picture 11" descr="zundamon-an.gif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5486400" cy="9756648"/>
          </a:xfrm>
          <a:prstGeom prst="rect">
            <a:avLst/>
          </a:prstGeom>
          <a:solidFill>
            <a:srgbClr val="0F0F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0" y="1828800"/>
            <a:ext cx="5486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200" b="1">
                <a:solidFill>
                  <a:srgbClr val="FFFFFF"/>
                </a:solidFill>
                <a:latin typeface="Arial"/>
              </a:rPr>
              <a:t>以上！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2880" y="301752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400" b="1">
                <a:solidFill>
                  <a:srgbClr val="FF0000"/>
                </a:solidFill>
                <a:latin typeface="Arial"/>
              </a:rPr>
              <a:t>YouTube急上昇
TOP5でした！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82880" y="5486400"/>
            <a:ext cx="5120640" cy="182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>
                <a:solidFill>
                  <a:srgbClr val="4EC9B0"/>
                </a:solidFill>
                <a:latin typeface="Arial"/>
              </a:rPr>
              <a:t>チャンネル登録・
いいね！よろしくなのだ🌿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82880" y="7772400"/>
            <a:ext cx="512064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>
                <a:solidFill>
                  <a:srgbClr val="AAAAAA"/>
                </a:solidFill>
                <a:latin typeface="Arial"/>
              </a:rPr>
              <a:t>また明日もお楽しみに！</a:t>
            </a:r>
          </a:p>
        </p:txBody>
      </p:sp>
      <p:pic>
        <p:nvPicPr>
          <p:cNvPr id="7" name="Picture 6" descr="zundamon-an.gif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0" y="7699248"/>
            <a:ext cx="2011680" cy="201168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