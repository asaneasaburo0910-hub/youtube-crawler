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IFyMX0Qh3bg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1Iw9g_inuBc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jY3T6BS7MPY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iYx6Izs4d2A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oTR81ynDI24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y-JbqxYYoYs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U6gr_XX4T-w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pY53yHwnBxw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KFO56eB83z4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QERKD90hG98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i5TSvrhVH9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DuEKgK2B2p8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G-gXirMbzFY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mhCy0IgobIw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XGbduoPa_-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0cjKg-Z3xak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PkDfrVdCwCs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TFYnqEqeGqY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ScWlFcYn_F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OhHzzl4Z6q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KWYewgdSAOI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HQDUEU-Zhyc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TXYFkQj8-C8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Q-yvflyNSqI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2026年06月03日  ·  急上昇 TOP 10 発表</a:t>
            </a:r>
          </a:p>
        </p:txBody>
      </p:sp>
      <p:pic>
        <p:nvPicPr>
          <p:cNvPr id="6" name="Picture 5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https://www.youtube.com/watch?v=IFyMX0Qh3bg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1兆倍の巨大巻貝から黄金の真珠を見つけ出せ！【マイクラ】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328,955  👍 8,991  💬 263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1:13:12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いいね率2.7%と好評価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https://www.youtube.com/watch?v=1Iw9g_inuBc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其の慈愛で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-SKS- ZIGZAG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22,730  👍 2,267  💬 103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2:45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公開11時間で急上昇入り！　急上昇中の新興コンテンツ　いいね率10.0%と視聴者の支持が非常に高い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https://www.youtube.com/watch?v=jY3T6BS7MPY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【スプラの闇】18連敗の最弱チーム、コーチにも苦言を呈され早くも崩壊寸前の危機！？【VCC SPLATOON】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98,900  👍 4,051  💬 498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1:29:21  ·  📅 公開-5時間前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公開-5時間で急上昇入り！　急上昇中の新興コンテンツ　いいね率4.1%と好評価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https://www.youtube.com/watch?v=iYx6Izs4d2A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KESHIKI (JO1 VER.)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JO1 -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33,145  👍 4,605  💬 383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3:54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公開6時間で急上昇入り！　急上昇中の新興コンテンツ　いいね率13.9%と視聴者の支持が非常に高い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https://www.youtube.com/watch?v=oTR81ynDI24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「 盲目の少女がぬいぐるみの目を使って進む 」圧倒的好評の名作ホラーゲーム 『 Out of Sight 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581,889  👍 19,697  💬 1,227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3:19:24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公開13時間で急上昇入り！　50万再生の注目コンテンツ　いいね率3.4%と好評価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https://www.youtube.com/watch?v=y-JbqxYYoYs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映画『氷血』 本予告／7月3日(金)全国公開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博報堂DY ミュージック&amp;ピクチャーズ【Showgate】ch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45,847  👍 710  💬 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1:17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公開0時間で急上昇入り！　急上昇中の新興コンテンツ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https://www.youtube.com/watch?v=U6gr_XX4T-w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May4 vs たんごまる / NEO GENESIS - THE NEW ERA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NEO GENESIS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69,191  👍 2,436  💬 688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9:50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公開11時間で急上昇入り！　急上昇中の新興コンテンツ　いいね率3.5%と好評価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https://www.youtube.com/watch?v=pY53yHwnBxw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State of Play | June 2, 2026 [Japanese]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PlayStation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496,256  👍 9,132  💬 260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1:18:17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公開0時間で急上昇入り！　10万再生突破の話題作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https://www.youtube.com/watch?v=KFO56eB83z4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ACE COMBAT 8 発売日告知トレーラー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ACE COMBAT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110,809  👍 6,917  💬 933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2:43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公開0時間で急上昇入り！　10万再生突破の話題作　いいね率6.2%と視聴者の支持が非常に高い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TREASURE - ‘IF I’ M/V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8,292,581  👍 295,749  💬 65,972  ⏱ 3:08  📅 公開36時間前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500万再生超の超バズ動画　前日比+48.3%で着実に成長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https://www.youtube.com/watch?v=QERKD90hG98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19,149,529  👍 158,038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12,781,274  👍 170,532  ⏱ 1:28  📅 2025-04-14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11,713,950  👍 185,739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11,484,577  👍 132,476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10,532,339  👍 97,840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たくさん食べてすくすく育つ！【MOD紹介】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24,844,139  👍 378,717  ⏱ 0:37  📅 2024-09-30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https://www.youtube.com/watch?v=DuEKgK2B2p8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クオリティが高すぎて鳥肌が立つホラーゲーム『 狂い月 』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キヨ。  👁 24,539,514  👍 141,664  ⏱ 3:52:12  📅 2020-01-12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https://www.youtube.com/watch?v=G-gXirMbzFY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感動のダブルスイカ‼️ #スイカゲーム #ゲーム実況 #サワヤンゲームズ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20,448,135  👍 362,470  ⏱ 0:59  📅 2023-12-22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全部ひっかかる人【しょぼんのアクション3D】 #ゲーム実況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19,799,340  👍 389,735  ⏱ 1:00  📅 2023-09-28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見たことの無い落ち方をする配信者#葉 #ゲーム実況 #切り抜き #onlyup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18,773,924  👍 355,835  ⏱ 0:38  📅 2023-07-07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映画「アンパンマンが生まれた日」【アンパンマンアニメ公式】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それいけ!アンパンマン【アニメ公式】  👁 147,556,907  👍 0  ⏱ 11:16  📅 2021-02-18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https://www.youtube.com/watch?v=PkDfrVdCwCs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141,880,464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バスボールを使ってみよう！#アニメキッズ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アニメキッズanimekids  👁 44,903,870  👍 0  ⏱ 29:47  📅 2017-09-15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https://www.youtube.com/watch?v=TFYnqEqeGqY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アイナ・ジ・エンド / 革命道中 - On The Way × TVアニメ『ダンダダ…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43,891,721  👍 186,951  ⏱ 3:22  📅 2025-08-20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35,595,881  👍 520,273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市川團十郎が語る映画「国宝」の率直な感想と歌舞伎への想い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3,494,229  👍 45,077  ⏱ 17:48  📅 2025-07-12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名作映画を見た感想を嘘ついてる奴は誰だ！映画人狼バトル開始！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3,362,954  👍 29,958  ⏱ 34:45  📅 2024-09-26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ディズニー１００周年のゴミ『ウィッシュ』レビュー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3,304,640  👍 43,546  ⏱ 12:56  📅 2023-12-19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Netflix公開直後「23か国で1位＆2600万ビュー」  史上最狂のどんでん返し…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映画一口  👁 2,575,120  👍 9,179  ⏱ 16:36  📅 2025-09-16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https://www.youtube.com/watch?v=TXYFkQj8-C8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【新海誠のパクリ！？】監督が借金して作ったクソ映画「君は彼方」レビュー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2,415,205  👍 28,600  ⏱ 10:11  📅 2022-12-13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https://www.youtube.com/watch?v=Q-yvflyNSqI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