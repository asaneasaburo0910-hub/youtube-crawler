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5486400" cy="975664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1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5486400" cy="18288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32918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YouTube
急上昇ランキング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48463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D700"/>
                </a:solidFill>
                <a:latin typeface="Arial"/>
              </a:rPr>
              <a:t>TOP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56692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AAAAA"/>
                </a:solidFill>
                <a:latin typeface="Arial"/>
              </a:rPr>
              <a:t>2026年06月13日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8580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EC9B0"/>
                </a:solidFill>
                <a:latin typeface="Arial"/>
              </a:rPr>
              <a:t>ずんだもんと一緒に見ていくのだ！</a:t>
            </a:r>
          </a:p>
        </p:txBody>
      </p:sp>
      <p:pic>
        <p:nvPicPr>
          <p:cNvPr id="9" name="Picture 8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Arial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【自己紹介曲】ぷろふぃ〜る / のんふぃく！【Dance Practice】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のんふぃく！【Non¬Fiction】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👁 16万回　👍 9,226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Arial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【#にじシャドバ杯 本番】  徹夜バース 【 くるぜBBB 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Kuzuha Channel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👁 27万回　👍 4,896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CD7F32"/>
                </a:solidFill>
                <a:latin typeface="Arial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是非に及ばず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Nogizaka46 - Topic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D7F32"/>
                </a:solidFill>
                <a:latin typeface="Arial"/>
              </a:rPr>
              <a:t>👁 13万回　👍 3,339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C0C0C0"/>
                </a:solidFill>
                <a:latin typeface="Arial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【#にじシャドバ杯 Day1】にじさんじシャドバ杯2026 リーグ戦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にじさんじ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0C0C0"/>
                </a:solidFill>
                <a:latin typeface="Arial"/>
              </a:rPr>
              <a:t>👁 56万回　👍 8,031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46920"/>
            <a:ext cx="54864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743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D700"/>
                </a:solidFill>
                <a:latin typeface="Arial"/>
              </a:rPr>
              <a:t>🏆 NO.1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54480"/>
            <a:ext cx="5120640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457200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【歌ってみた】おしゃかしゃま/星導ショウ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309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星導ショウ / Hoshirube Sho【にじさんじ】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68122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700"/>
                </a:solidFill>
                <a:latin typeface="Arial"/>
              </a:rPr>
              <a:t>👁 3万回　👍 2万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7772400"/>
            <a:ext cx="1645920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0" y="83210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Arial"/>
              </a:rPr>
              <a:t>以上！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301752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0000"/>
                </a:solidFill>
                <a:latin typeface="Arial"/>
              </a:rPr>
              <a:t>YouTube急上昇
TOP5でした！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48640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EC9B0"/>
                </a:solidFill>
                <a:latin typeface="Arial"/>
              </a:rPr>
              <a:t>チャンネル登録・
いいね！よろしくなのだ🌿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AAAAA"/>
                </a:solidFill>
                <a:latin typeface="Arial"/>
              </a:rPr>
              <a:t>また明日もお楽しみに！</a:t>
            </a:r>
          </a:p>
        </p:txBody>
      </p:sp>
      <p:pic>
        <p:nvPicPr>
          <p:cNvPr id="7" name="Picture 6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