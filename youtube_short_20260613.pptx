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5486400" cy="97566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5486400" cy="1828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3291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YouTube
急上昇ランキング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463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D700"/>
                </a:solidFill>
                <a:latin typeface="Arial"/>
              </a:rPr>
              <a:t>TOP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5669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  <a:latin typeface="Arial"/>
              </a:rPr>
              <a:t>2026年06月13日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858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EC9B0"/>
                </a:solidFill>
                <a:latin typeface="Arial"/>
              </a:rPr>
              <a:t>ずんだもんと一緒に見ていくのだ！</a:t>
            </a:r>
          </a:p>
        </p:txBody>
      </p:sp>
      <p:pic>
        <p:nvPicPr>
          <p:cNvPr id="9" name="Picture 8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自由な住民たちの生活を見守る神ゲー『 トモダチコレクション わくわく生活 』～け…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キヨ。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133万回　👍 4万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是非に及ばず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Nogizaka46 - 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9万回　👍 2,824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D7F32"/>
                </a:solidFill>
                <a:latin typeface="Arial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【マインクラフト】モンスターにお金を賭けて1番儲けた人の勝ちです【日常組】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日常組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D7F32"/>
                </a:solidFill>
                <a:latin typeface="Arial"/>
              </a:rPr>
              <a:t>👁 52万回　👍 1万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0C0C0"/>
                </a:solidFill>
                <a:latin typeface="Arial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『FINAL FANTASY VII REVELATION』 1stトレーラー｜…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PlayStation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0C0C0"/>
                </a:solidFill>
                <a:latin typeface="Arial"/>
              </a:rPr>
              <a:t>👁 14万回　👍 2,141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4692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43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D700"/>
                </a:solidFill>
                <a:latin typeface="Arial"/>
              </a:rPr>
              <a:t>🏆 NO.1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512064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45720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【自己紹介曲】ぷろふぃ〜る / のんふぃく！【Dance Practice】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309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のんふぃく！【Non¬Fiction】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8122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  <a:latin typeface="Arial"/>
              </a:rPr>
              <a:t>👁 14万回　👍 8,568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772400"/>
            <a:ext cx="164592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8321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Arial"/>
              </a:rPr>
              <a:t>以上！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30175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0000"/>
                </a:solidFill>
                <a:latin typeface="Arial"/>
              </a:rPr>
              <a:t>YouTube急上昇
TOP5でした！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4864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EC9B0"/>
                </a:solidFill>
                <a:latin typeface="Arial"/>
              </a:rPr>
              <a:t>チャンネル登録・
いいね！よろしくなのだ🌿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AAAAA"/>
                </a:solidFill>
                <a:latin typeface="Arial"/>
              </a:rPr>
              <a:t>また明日もお楽しみに！</a:t>
            </a:r>
          </a:p>
        </p:txBody>
      </p:sp>
      <p:pic>
        <p:nvPicPr>
          <p:cNvPr id="7" name="Picture 6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