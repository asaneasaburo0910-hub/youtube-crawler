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【自己紹介曲】ぷろふぃ〜る / のんふぃく！【Dance Practice】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のんふぃく！【Non¬Fiction】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9,226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【#にじシャドバ杯 本番】  徹夜バース 【 くるぜBBB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Kuzuha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27万回　👍 4,896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是非に及ばず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Nogizaka46 -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13万回　👍 3,339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【#にじシャドバ杯 Day1】にじさんじシャドバ杯2026 リーグ戦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にじさんじ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56万回　👍 8,031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【歌ってみた】おしゃかしゃま/星導ショウ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星導ショウ / Hoshirube Sho【にじさんじ】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