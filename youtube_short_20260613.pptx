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5486400" cy="975664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image" Target="../media/image1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1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png"/><Relationship Id="rId4" Type="http://schemas.openxmlformats.org/officeDocument/2006/relationships/image" Target="../media/image1.gi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.gi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Relationship Id="rId4" Type="http://schemas.openxmlformats.org/officeDocument/2006/relationships/image" Target="../media/image1.gi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5486400" cy="18288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3716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Arial"/>
              </a:rPr>
              <a:t>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329184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YouTube
急上昇ランキング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484632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D700"/>
                </a:solidFill>
                <a:latin typeface="Arial"/>
              </a:rPr>
              <a:t>TOP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56692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AAAAAA"/>
                </a:solidFill>
                <a:latin typeface="Arial"/>
              </a:rPr>
              <a:t>2026年06月12日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" y="68580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4EC9B0"/>
                </a:solidFill>
                <a:latin typeface="Arial"/>
              </a:rPr>
              <a:t>ずんだもんと一緒に見ていくのだ！</a:t>
            </a:r>
          </a:p>
        </p:txBody>
      </p:sp>
      <p:pic>
        <p:nvPicPr>
          <p:cNvPr id="9" name="Picture 8" descr="zundamon-a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743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FFFFFF"/>
                </a:solidFill>
                <a:latin typeface="Arial"/>
              </a:rPr>
              <a:t>#5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737360"/>
            <a:ext cx="512064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" y="47548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ブラッド・ピット主演最新作！映画『ハート・オブ・ビースト』ティザー予告｜退役軍人…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シネマトゥデイ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995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👁 6万回　👍 778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8046720"/>
            <a:ext cx="1280160" cy="1280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83210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  <p:pic>
        <p:nvPicPr>
          <p:cNvPr id="10" name="Picture 9" descr="zundamon-a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743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FFFFFF"/>
                </a:solidFill>
                <a:latin typeface="Arial"/>
              </a:rPr>
              <a:t>#4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737360"/>
            <a:ext cx="512064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" y="47548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なにわ男子 -【自作MV完成！】ビーマイベイベー -Special Music 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なにわ男子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995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👁 18万回　👍 2万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8046720"/>
            <a:ext cx="1280160" cy="1280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83210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  <p:pic>
        <p:nvPicPr>
          <p:cNvPr id="10" name="Picture 9" descr="zundamon-a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743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CD7F32"/>
                </a:solidFill>
                <a:latin typeface="Arial"/>
              </a:rPr>
              <a:t>#3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737360"/>
            <a:ext cx="512064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" y="47548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自由な住民たちの生活を見守る神ゲー『 トモダチコレクション わくわく生活 』～け…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キヨ。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995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CD7F32"/>
                </a:solidFill>
                <a:latin typeface="Arial"/>
              </a:rPr>
              <a:t>👁 89万回　👍 3万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8046720"/>
            <a:ext cx="1280160" cy="1280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83210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  <p:pic>
        <p:nvPicPr>
          <p:cNvPr id="10" name="Picture 9" descr="zundamon-a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743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C0C0C0"/>
                </a:solidFill>
                <a:latin typeface="Arial"/>
              </a:rPr>
              <a:t>#2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737360"/>
            <a:ext cx="512064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" y="47548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映画『ラスト・サバイバー』新予告編｜8月28日（金）日米同時公開！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20世紀スタジオ 公式チャンネル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995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C0C0C0"/>
                </a:solidFill>
                <a:latin typeface="Arial"/>
              </a:rPr>
              <a:t>👁 6万回　👍 162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8046720"/>
            <a:ext cx="1280160" cy="1280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83210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  <p:pic>
        <p:nvPicPr>
          <p:cNvPr id="10" name="Picture 9" descr="zundamon-a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46920"/>
            <a:ext cx="54864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743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D700"/>
                </a:solidFill>
                <a:latin typeface="Arial"/>
              </a:rPr>
              <a:t>🏆 NO.1 🏆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554480"/>
            <a:ext cx="5120640" cy="2880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" y="457200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≠ME（ノットイコールミー）/ 12th 両A面シングル『愛くださいませ』【MV…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" y="63093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NOT EQUAL ME ノットイコールミー 公式チャンネル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681228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D700"/>
                </a:solidFill>
                <a:latin typeface="Arial"/>
              </a:rPr>
              <a:t>👁 21万回　👍 2万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7772400"/>
            <a:ext cx="1645920" cy="1645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28800" y="832104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Arial"/>
              </a:rPr>
              <a:t>以上！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301752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0000"/>
                </a:solidFill>
                <a:latin typeface="Arial"/>
              </a:rPr>
              <a:t>YouTube急上昇
TOP5でした！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548640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4EC9B0"/>
                </a:solidFill>
                <a:latin typeface="Arial"/>
              </a:rPr>
              <a:t>チャンネル登録・
いいね！よろしくなのだ🌿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77724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AAAAAA"/>
                </a:solidFill>
                <a:latin typeface="Arial"/>
              </a:rPr>
              <a:t>また明日もお楽しみに！</a:t>
            </a:r>
          </a:p>
        </p:txBody>
      </p:sp>
      <p:pic>
        <p:nvPicPr>
          <p:cNvPr id="7" name="Picture 6" descr="zundamon-a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