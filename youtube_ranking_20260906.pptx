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FyS5dAywkEo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XpcYiJXsaUE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37X8VVly1y8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OL14oz5vSCI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e3ArQ6xgpf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nMM1wWkTxbI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7nmvfmUiWEE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BCWuHLV7aBo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Yfo-57SNixQ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_tsGqSV1hy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y_fYd3ZwP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WxiU5sFAF3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5yb2N3pnztU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mEAhcCWMAa4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EoY46IjI_jM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2026年09月06日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https://www.youtube.com/watch?v=FyS5dAywkEo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LISA - SaWaDiKa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LISAOfficialVEVO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103,560,726  👍 1,990,005  💬 201,930  📈+31.7%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3:07  ·  📅 公開45時間前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　前日比+31.7%で着実に成長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https://www.youtube.com/watch?v=XpcYiJXsaUE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【#ロゼキャンARK】鬼畜難易度の障害物レースで全員が地獄を味わう中、何故か1人だけ何も起きずにマジで素通りしてしまった大空スバル【ホロライブ切り抜き】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ホロライブ速報【切り抜きch】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195,514  👍 1,473  💬 220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34:17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https://www.youtube.com/watch?v=37X8VVly1y8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エアロピクルス (Live at YouTube Music Weekend 12.0)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コメアニメ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63,725  👍 3,572  💬 168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4:47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いいね率5.6%と視聴者の支持が非常に高い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https://www.youtube.com/watch?v=OL14oz5vSCI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最新作のリズム天国が面白すぎるwwww【リズム天国ミラクルスターズ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ちろぴの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134,449  👍 3,700  💬 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1:11:38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10万再生突破の話題作　いいね率2.8%と好評価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https://www.youtube.com/watch?v=e3ArQ6xgpfs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爆裂愛してる / いずれ菖蒲か杜若【歌ってみた】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いずれ菖蒲か杜若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198,550  👍 11,058  💬 330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3:27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いいね率5.6%と視聴者の支持が非常に高い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https://www.youtube.com/watch?v=nMM1wWkTxbI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【Day1】Crazy Raccoon Revive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Crazy Raccoon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1,603,603  👍 10,403  💬 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9:57:26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https://www.youtube.com/watch?v=7nmvfmUiWEE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One Shot TV size （『仮面ライダーマイス』主題歌）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RAMPAGE from EXILE TRIBE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131,989  👍 4,546  💬 271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1:22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いいね率3.4%と好評価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https://www.youtube.com/watch?v=BCWuHLV7aBo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「見る人によって内容が変わる怖い動画」を見る最新作ホラーゲーム『 たろうくんはいってきました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1,214,417  👍 23,270  💬 3,587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7:29:20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100万再生超の大ヒット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https://www.youtube.com/watch?v=Yfo-57SNixQ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公式予告編大荒れ！？HBO版「ハリーポッター」映画版すぎてリメイク不要論や黒人スネイプ問題、画面暗すぎ問題やJKへのボイコットと大議論が勃発してしまう。普段は肯定的な日本ファンの反応も・・・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プク太の世界時事ニュース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302,853  👍 5,424  💬 1,025  📈+67.2%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16:21  ·  📅 公開23時間前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公開23時間で急上昇入り！　10万再生突破の話題作　前日比+67.2%と急拡散中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ACEes【P・A・R・A・D・O・X（嵐）】Arena Tour 2026 "V" より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549,706  👍 19,942  💬 16,152  ⏱ 3:32  📅 公開10時間前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　いいね率3.6%と好評価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https://www.youtube.com/watch?v=_tsGqSV1hy8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19,164,984  👍 157,759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El Chavo del 8 EN VIVO 24/7 🔴 Maratón de t…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19,073,782  👍 63,593  ⏱ 不明  📅 2025-12-25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12,785,601  👍 170,318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11,790,923  👍 186,674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11,580,667  👍 133,319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22,773,226  👍 403,753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20,471,408  👍 362,102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19,839,810  👍 389,569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18,660,941  👍 546,138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カンタン迷路かと思いきや...😭😭😭 #パズル #錯視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13,256,622  👍 95,795  ⏱ 0:30  📅 2024-09-12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740,790,341  👍 3,396,733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223,341,420  👍 1,230,737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221,890,075  👍 2,046,743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165,297,707  👍 0  ⏱ 1:31  📅 2023-09-01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150,302,821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7,385,401  👍 106,444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7,031,798  👍 106,783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6,934,360  👍 120,539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4,566,723  👍 24,207  ⏱ 0:12  📅 2026-07-09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マイケル・ジャクソンが心から笑った瞬間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4,429,278  👍 76,397  ⏱ 0:41  📅 2026-05-24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