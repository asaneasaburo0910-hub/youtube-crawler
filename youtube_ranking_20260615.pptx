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hyperlink" Target="https://www.youtube.com/watch?v=el0EA9zii-k" TargetMode="External"/><Relationship Id="rId5" Type="http://schemas.openxmlformats.org/officeDocument/2006/relationships/image" Target="../media/image1.gi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hyperlink" Target="https://www.youtube.com/watch?v=92YqHVKmyLs" TargetMode="External"/><Relationship Id="rId5" Type="http://schemas.openxmlformats.org/officeDocument/2006/relationships/image" Target="../media/image1.gi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png"/><Relationship Id="rId4" Type="http://schemas.openxmlformats.org/officeDocument/2006/relationships/hyperlink" Target="https://www.youtube.com/watch?v=--n8xJ96XmU" TargetMode="External"/><Relationship Id="rId5" Type="http://schemas.openxmlformats.org/officeDocument/2006/relationships/image" Target="../media/image1.gif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png"/><Relationship Id="rId4" Type="http://schemas.openxmlformats.org/officeDocument/2006/relationships/hyperlink" Target="https://www.youtube.com/watch?v=FRhHK_d6tD8" TargetMode="External"/><Relationship Id="rId5" Type="http://schemas.openxmlformats.org/officeDocument/2006/relationships/image" Target="../media/image1.gif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png"/><Relationship Id="rId4" Type="http://schemas.openxmlformats.org/officeDocument/2006/relationships/hyperlink" Target="https://www.youtube.com/watch?v=PGW42HHmUAM" TargetMode="External"/><Relationship Id="rId5" Type="http://schemas.openxmlformats.org/officeDocument/2006/relationships/image" Target="../media/image1.gi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image" Target="../media/image13.png"/><Relationship Id="rId4" Type="http://schemas.openxmlformats.org/officeDocument/2006/relationships/hyperlink" Target="https://www.youtube.com/watch?v=3fUen17wGjw" TargetMode="External"/><Relationship Id="rId5" Type="http://schemas.openxmlformats.org/officeDocument/2006/relationships/image" Target="../media/image1.gif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hyperlink" Target="https://www.youtube.com/watch?v=zDLyAvDHKD8" TargetMode="External"/><Relationship Id="rId5" Type="http://schemas.openxmlformats.org/officeDocument/2006/relationships/image" Target="../media/image1.gif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7.png"/><Relationship Id="rId4" Type="http://schemas.openxmlformats.org/officeDocument/2006/relationships/hyperlink" Target="https://www.youtube.com/watch?v=ahNFkO-Qnz0" TargetMode="External"/><Relationship Id="rId5" Type="http://schemas.openxmlformats.org/officeDocument/2006/relationships/image" Target="../media/image1.gif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9.png"/><Relationship Id="rId4" Type="http://schemas.openxmlformats.org/officeDocument/2006/relationships/hyperlink" Target="https://www.youtube.com/watch?v=FZW7A6McFKQ" TargetMode="External"/><Relationship Id="rId5" Type="http://schemas.openxmlformats.org/officeDocument/2006/relationships/image" Target="../media/image1.gif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Relationship Id="rId4" Type="http://schemas.openxmlformats.org/officeDocument/2006/relationships/hyperlink" Target="https://www.youtube.com/watch?v=JhoPsnnaaKM" TargetMode="External"/><Relationship Id="rId5" Type="http://schemas.openxmlformats.org/officeDocument/2006/relationships/image" Target="../media/image1.gif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Relationship Id="rId3" Type="http://schemas.openxmlformats.org/officeDocument/2006/relationships/hyperlink" Target="https://www.youtube.com/watch?v=fBQOV3jiST0" TargetMode="External"/><Relationship Id="rId4" Type="http://schemas.openxmlformats.org/officeDocument/2006/relationships/image" Target="../media/image23.png"/><Relationship Id="rId5" Type="http://schemas.openxmlformats.org/officeDocument/2006/relationships/image" Target="../media/image24.jpg"/><Relationship Id="rId6" Type="http://schemas.openxmlformats.org/officeDocument/2006/relationships/hyperlink" Target="https://www.youtube.com/watch?v=i5TSvrhVH94" TargetMode="External"/><Relationship Id="rId7" Type="http://schemas.openxmlformats.org/officeDocument/2006/relationships/image" Target="../media/image25.png"/><Relationship Id="rId8" Type="http://schemas.openxmlformats.org/officeDocument/2006/relationships/image" Target="../media/image26.jpg"/><Relationship Id="rId9" Type="http://schemas.openxmlformats.org/officeDocument/2006/relationships/hyperlink" Target="https://www.youtube.com/watch?v=21eblauBPy8" TargetMode="External"/><Relationship Id="rId10" Type="http://schemas.openxmlformats.org/officeDocument/2006/relationships/image" Target="../media/image27.png"/><Relationship Id="rId11" Type="http://schemas.openxmlformats.org/officeDocument/2006/relationships/image" Target="../media/image28.jpg"/><Relationship Id="rId12" Type="http://schemas.openxmlformats.org/officeDocument/2006/relationships/hyperlink" Target="https://www.youtube.com/watch?v=fGaa5iluMIQ" TargetMode="External"/><Relationship Id="rId13" Type="http://schemas.openxmlformats.org/officeDocument/2006/relationships/image" Target="../media/image29.png"/><Relationship Id="rId14" Type="http://schemas.openxmlformats.org/officeDocument/2006/relationships/image" Target="../media/image30.jpg"/><Relationship Id="rId15" Type="http://schemas.openxmlformats.org/officeDocument/2006/relationships/hyperlink" Target="https://www.youtube.com/watch?v=Mr8II4SLhaI" TargetMode="External"/><Relationship Id="rId16" Type="http://schemas.openxmlformats.org/officeDocument/2006/relationships/image" Target="../media/image3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Relationship Id="rId3" Type="http://schemas.openxmlformats.org/officeDocument/2006/relationships/hyperlink" Target="https://www.youtube.com/watch?v=DuEKgK2B2p8" TargetMode="External"/><Relationship Id="rId4" Type="http://schemas.openxmlformats.org/officeDocument/2006/relationships/image" Target="../media/image33.png"/><Relationship Id="rId5" Type="http://schemas.openxmlformats.org/officeDocument/2006/relationships/image" Target="../media/image34.jpg"/><Relationship Id="rId6" Type="http://schemas.openxmlformats.org/officeDocument/2006/relationships/hyperlink" Target="https://www.youtube.com/watch?v=mhCy0IgobIw" TargetMode="External"/><Relationship Id="rId7" Type="http://schemas.openxmlformats.org/officeDocument/2006/relationships/image" Target="../media/image35.png"/><Relationship Id="rId8" Type="http://schemas.openxmlformats.org/officeDocument/2006/relationships/image" Target="../media/image36.jpg"/><Relationship Id="rId9" Type="http://schemas.openxmlformats.org/officeDocument/2006/relationships/hyperlink" Target="https://www.youtube.com/watch?v=0cjKg-Z3xak" TargetMode="External"/><Relationship Id="rId10" Type="http://schemas.openxmlformats.org/officeDocument/2006/relationships/image" Target="../media/image37.png"/><Relationship Id="rId11" Type="http://schemas.openxmlformats.org/officeDocument/2006/relationships/image" Target="../media/image38.jpg"/><Relationship Id="rId12" Type="http://schemas.openxmlformats.org/officeDocument/2006/relationships/hyperlink" Target="https://www.youtube.com/watch?v=XGbduoPa_-0" TargetMode="External"/><Relationship Id="rId13" Type="http://schemas.openxmlformats.org/officeDocument/2006/relationships/image" Target="../media/image39.png"/><Relationship Id="rId14" Type="http://schemas.openxmlformats.org/officeDocument/2006/relationships/image" Target="../media/image40.jpg"/><Relationship Id="rId15" Type="http://schemas.openxmlformats.org/officeDocument/2006/relationships/hyperlink" Target="https://www.youtube.com/watch?v=CraZ3Q-I44g" TargetMode="External"/><Relationship Id="rId16" Type="http://schemas.openxmlformats.org/officeDocument/2006/relationships/image" Target="../media/image4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hyperlink" Target="https://www.youtube.com/watch?v=OIBODIPC_8Y" TargetMode="External"/><Relationship Id="rId4" Type="http://schemas.openxmlformats.org/officeDocument/2006/relationships/image" Target="../media/image43.png"/><Relationship Id="rId5" Type="http://schemas.openxmlformats.org/officeDocument/2006/relationships/image" Target="../media/image44.jpg"/><Relationship Id="rId6" Type="http://schemas.openxmlformats.org/officeDocument/2006/relationships/hyperlink" Target="https://www.youtube.com/watch?v=ScWlFcYn_FI" TargetMode="External"/><Relationship Id="rId7" Type="http://schemas.openxmlformats.org/officeDocument/2006/relationships/image" Target="../media/image45.png"/><Relationship Id="rId8" Type="http://schemas.openxmlformats.org/officeDocument/2006/relationships/image" Target="../media/image46.jpg"/><Relationship Id="rId9" Type="http://schemas.openxmlformats.org/officeDocument/2006/relationships/hyperlink" Target="https://www.youtube.com/watch?v=fGGTf044UPI" TargetMode="External"/><Relationship Id="rId10" Type="http://schemas.openxmlformats.org/officeDocument/2006/relationships/image" Target="../media/image47.png"/><Relationship Id="rId11" Type="http://schemas.openxmlformats.org/officeDocument/2006/relationships/image" Target="../media/image48.jpg"/><Relationship Id="rId12" Type="http://schemas.openxmlformats.org/officeDocument/2006/relationships/hyperlink" Target="https://www.youtube.com/watch?v=Xr032EhUDPw" TargetMode="External"/><Relationship Id="rId13" Type="http://schemas.openxmlformats.org/officeDocument/2006/relationships/image" Target="../media/image49.png"/><Relationship Id="rId14" Type="http://schemas.openxmlformats.org/officeDocument/2006/relationships/image" Target="../media/image50.jpg"/><Relationship Id="rId15" Type="http://schemas.openxmlformats.org/officeDocument/2006/relationships/hyperlink" Target="https://www.youtube.com/watch?v=9lnh--ZOPyo" TargetMode="External"/><Relationship Id="rId16" Type="http://schemas.openxmlformats.org/officeDocument/2006/relationships/image" Target="../media/image5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jpg"/><Relationship Id="rId3" Type="http://schemas.openxmlformats.org/officeDocument/2006/relationships/hyperlink" Target="https://www.youtube.com/watch?v=2a1YM7MCXng" TargetMode="External"/><Relationship Id="rId4" Type="http://schemas.openxmlformats.org/officeDocument/2006/relationships/image" Target="../media/image53.png"/><Relationship Id="rId5" Type="http://schemas.openxmlformats.org/officeDocument/2006/relationships/image" Target="../media/image54.jpg"/><Relationship Id="rId6" Type="http://schemas.openxmlformats.org/officeDocument/2006/relationships/hyperlink" Target="https://www.youtube.com/watch?v=OhHzzl4Z6qU" TargetMode="External"/><Relationship Id="rId7" Type="http://schemas.openxmlformats.org/officeDocument/2006/relationships/image" Target="../media/image55.png"/><Relationship Id="rId8" Type="http://schemas.openxmlformats.org/officeDocument/2006/relationships/image" Target="../media/image56.jpg"/><Relationship Id="rId9" Type="http://schemas.openxmlformats.org/officeDocument/2006/relationships/hyperlink" Target="https://www.youtube.com/watch?v=lyZZdUUM_GM" TargetMode="External"/><Relationship Id="rId10" Type="http://schemas.openxmlformats.org/officeDocument/2006/relationships/image" Target="../media/image57.png"/><Relationship Id="rId11" Type="http://schemas.openxmlformats.org/officeDocument/2006/relationships/image" Target="../media/image58.jpg"/><Relationship Id="rId12" Type="http://schemas.openxmlformats.org/officeDocument/2006/relationships/hyperlink" Target="https://www.youtube.com/watch?v=KWYewgdSAOI" TargetMode="External"/><Relationship Id="rId13" Type="http://schemas.openxmlformats.org/officeDocument/2006/relationships/image" Target="../media/image59.png"/><Relationship Id="rId14" Type="http://schemas.openxmlformats.org/officeDocument/2006/relationships/image" Target="../media/image60.jpg"/><Relationship Id="rId15" Type="http://schemas.openxmlformats.org/officeDocument/2006/relationships/hyperlink" Target="https://www.youtube.com/watch?v=HQDUEU-Zhyc" TargetMode="External"/><Relationship Id="rId16" Type="http://schemas.openxmlformats.org/officeDocument/2006/relationships/image" Target="../media/image6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828800"/>
            <a:ext cx="5943600" cy="128016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901952"/>
            <a:ext cx="56692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 Black"/>
              </a:rPr>
              <a:t>▶  YouTube トレンド ランキング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3246120"/>
            <a:ext cx="5669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>
                <a:solidFill>
                  <a:srgbClr val="AAAAAA"/>
                </a:solidFill>
                <a:latin typeface="Arial"/>
              </a:rPr>
              <a:t>2026年06月15日  ·  急上昇 TOP 10 発表</a:t>
            </a:r>
          </a:p>
        </p:txBody>
      </p:sp>
      <p:pic>
        <p:nvPicPr>
          <p:cNvPr id="6" name="Picture 5" descr="ezgif_com-animated-gif-maker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#10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https://www.youtube.com/watch?v=el0EA9zii-k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【LIVE】『Stray Kids World Tour ＜dominATE JAPAN＞』 / 「BLIND SPOT」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Stray Kids Japan Official YouTube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99,624  👍 17,804  💬 437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3:21  ·  📅 公開10時間前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公開10時間で急上昇入り！　急上昇中の新興コンテンツ　いいね率17.9%と視聴者の支持が非常に高い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#9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https://www.youtube.com/watch?v=92YqHVKmyLs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撮影時間6時間の決着！海外の『超鬼畜モード』でエンドラ討伐！！【マイクラ】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ドズル社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306,465  👍 10,670  💬 502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1:15:42  ·  📅 公開13時間前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公開13時間で急上昇入り！　10万再生突破の話題作　いいね率3.5%と好評価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#8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https://www.youtube.com/watch?v=--n8xJ96XmU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Snow Man 'Ready Go Round' Live Performance Video 〜 Dome Tour 2025-2026 ON〜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Snow Man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585,261  👍 49,431  💬 1,214  📈+31.8%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2:39  ·  📅 公開38時間前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公開1日で急上昇　50万再生の注目コンテンツ　前日比+31.8%で着実に成長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#7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https://www.youtube.com/watch?v=FRhHK_d6tD8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【原神】ショートアニメ「最後の遺産」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原神-Genshin-公式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121,576  👍 26,814  💬 1,457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7:45  ·  📅 公開-5時間前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公開-5時間で急上昇入り！　10万再生突破の話題作　いいね率22.1%と視聴者の支持が非常に高い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#6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https://www.youtube.com/watch?v=PGW42HHmUAM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アンジュルム『BaBaBa Burning Love！』Promotion Edit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アンジュルム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72,389  👍 8,357  💬 1,738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4:21  ·  📅 公開10時間前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公開10時間で急上昇入り！　急上昇中の新興コンテンツ　いいね率11.5%と視聴者の支持が非常に高い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#5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https://www.youtube.com/watch?v=3fUen17wGjw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【ヒカコレ】放送事故…ブチ切れ台パン…ヒカキン、マスオのせいで失恋 #3『 トモダチコレクション わくわく生活 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HikakinGames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503,786  👍 13,685  💬 830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1:39:13  ·  📅 公開12時間前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公開12時間で急上昇入り！　50万再生の注目コンテンツ　いいね率2.7%と好評価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#4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https://www.youtube.com/watch?v=zDLyAvDHKD8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【歌ってみた】おしゃかしゃま/星導ショウ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星導ショウ / Hoshirube Sho【にじさんじ】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524,992  👍 56,284  💬 1,734  📈+70.0%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3:51  ·  📅 公開34時間前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公開1日で急上昇　50万再生の注目コンテンツ　前日比+70.0%と急拡散中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https://www.youtube.com/watch?v=ahNFkO-Qnz0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クソゲーの弱すぎるラスボスTOP10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からすまAチャンネル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CD7F32"/>
                </a:solidFill>
                <a:latin typeface="Arial"/>
              </a:rPr>
              <a:t>👁 308,366  👍 6,680  💬 362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15:30  ·  📅 公開11時間前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公開11時間で急上昇入り！　10万再生突破の話題作　いいね率2.2%と好評価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https://www.youtube.com/watch?v=FZW7A6McFKQ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素晴らしき新世界 | 最終予告編 | Netflix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Netflix Japan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C0C0C0"/>
                </a:solidFill>
                <a:latin typeface="Arial"/>
              </a:rPr>
              <a:t>👁 35,035  👍 224  💬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0:53  ·  📅 公開20時間前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公開20時間で急上昇入り！　急上昇中の新興コンテンツ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29200"/>
            <a:ext cx="91440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09728"/>
            <a:ext cx="91440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FFD700"/>
                </a:solidFill>
                <a:latin typeface="Arial Black"/>
              </a:rPr>
              <a:t>🏆  NO. 1  🏆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024128"/>
            <a:ext cx="4572000" cy="2569464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3639312"/>
            <a:ext cx="1005840" cy="10058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74320" y="3657600"/>
            <a:ext cx="7406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烏 - Raven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4160520"/>
            <a:ext cx="74066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FFD700"/>
                </a:solidFill>
                <a:latin typeface="Arial"/>
              </a:rPr>
              <a:t>👁 286,895  👍 22,478  💬 1,174  ⏱ 4:09  📅 公開7時間前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4498848"/>
            <a:ext cx="7406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EC9B0"/>
                </a:solidFill>
                <a:latin typeface="Arial"/>
              </a:rPr>
              <a:t>💡 公開7時間で急上昇入り！　10万再生突破の話題作　いいね率7.8%と視聴者の支持が非常に高い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4828032"/>
            <a:ext cx="7406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https://www.youtube.com/watch?v=JhoPsnnaaKM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🎬 エンタメ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いや勝つんかいw　 #おもしろ #エンタメ #ネタ #バズれ #shorts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やっさん2  👁 19,151,961  👍 158,013  ⏱ 0:10  📅 2025-08-09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https://www.youtube.com/watch?v=fBQOV3jiST0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クビの真相は？【GOKKO】【ごっこ倶楽部】【企業研究】【エンタメ業界】【IT業界】…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ごっこ倶楽部のウラ垢 - STUDIO GOKKO -  👁 12,781,653  👍 170,503  ⏱ 1:28  📅 2025-04-14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https://www.youtube.com/watch?v=i5TSvrhVH94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狩野英孝のマイクラ実況が面白いwww#エンタメ #マイクラ #狩野英孝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はるえもん  👁 11,726,411  👍 185,896  ⏱ 1:33  📅 2025-07-05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https://www.youtube.com/watch?v=21eblauBPy8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ネプリーグ放送事故w #おもしろ #面白い #テレビ #エンタメ #お笑い #芸人 …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やっさん2  👁 11,509,373  👍 132,817  ⏱ 0:18  📅 2025-11-01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https://www.youtube.com/watch?v=fGaa5iluMIQ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入れないと蝶野に制裁ビンタされる⁉️ #エンタメ #ガキ使 #ダウンタウン#方正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はるえもん  👁 10,542,285  👍 97,931  ⏱ 0:57  📅 2025-10-17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https://www.youtube.com/watch?v=Mr8II4SLhaI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🎮 ゲーム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たくさん食べてすくすく育つ！【MOD紹介】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ウッドリィ  👁 24,886,968  👍 378,823  ⏱ 0:37  📅 2024-09-30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https://www.youtube.com/watch?v=DuEKgK2B2p8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感動のダブルスイカ‼️ #スイカゲーム #ゲーム実況 #サワヤンゲームズ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にこみチャンネル  👁 20,449,814  👍 362,397  ⏱ 0:59  📅 2023-12-22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https://www.youtube.com/watch?v=mhCy0IgobIw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見たことの無い落ち方をする配信者#葉 #ゲーム実況 #切り抜き #onlyup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葉ちゅべ  👁 20,225,840  👍 371,509  ⏱ 0:38  📅 2023-07-07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https://www.youtube.com/watch?v=0cjKg-Z3xak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全部ひっかかる人【しょぼんのアクション3D】 #ゲーム実況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タン  👁 19,801,835  👍 389,678  ⏱ 1:00  📅 2023-09-28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https://www.youtube.com/watch?v=XGbduoPa_-0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絶対に風邪を引きたいマッチョ #shorts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ドズル社  👁 11,790,293  👍 150,673  ⏱ 0:24  📅 2024-03-30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https://www.youtube.com/watch?v=CraZ3Q-I44g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✨ アニメ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YOASOBI「勇者」 Official Music Video／TVアニメ『葬送の…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YOASOBI  👁 216,267,536  👍 1,212,429  ⏱ 3:24  📅 2023-09-29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https://www.youtube.com/watch?v=OIBODIPC_8Y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アイナ・ジ・エンド / 革命道中 - On The Way × TVアニメ『ダンダダ…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アイナ・ジ・エンド Official  👁 44,760,846  👍 188,660  ⏱ 3:22  📅 2025-08-20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https://www.youtube.com/watch?v=ScWlFcYn_FI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ライオン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May'n - Topic  👁 40,605,921  👍 138,398  ⏱ 5:04  📅 2020-10-01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https://www.youtube.com/watch?v=fGGTf044UPI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TVアニメ『呪術廻戦』第3期「死滅回游 前編」ノンクレジットOPムービー／OPテーマ…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TOHO animation チャンネル  👁 36,699,648  👍 526,355  ⏱ 1:31  📅 2026-01-09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https://www.youtube.com/watch?v=Xr032EhUDPw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TVアニメ「進撃の巨人」The Final Season Part 2ノンクレジット…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ぽにきゃん-Anime PONY CANYON  👁 30,683,088  👍 583,889  ⏱ 1:31  📅 2022-01-10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https://www.youtube.com/watch?v=9lnh--ZOPyo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🍿 映画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歌舞伎町タワーの日本一高い映画館「109シネマズプレミアム新宿」を正直レビュー！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正直レビュー 🍰🍛  👁 6,812,696  👍 119,559  ⏱ 1:00  📅 2025-03-15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https://www.youtube.com/watch?v=2a1YM7MCXng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市川團十郎が語る映画「国宝」の率直な感想と歌舞伎への想い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KABUKU. / 市川團十郎。  👁 3,604,315  👍 46,015  ⏱ 17:48  📅 2025-07-12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https://www.youtube.com/watch?v=OhHzzl4Z6qU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シンクロ率100％だった映画『Michael』の裏側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フィルムチェーン  👁 3,598,007  👍 60,207  ⏱ 0:56  📅 2026-05-18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https://www.youtube.com/watch?v=lyZZdUUM_GM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名作映画を見た感想を嘘ついてる奴は誰だ！映画人狼バトル開始！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東海オンエア  👁 3,396,339  👍 30,093  ⏱ 34:45  📅 2024-09-26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https://www.youtube.com/watch?v=KWYewgdSAOI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ディズニー１００周年のゴミ『ウィッシュ』レビュー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ホッカイロレン  👁 3,330,404  👍 43,756  ⏱ 12:56  📅 2023-12-19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https://www.youtube.com/watch?v=HQDUEU-Zhyc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