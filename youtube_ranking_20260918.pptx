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HBCCSTNZsRU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t82I1sKB-vw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JpIw7rSLRqc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6Zu_y22carU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yGnjx6PPMZw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hOPxysIHGp4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Sp4xl7wtqt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wHrtb56w-Wc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yaTcmZmTJvE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tdznAT137QI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82O6yOy_Xw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y_fYd3ZwP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BQOV3jiST0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21eblauBPy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ru5Gp72W17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gJhW-zRyz8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2026年09月18日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https://www.youtube.com/watch?v=HBCCSTNZsRU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マカロニえんぴつ - 運命さがし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424,961  👍 6,797  💬 260  📈+72.4%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4:20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前日比+72.4%と急拡散中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https://www.youtube.com/watch?v=t82I1sKB-vw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オカマバー店長のカマちゃんに口説かれるSHAKA【SURGE Town】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SHAKAch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264,624  👍 1,814  💬 104  📈+1059.2%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30:48  ·  📅 公開19時間前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公開19時間で急上昇入り！　10万再生突破の話題作　前日比+1059.2%の爆発的な伸び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https://www.youtube.com/watch?v=JpIw7rSLRqc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M!LK - 時空超えてユニバース 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14,866,579  👍 168,199  💬 24,520  📈+11.3%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3:39  ·  📅 公開83時間前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500万再生超の超バズ動画　前日比+11.3%で着実に成長　コメント1万超の大反響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https://www.youtube.com/watch?v=6Zu_y22carU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カプコンスポットライト｜TGS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695,003  👍 5,844  💬 0  📈+43.7%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45:43  ·  📅 公開32時間前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前日比+43.7%で着実に成長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https://www.youtube.com/watch?v=yGnjx6PPMZw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SixTONES – 「Stargaze」from LIVE DVD/BD「MILESixTONES」(2026.3.26 YOKOHAMA ARENA)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710,234  👍 40,058  💬 2,046  📈+51.3%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3:58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前日比+51.3%と急拡散中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https://www.youtube.com/watch?v=hOPxysIHGp4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【原神】限定★５「ヴェスナ」は強いのか？無凸で解説。性能/武器/聖遺物/PT編成/凸orモチーフ…全てが分かる！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マグロヘッド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314,732  👍 4,787  💬 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26:03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公開17時間で急上昇入り！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https://www.youtube.com/watch?v=Sp4xl7wtqtc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櫻坂46 『愛MUST BE』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櫻坂46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1,105,647  👍 34,327  💬 12,647  📈+111.1%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4:17  ·  📅 公開31時間前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前日比+111.1%と急拡散中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https://www.youtube.com/watch?v=wHrtb56w-Wc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去年大流行した「とんでもなくイライラする」理不尽ゲーム『 利用規約に同意したい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1,689,976  👍 28,034  💬 2,215  📈+49.1%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2:46:05  ·  📅 公開37時間前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前日比+49.1%で着実に成長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https://www.youtube.com/watch?v=yaTcmZmTJvE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予告 國分佳奈 (20代女性) 編 | ダウンタイム | Netflix 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123,530  👍 179  💬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0:43  ·  📅 公開19時間前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公開19時間で急上昇入り！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Aぇ! group 「Emotion」Official Music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764,064  👍 41,106  💬 9,782  ⏱ 3:52  📅 公開34時間前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前日比+61.5%と急拡散中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https://www.youtube.com/watch?v=tdznAT137QI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Star TV - Canlı Yayın (Full HD)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 TV  👁 180,359,872  👍 390,433  ⏱ 不明  📅 2023-08-10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https://www.youtube.com/watch?v=82O6yOy_XwE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21,651,089  👍 11,867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El Chavo del 8 EN VIVO 24/7 🔴 Maratón de 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19,812,993  👍 65,137  ⏱ 不明  📅 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いや勝つんかいw　 #おもしろ #エンタメ #ネタ #バズれ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19,165,108  👍 157,724  ⏱ 0:10  📅 2025-08-09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狩野英孝のマイクラ実況が面白いwww#エンタメ #マイクラ #狩野英孝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11,803,356  👍 186,807  ⏱ 1:33  📅 2025-07-05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23,027,170  👍 407,264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20,475,690  👍 362,057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19,844,428  👍 389,549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17,578,067  👍 246,460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溶岩ダイブ！？ #shorts #マイクラ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15,544,914  👍 143,806  ⏱ 0:52  📅 2025-03-25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224,297,380  👍 1,232,963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223,054,123  👍 2,051,898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166,309,175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151,300,663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58,201,830  👍 184,464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7,385,768  👍 106,425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7,148,393  👍 107,904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6,947,877  👍 120,648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4,299,282  👍 89,184  ⏱ 3:00  📅 2025-06-20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3,773,502  👍 47,005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