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2026年09月19日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予告 國分佳奈 (20代女性) 編 | ダウンタイム | Netflix Jap…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15万回　👍 226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Fujii Kaze - You (Official Music Video)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Fujii Kaze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243万回　👍 10万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【複数視点】１０億の乗り物でヒーロー活動を始める叶に爆笑ｗｗｗ（SURGE To…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白瀬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23万回　👍 2,485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『ヤマトよ永遠に REBEL3199 第七章 虹色の輪廻』本予告 / 2026.…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バンダイナムコフィルムワークス 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34万回　👍 3,334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WATCH ME feat. BIA -Music Vid…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110万回　👍 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