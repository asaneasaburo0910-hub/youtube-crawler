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KmebvK80v7Y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SkPVI0sGFCw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owDRqb9_2oE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w5yjQcL7FYs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P0I0UN5V3ko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nnRcKC4Rgsc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g2NsFsJuizA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bi5NcXDwdt0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Zf2_4CmsLhg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dEEd9HHEQE0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21eblauBPy8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Gaa5iluMIQ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Mr8II4SLhaI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40nqUvs_tf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1JT-CjiNVo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d9MAnruE_-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1JrBFDwE-jo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2pECnr5MNu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88uap7ImJ88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OIBODIPC_8Y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gcgKUcJKxI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Qut46hqaMvw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2026年06月18日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https://www.youtube.com/watch?v=KmebvK80v7Y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KONKON Beats / 大神ミオ cover.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Mio Channel 大神ミオ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126,407  👍 23,559  💬 1,112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2:53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いいね率18.6%と視聴者の支持が非常に高い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https://www.youtube.com/watch?v=SkPVI0sGFCw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後戻りできない1本道のレールを繋いでエンドラまでたどり着け！【マイクラ】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326,982  👍 9,593  💬 246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55:56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いいね率2.9%と好評価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https://www.youtube.com/watch?v=owDRqb9_2oE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YASMINE LOOKS PRETTY INSANE!!!! (SF6 Gameplay Trailer Reaction)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Punkdagod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45,019  👍 2,939  💬 325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8:03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急上昇中の新興コンテンツ　いいね率6.5%と視聴者の支持が非常に高い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https://www.youtube.com/watch?v=w5yjQcL7FYs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なにわ男子 - Gimme The Day [Official Music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なにわ男子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136,132  👍 17,740  💬 1,581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4:03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いいね率13.0%と視聴者の支持が非常に高い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https://www.youtube.com/watch?v=P0I0UN5V3ko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【新章開幕】新ポケモン大量追加キタァァアア！！！wwwwwww【ポケモンチャンピオンズ】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今日ポケch.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284,916  👍 3,348  💬 542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27:46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https://www.youtube.com/watch?v=nnRcKC4Rgsc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TVアニメ『攻殻機動隊 THE GHOST IN THE SHELL』予告編｜2026年7月7日 放送開始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Ghost in the Shell Official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95,439  👍 6,430  💬 352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1:22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急上昇中の新興コンテンツ　いいね率6.7%と視聴者の支持が非常に高い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https://www.youtube.com/watch?v=g2NsFsJuizA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BE:FIRST / I Want You Back - Live from BE:FIRST Stadium Live 2026 We are the “BE:ST”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184,896  👍 23,500  💬 919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4:14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いいね率12.7%と視聴者の支持が非常に高い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https://www.youtube.com/watch?v=bi5NcXDwdt0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『ストリートファイター6』ヤスミン（Yasmine）ゲームプレイトレーラー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292,797  👍 8,728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2:59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10万再生突破の話題作　いいね率3.0%と好評価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https://www.youtube.com/watch?v=Zf2_4CmsLhg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かつてない進化を遂げる #スパイダーマン、新たな物語がいま始まる！『スパイダーマン：ブランド・ニュー・デイ』最新予告編　7月31日（金）日米同時公開決定！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ソニー・ピクチャーズ 映画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382,441  👍 9,175  💬 677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2:35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10万再生突破の話題作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M!LK - 真・運命 (曽野舜太&amp;山中柔太朗) (Official Music Video)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807,584  👍 79,175  💬 7,975  ⏱ 3:38  📅 公開10時間前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50万再生の注目コンテンツ　いいね率9.8%と視聴者の支持が非常に高い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https://www.youtube.com/watch?v=dEEd9HHEQE0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19,152,274  👍 158,005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狩野英孝のマイクラ実況が面白いwww#エンタメ #マイクラ #狩野英孝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11,728,087  👍 185,899  ⏱ 1:33  📅 2025-07-05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11,512,956  👍 132,866  ⏱ 0:18  📅 2025-11-01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10,544,069  👍 97,956  ⏱ 0:57  📅 2025-10-17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大根だけってどんな味なんだろう？ #面白い #おもしろ #エンタメ #お笑い #お笑…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8,889,004  👍 87,057  ⏱ 0:33  📅 2025-11-05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https://www.youtube.com/watch?v=40nqUvs_tfE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20,503,541  👍 374,266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20,450,170  👍 362,385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19,802,942  👍 389,669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デビルレベルpart9 #switch2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16,598,681  👍 195,357  ⏱ 1:02  📅 2025-08-18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自然に隠れた末路がww #shorts  #prophunt #かくれんぼ #cod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11,937,661  👍 158,320  ⏱ 1:00  📅 2024-10-30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いえでマネしないでね！@MashaBearJAPAN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1,776,244,649  👍 13,733,325  ⏱ 0:53  📅 2023-12-30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https://www.youtube.com/watch?v=1JrBFDwE-jo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TVアニメ「ダンベル何キロ持てる？」OPテーマ Muscle Video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282,754,085  👍 791,623  ⏱ 1:44  📅 2019-07-11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赤ちゃん・子供向け 知育アニメ★数字をおぼえよう・アイスクリーム★Learn To 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ノッカーナアニメーション nokkana animation  👁 254,735,371  👍 543,462  ⏱ 3:23  📅 2018-05-11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https://www.youtube.com/watch?v=88uap7ImJ88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YOASOBI「勇者」 Official Music Video／TVアニメ『葬送の…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216,530,296  👍 1,213,132  ⏱ 3:24  📅 2023-09-29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143,471,985  👍 0  ⏱ 1:31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6,814,118  👍 119,565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人食い村に赴任した新入巡査、衝撃的な素材と演出、面白さで世界で大好評！隠れた秀作日本…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映画少女  👁 6,129,286  👍 28,431  ⏱ 18:03  📅 2024-04-04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https://www.youtube.com/watch?v=Qut46hqaMvw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4,113,064  👍 67,915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3,623,626  👍 46,148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3,400,882  👍 30,115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