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【公式予告編】「日本統一77」2026年11月4日DVDリリース！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日本統一公式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5万回　👍 346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秘密のアティチュード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FRUITS ZIPPER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2万回　👍 1,270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しぐれうい達の絵が上手すぎる「本気かくれんぼ」に驚愕するSHAKA【めっちゃカメ…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SHAKAch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26万回　👍 2,217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【ティザー予告 第2弾】「ハリー・ポッターと賢者の石」2026年クリスマス HB…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ワーナー ブラザース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24万回　👍 2,148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SB19 x BE:FIRST 'TOYFRIEND' DANCE PRACTI…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SB19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20万回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