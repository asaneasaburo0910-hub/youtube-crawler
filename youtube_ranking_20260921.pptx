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lYafXo-rjU8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ANFFzqWfHYk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fAXzLmsbrd8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B4TbkzL8Wo0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Q55aB238Qbo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YyXsYuM0-jQ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OfSDaHp6MPM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-dXvGLNbUdM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NOoNxrnsTFs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DXzpRZpF12E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P8QordVAUyU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y_fYd3ZwP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NGsjOrzwjZk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ytBtKVEAmGQ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wonotbP3s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-gJhW-zRyz8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2026年09月21日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https://www.youtube.com/watch?v=lYafXo-rjU8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初星学園 「め」Official Music Video (HATSUBOSHI GAKUEN - 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初星学園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282,230  👍 14,231  💬 892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4:53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いいね率5.0%と視聴者の支持が非常に高い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https://www.youtube.com/watch?v=ANFFzqWfHYk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【既に死んでいる】4000円払ってプレイヤーの時間が〇ぬクソゲー【ワニワニ大冒険】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605,361  👍 6,242  💬 645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15:06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https://www.youtube.com/watch?v=fAXzLmsbrd8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Escape From Playtime | Release Date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Mob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1,318,150  👍 68,665  💬 4,108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1:08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100万再生超の大ヒット　いいね率5.2%と視聴者の支持が非常に高い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https://www.youtube.com/watch?v=B4TbkzL8Wo0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Golden Sun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ONE N' ONLY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51,567  👍 3,945  💬 252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3:14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いいね率7.7%と視聴者の支持が非常に高い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https://www.youtube.com/watch?v=Q55aB238Qbo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絶対に食べてはいけない毒キノコはどっち！？【マイクラ】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360,254  👍 9,169  💬 478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57:19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いいね率2.5%と好評価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https://www.youtube.com/watch?v=YyXsYuM0-jQ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予告 板井佐緒里 (30代女性) 編 | ダウンタイム | Netflix 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389,583  👍 500  💬 88  📈+505.9%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0:43  ·  📅 公開19時間前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公開19時間で急上昇入り！　10万再生突破の話題作　前日比+505.9%の爆発的な伸び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https://www.youtube.com/watch?v=OfSDaHp6MPM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ラブリーズン (short ver.)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GNJB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87,271  👍 7,594  💬 463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0:42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急上昇中の新興コンテンツ　いいね率8.7%と視聴者の支持が非常に高い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https://www.youtube.com/watch?v=-dXvGLNbUdM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このボスの仕様に初見で気付ける小学生はいない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160,151  👍 6,065  💬 626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1:11:08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10万再生突破の話題作　いいね率3.8%と好評価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https://www.youtube.com/watch?v=NOoNxrnsTFs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宮沢りえの圧倒的存在感に魅了される『しびれ』母親・亜樹にフォーカスした特別予告編【2026年9月25日公開】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オリコン洋画館 ORICON NEWS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85,602  👍 23  💬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0:31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公開16時間で急上昇入り！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Snow Man 'show time...' SnowMotion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920,476  👍 65,327  💬 2,589  ⏱ 3:53  📅 公開14時間前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50万再生の注目コンテンツ　いいね率7.1%と視聴者の支持が非常に高い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https://www.youtube.com/watch?v=DXzpRZpF12E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[🔴LIVE]  깔깔티비 💫1박2일💫 화질UP 🔥24시간 무한 스트리밍🔥 ㅣ…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21,829,616  👍 11,808  ⏱ 不明  📅 2025-04-07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El Chavo del 8 EN VIVO 24/7 🔴 Maratón de t…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20,016,597  👍 64,629  ⏱ 不明  📅 2025-12-25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19,165,155  👍 157,727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11,807,093  👍 186,772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Avrupa Yakası Bölümler 7/24 #canlıyayın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Avrupa Yakası  👁 11,324,025  👍 7,429  ⏱ 不明  📅 2025-10-30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https://www.youtube.com/watch?v=NGsjOrzwjZk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23,103,371  👍 406,069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20,476,905  👍 361,980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17,673,294  👍 244,026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ホラーゲームを全力で楽しむ男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キシタク店長-DVR-  👁 17,660,427  👍 545,172  ⏱ 1:00  📅 2022-10-19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https://www.youtube.com/watch?v=ytBtKVEAmGQ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16,612,877  👍 194,821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224,567,740  👍 1,231,971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223,377,765  👍 2,050,407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166,567,357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151,556,145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58,337,483  👍 184,281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7,385,817  👍 106,427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7,161,229  👍 106,618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6,951,269  👍 120,637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自分がゾンビになると悟った父の行動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意外とおもしろい  👁 6,337,056  👍 94,177  ⏱ 0:39  📅 2026-09-13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https://www.youtube.com/watch?v=-wonotbP3s8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4,299,310  👍 89,184  ⏱ 3:00  📅 2025-06-20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