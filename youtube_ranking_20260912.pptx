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kgEPePPCpf8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z9nITMlt8Fk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8Eo1jGhi28U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Nt7tk-lYP7A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lfUberkxaks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kjbJR4rqXjg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gCXi7FuubYE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AXpM7xo6sho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4FNDtxCaA8U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kD9whzsWBqU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P8QordVAUyU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fy_fYd3ZwP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BQOV3jiST0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yHmPWzkhcZ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21eblauBPy8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WPl10ZrhCt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5yb2N3pnztU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gcgKUcJKxIs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-NFhRWhkp7I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5ElBjw-6F3s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KWYewgdSAOI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HQDUEU-Zhyc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a8niMJ2Int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2026年09月12日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https://www.youtube.com/watch?v=kgEPePPCpf8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SIX LOUNGE - メリールー / THE FIRST 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260,542  👍 4,781  💬 369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6:10  ·  📅 公開8時間前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公開8時間で急上昇入り！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https://www.youtube.com/watch?v=z9nITMlt8Fk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LEVEL5 VISION 2026 II 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LEVEL5ch【公式】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1,390,903  👍 30,604  💬 0  📈+6.6%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56:41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https://www.youtube.com/watch?v=8Eo1jGhi28U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LE SSERAFIM (르세라핌) 'Made My Night' OFFICIAL PERFORMANCE FILM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1,328,553  👍 63,383  💬 1,853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2:52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100万再生超の大ヒット　いいね率4.8%と好評価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https://www.youtube.com/watch?v=Nt7tk-lYP7A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モンスターに変身して1000億ブロック破壊できる？【 マイクラ / マインクラフト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ウォーターチャレンジ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68,479  👍 962  💬 36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22:48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https://www.youtube.com/watch?v=lfUberkxaks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【歌ってみた】導火線 / Gero×あらき×DECO*27【にじさんじ/ 緋八マナ &amp; 宇佐美リト】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緋八マナ / Hibachi Mana【にじさんじ】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211,498  👍 21,056  💬 652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3:11  ·  📅 公開7時間前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10万再生突破の話題作　いいね率10.0%と視聴者の支持が非常に高い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https://www.youtube.com/watch?v=kjbJR4rqXjg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【大作業】家8000軒分の超巨大な火山をまっ平にするまで終われません！【マイクラ】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531,327  👍 11,551  💬 480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48:29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いいね率2.2%と好評価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https://www.youtube.com/watch?v=gCXi7FuubYE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BE:FIRST / WATCH ME -Global EP Digest-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95,852  👍 15,450  💬 722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2:21  ·  📅 公開-2時間前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公開-2時間で急上昇入り！　急上昇中の新興コンテンツ　いいね率16.1%と視聴者の支持が非常に高い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https://www.youtube.com/watch?v=AXpM7xo6sho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【マインクラフト】協力してブロック崩しをクリアしたら秘蔵写真が見れるらしい?【日常組】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日常組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627,264  👍 14,660  💬 366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1:17:27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50万再生の注目コンテンツ　いいね率2.3%と好評価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https://www.youtube.com/watch?v=4FNDtxCaA8U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【予告】映画「SUKIYAKI 上を向いて歩こう」＜12月25日(金)公開＞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東宝MOVIEチャンネル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151,927  👍 980  💬 27  📈+148.3%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1:01  ·  📅 公開25時間前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前日比+148.3%と急拡散中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EBiDAN(恵比寿学園男子部) 「好きだから走れ！！！！！！！」Lyric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564,273  👍 42,550  💬 2,829  ⏱ 4:32  📅 公開14時間前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50万再生の注目コンテンツ　いいね率7.5%と視聴者の支持が非常に高い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https://www.youtube.com/watch?v=kD9whzsWBqU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[🔴LIVE]  깔깔티비 💫1박2일💫 화질UP 🔥24시간 무한 스트리밍🔥 ㅣ…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21,238,401  👍 11,750  ⏱ 不明  📅 2025-04-07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El Chavo del 8 EN VIVO 24/7 🔴 Maratón de t…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El Chavo del 8  👁 19,385,851  👍 64,348  ⏱ 不明  📅 2025-12-25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https://www.youtube.com/watch?v=fy_fYd3ZwPE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いや勝つんかいw　 #おもしろ #エンタメ #ネタ #バズれ #shorts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19,165,052  👍 157,739  ⏱ 0:10  📅 2025-08-09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🔴 LIVE! 24 HOURS Mickey Mouse Full Episode…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Disney Jr.   👁 18,017,899  👍 26,404  ⏱ 不明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https://www.youtube.com/watch?v=yHmPWzkhcZ8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狩野英孝のマイクラ実況が面白いwww#エンタメ #マイクラ #狩野英孝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11,797,146  👍 186,755  ⏱ 1:33  📅 2025-07-05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22,917,165  👍 405,810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20,473,829  👍 362,088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19,842,183  👍 389,574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18,661,919  👍 546,096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17,460,999  👍 245,682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223,819,958  👍 1,231,818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ヒグチアイ / 悪魔の子 (アニメスペシャルVer.) | Ai Higuchi “…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222,444,788  👍 2,049,259  ⏱ 3:50  📅 2022-01-24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165,776,192  👍 0  ⏱ 1:31  📅 2023-09-01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150,752,917  👍 0  ⏱ 1:31  📅 2023-07-07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Mrs. GREEN APPLE「ライラック」MV - TVアニメ『忘却バッテリー』…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57,947,946  👍 184,291  ⏱ 4:53  📅 2024-07-04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映画館が一瞬でパニックに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教えてショート  👁 7,646,235  👍 144,949  ⏱ 0:29  📅 2026-09-04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https://www.youtube.com/watch?v=5ElBjw-6F3s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6,941,735  👍 120,592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名作映画を見た感想を嘘ついてる奴は誰だ！映画人狼バトル開始！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3,573,918  👍 30,760  ⏱ 34:45  📅 2024-09-26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ディズニー１００周年のゴミ『ウィッシュ』レビュー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3,535,889  👍 45,016  ⏱ 12:56  📅 2023-12-19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話題のちいかわ映画、一番の罪人を決めます。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Stardy -河野玄斗の神授業  👁 2,934,840  👍 47,939  ⏱ 10:10  📅 2026-08-04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https://www.youtube.com/watch?v=a8niMJ2Intc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