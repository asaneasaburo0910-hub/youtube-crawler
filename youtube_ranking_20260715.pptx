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AFaWBGveFOM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z-ZM93stin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2zRU0RQEj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qFhspt7zsX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0OXNQX54F7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4Mopkx0DAZ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UZ4an60Zmv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TdQRbL0ss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gRH4TN1jBs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LS5t8ychTI4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G-gXirMbzFY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Z8xvh9B1JZ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Xr032EhUDPw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b6-2P8RgT0A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qrnxqhNvLg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EoY46IjI_j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https://www.youtube.com/watch?v=AFaWBGveFOM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【MV】ELEVATE #VOLTACTION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VOLTACTION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122,001  👍 16,377  💬 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いいね率13.4%と視聴者の支持が非常に高い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https://www.youtube.com/watch?v=z-ZM93stinA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【#にじ甲2026】―フィジカルアカデミア１年目始動―【ローレン・イロアス/にじさんじ】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ローレン・イロアス / Lauren Iroas【にじさんじ】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530,074  👍 7,618  💬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9:53:09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https://www.youtube.com/watch?v=j2zRU0RQEjA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実写映画『ルックバック』本予告映像解禁【9月11日公開】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株式会社K2Pictures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18,084  👍 709  💬 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1:00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https://www.youtube.com/watch?v=qFhspt7zsXg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Number_i - BUGS LIFE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Number_i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6,773,751  👍 67,197  💬 11,635  📈+26.9%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3:25  ·  📅 公開52時間前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500万再生超の超バズ動画　前日比+26.9%で着実に成長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https://www.youtube.com/watch?v=0OXNQX54F7U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絵心が無いと卑下していたらっだぁ、隠れ方のコツを掴み始める【めっちゃカメレオン】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らっだぁ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247,447  👍 9,831  💬 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23:42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https://www.youtube.com/watch?v=4Mopkx0DAZg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「ダウンタイム」ティザー予告編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64,593  👍 898  💬 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1:41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https://www.youtube.com/watch?v=UZ4an60Zmvc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Brand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Mrs. GREEN APPLE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2,174,642  👍 75,482  💬 4,551  📈+40.5%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3:32  ·  📅 公開52時間前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前日比+40.5%で着実に成長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https://www.youtube.com/watch?v=pTdQRbL0ssY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本番でより解像度があがったテニプリ話で盛り上がるひなーのとイブラヒム、かみと・スパイギアの口プに翻弄される、越前になったささてぃっくに煽られるひなーのｗｗ【橘ひなの/イブラヒム/ぶいすぽ/にじさん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ぶいすぽ倉庫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145,080  👍 2,024  💬 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41:40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https://www.youtube.com/watch?v=gRH4TN1jBsE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『踊る大捜査線 N.E.W. メトロポリスを駆け抜けろ！』本予告【9月18日(金)公開】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675,687  👍 9,344  💬 1,147  📈+250.5%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公開21時間で急上昇入り！　50万再生の注目コンテンツ　前日比+250.5%の爆発的な伸び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SHUNTO (BE:FIRST) / Want it -Special Dance Performance-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239,347  👍 28,599  💬 1,670  ⏱ 3:34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いいね率11.9%と視聴者の支持が非常に高い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https://www.youtube.com/watch?v=LS5t8ychTI4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19,157,529  👍 157,922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14,609,864  👍 41,714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11,745,380  👍 186,079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11,537,301  👍 133,036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10,562,239  👍 98,136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クオリティが高すぎて鳥肌が立つホラーゲーム『 狂い月 』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キヨ。  👁 24,833,465  👍 142,752  ⏱ 3:52:12  📅 2020-01-12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https://www.youtube.com/watch?v=G-gXirMbzFY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21,192,822  👍 381,647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20,453,580  👍 362,237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19,810,388  👍 389,537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14,540,824  👍 137,672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160,992,818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ピンポン玉チャレンジLv100【アニメ】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47,091,384  👍 173,885  ⏱ 0:22  📅 2026-06-08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39,498,265  👍 540,967  ⏱ 1:31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TVアニメ『干物妹！うまるちゃん』ノンクレジットOP映像「かくしん的☆めたまるふぉ～…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34,967,610  👍 0  ⏱ 1:30  📅 2015-07-13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https://www.youtube.com/watch?v=b6-2P8RgT0A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【アニメ】寿命が可視化できるメガネ拾って無双するやつ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オムオムアニメ【コント】  👁 30,477,951  👍 456,918  ⏱ 2:57  📅 2025-04-28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https://www.youtube.com/watch?v=SqrnxqhNvLg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7,381,429  👍 106,504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6,827,812  👍 119,655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6,110,335  👍 95,254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マイケル・ジャクソンが心から笑った瞬間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3,737,246  👍 66,223  ⏱ 0:41  📅 2026-05-24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3,710,497  👍 46,685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