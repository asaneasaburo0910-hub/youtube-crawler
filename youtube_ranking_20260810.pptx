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te4YI_caT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wO_jZM3DC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L8WdimHNr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o_qsb635u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AgBOvv4s8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a0cf5pbrl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R30DHQSos8I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_-x2UnAY-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R3lG4ZVezW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H0adwJNNR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Uh-K3yY-eHA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mEAhcCWMAa4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pcQzhUcRfqE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https://www.youtube.com/watch?v=Vte4YI_caTA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接客しながらお客様に紛れた怪物を見つけ出すゲーム【Shift At Midnight】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257,354  👍 7,587  💬 471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55:20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https://www.youtube.com/watch?v=wwO_jZM3DC0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globe /期間限定プレミア公開(8/9 19:00～8/15 23:59) globe tour 1999 Relation Remaster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globe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154,786  👍 6,403  💬 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2:13:02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https://www.youtube.com/watch?v=jL8WdimHNrw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最強の剣で天使を落とせ！？リアル鬼ごっこサバイバルリアル鬼ごっこサバイバル38【マインクラフト】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494,965  👍 21,765  💬 1,844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32:08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https://www.youtube.com/watch?v=vo_qsb635u0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Stray Kids "This &amp; That" Dance Practice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Stray Kids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742,682  👍 158,846  💬 6,071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3:11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いいね率21.4%と視聴者の支持が非常に高い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https://www.youtube.com/watch?v=UAgBOvv4s8A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明るさ『-1000％』の世界でエンドラ討伐！【マイクラ】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317,804  👍 9,149  💬 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54:11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https://www.youtube.com/watch?v=Ma0cf5pbrlc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【予告編】大人はちょい怖、子供は結構怖い…かも＞＜『Lalabear』ララベア◇中編ホラー映画◇himawari-CH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HIMAWARIちゃんねる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31,486  👍 1,072  💬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https://www.youtube.com/watch?v=R30DHQSos8I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Serenade (KARINA &amp; WINTER)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aespa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332,199  👍 17,730  💬 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いいね率5.3%と視聴者の支持が非常に高い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https://www.youtube.com/watch?v=C_-x2UnAY-A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にじさんじ甲子園2026 本戦 Day2【 #にじ甲2026_Day2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1,801,325  👍 31,394  💬 688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5:51:05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https://www.youtube.com/watch?v=R3lG4ZVezWc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8月10日は“バイオの日”！『バイオハザード』日本限定＜特別予告＞10月9日（金）全国の映画館で公開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28,679  👍 699  💬 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iiONDO - はつ恋ONDO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110,242  👍 11,067  💬 1,420  ⏱ 4:20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いいね率10.0%と視聴者の支持が非常に高い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https://www.youtube.com/watch?v=tH0adwJNNRc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26,291,441  👍 65,387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19,529,738  👍 11,166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19,164,562  👍 157,860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11,766,454  👍 186,339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Фильм можно смотреть вечно! Сериал стал ле…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Коллекция хорошего кино  👁 10,871,099  👍 8,966  ⏱ 不明  📅 2025-10-16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https://www.youtube.com/watch?v=Uh-K3yY-eHA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22,167,853  👍 395,023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20,462,779  👍 362,241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19,823,980  👍 389,566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18,655,776  👍 546,363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17,470,332  👍 543,484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573,704,641  👍 1,137,838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220,993,202  👍 1,225,060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219,585,642  👍 2,035,806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163,161,085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148,398,303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6,654,773  👍 102,540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4,285,827  👍 22,874  ⏱ 0:12  📅 2026-07-09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3,727,958  👍 46,813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映画『マイケル』を観たガチ勢の反応ｗｗ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3,652,680  👍 40,578  ⏱ 0:18  📅 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3,158,354  👍 37,068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