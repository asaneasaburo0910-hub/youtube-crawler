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「俺のこと、なんか言ってた？」予告編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44万回　👍 2,027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LEE JISOO - MISMATCH / THE FIRST 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THE FIRST 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84万回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【初配信】ヒーロー×ポリス×最強  #ホロライブ #アソビまわり隊  #百灯キョ…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Kyoko Ch. 百灯キョーコ ‐ アソビ★まわり隊!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131万回　👍 8万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アニメ「コードギアス 星追いのアスパル」ティザーPV｜Official Teas…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コードギアスチャンネル CODEGEASS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坂道選抜(乃木坂46×櫻坂46×日向坂46)「Audition」MUSIC VI…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青葉坂46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63万回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