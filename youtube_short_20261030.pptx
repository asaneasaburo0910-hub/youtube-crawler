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'Eagle's Shadow' Update Trailer / War Th…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War Thunder. Official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OK ROCK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4,861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モンストニュース[10/29]モンストの最新情報をお届けします！【モンスト公式】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64万回　👍 5,856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Apex Legends: Cipher Gameplay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Apex Legends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Slidin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49万回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