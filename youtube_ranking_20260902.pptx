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57V50MOYen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OdxJGF3So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4EWBWrqiIq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L9opVTP6vZ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JvPPrI1z8U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c3WNau7FlGU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mgFUz_c4To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4-TyAmHuxG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cPv-pD0wJz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gQ3fUNDXVqg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ffE0CxNxrII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Snd181QDquI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ByG9e8ZxVlg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WxVkRGq_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X-6SO-yjSf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4cpyl0ffMJ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B7BxrAAXl94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https://www.youtube.com/watch?v=57V50MOYeno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KEY TO LIT【Never Fade Love】Arena Tour 2026 NEO CLASSICSより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1,417,460  👍 32,846  💬 33,672  📈+26.6%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3:19  ·  📅 公開58時間前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前日比+26.6%で着実に成長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https://www.youtube.com/watch?v=BOdxJGF3So4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【SFL 第2節】IBUSHIGIN戦で窮地に陥るCR...。大将かずのこが流れを変える!!【かずのこ/ボンちゃん/どぐら/シュート】【立川/CR/スト6/切り抜き】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立川ちゃんねる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221,928  👍 2,124  💬 238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18:02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https://www.youtube.com/watch?v=4EWBWrqiIq8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murffin discs20周年記念映画 『はじまりのさよなら』本予告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murffin discs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10,645  👍 216  💬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https://www.youtube.com/watch?v=L9opVTP6vZg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FUMINORI (BUDDiiS) - Yes! 東京 [BUDDiiS FUMINORI ver.] -HIGHLIGHT Remix- / HIGHLIGHT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296,300  👍 14,623  💬 883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https://www.youtube.com/watch?v=JvPPrI1z8UI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加藤純一のポケットモンスター シャイニングパール 実況プレイPart1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加藤純一【jun channel】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189,922  👍 1,455  💬 338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4:00:49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https://www.youtube.com/watch?v=c3WNau7FlGU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『メリーベリーラブ』｜予告編｜チ・チャンウク×今田美桜W主演！「愛の不時着」のCJ ENMによる日韓共同プロジェクトで贈る国境を越えたロマンティック・ラブコメディ｜Disney+ (ディズニープラス）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ディズニープラス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32,991  👍 268  💬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1:55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https://www.youtube.com/watch?v=mgFUz_c4ToM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日向坂46『イチャイチャ虫』MUSIC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日向坂46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653,064  👍 21,065  💬 5,842  📈+71.9%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4:37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前日比+71.9%と急拡散中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https://www.youtube.com/watch?v=4-TyAmHuxGY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S 第2節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1,199,823  👍 7,338  💬 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4:20:09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https://www.youtube.com/watch?v=cPv-pD0wJzg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【本予告】映画『高校生家族』2027年1月8日(金)全国ROADSHOW！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東映映画チャンネル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52,688  👍 520  💬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KO1KEYZ(コイキーズ)｜'KO1KEYZ' Dance Practice Fix 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168,933  👍 14,670  💬 2,698  ⏱ 3:16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いいね率8.7%と視聴者の支持が非常に高い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https://www.youtube.com/watch?v=gQ3fUNDXVqg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19,164,920  👍 157,774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14,610,065  👍 41,650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11,787,057  👍 186,622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11,577,781  👍 133,313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10,640,266  👍 99,096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息子の扱いが酷すぎる男。#ゲーム実況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16,847,442  👍 239,618  ⏱ 0:58  📅 2026-03-12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月のクレーターをトイレにする男🌙 #ゲーム実況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12,821,643  👍 175,910  ⏱ 1:04  📅 2026-06-10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どこで奇跡起こしとんwww#onlyup #葉 #ゲーム実況 #切り抜き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12,691,025  👍 366,610  ⏱ 0:28  📅 2023-07-22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ホラゲーに舐められている配信者www#葉 #ゲーム実況 #theclassroom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9,367,619  👍 251,126  ⏱ 0:57  📅 2024-06-15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https://www.youtube.com/watch?v=kWxVkRGq_uI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巨大なサメを釣り上げろ!!怖すぎるんですけど…バラエティキット釣り実況Part3【N…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mkのゲーム実況ch  👁 7,901,165  👍 11,039  ⏱ 13:54  📅 2018-11-07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https://www.youtube.com/watch?v=X-6SO-yjSfI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164,949,578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149,989,089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【♪うたアニメ】やさいのうた〈うた：いっちー＆なる〉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91,691,607  👍 39,885  ⏱ 1:36  📅 2021-11-27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50,475,787  👍 201,369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【Lyric Video】結束バンド「ギターと孤独と蒼い惑星」／ TVアニメ「ぼっち…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47,130,989  👍 390,384  ⏱ 3:54  📅 2022-11-06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https://www.youtube.com/watch?v=B7BxrAAXl94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6,974,167  👍 106,343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6,924,803  👍 120,476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4,549,642  👍 24,122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3,559,986  👍 30,706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3,199,257  👍 37,420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