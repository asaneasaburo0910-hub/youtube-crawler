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映画『太陽を盗んだ男／4Kデジタルリマスター』新予告【10月16日(金)公開】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913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 マイオンリー -Dance Practice ver.-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63万回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【神回】アヌビス1体縛りでゼウス降臨とヘラ降臨をクリアしてみた。【パズドラ】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125万回　👍 3,716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「国民クイズ」ティーザー予告編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49万回　👍 1,816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Number_i - DIGITAL GIRL (Visualizer)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314万回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