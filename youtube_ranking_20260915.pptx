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83x9HfvzLI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xOBpzWbKXK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85ntjf-FzS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K81gjjpZxk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DjbOkB_3KX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-ztxXwX788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2wQv_tLdYI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XfABNr8rAU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fPDLbfLtlf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pIw7rSLRq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Xr032EhUDPw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oodunTw0k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pdh9AUzQj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PaXXwyA9aYE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https://www.youtube.com/watch?v=83x9HfvzLIs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【#ししドリ杯】大会本番【ホロライブ/兎田ぺこら/宝鐘マリン/綺々羅々ヴィヴィ】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703,599  👍 15,238  💬 283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3:29:17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https://www.youtube.com/watch?v=xOBpzWbKXK4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BLACK OUT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Naniwa Danshi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99,709  👍 6,975  💬 783  📈+125.7%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3:45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前日比+125.7%と急拡散中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https://www.youtube.com/watch?v=85ntjf-FzSA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【#1】EIKOがトルネコの大冒険を生配信！【ゲーム実況】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狩野英孝【公式チャンネル】EIKO!GO!!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769,803  👍 5,839  💬 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4:05:53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https://www.youtube.com/watch?v=K81gjjpZxkM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INI｜'You Know What To Do' Performance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76,866  👍 6,342  💬 454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　いいね率8.3%と視聴者の支持が非常に高い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https://www.youtube.com/watch?v=DjbOkB_3KXs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【#ししドリ杯】hololive Dreams チーム対抗 リズム&amp;チェイス！【獅白ぼたん/ホロライブ】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Botan Ch.獅白ぼたん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1,063,981  👍 25,613  💬 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3:38:57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https://www.youtube.com/watch?v=-ztxXwX788Y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Oasis - Live '27 (Official Trailer)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445,738  👍 12,745  💬 1,032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1:35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https://www.youtube.com/watch?v=F2wQv_tLdYI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KO1KEYZ(コイキーズ)｜'KO1KEYZ' Dance Practice Moving 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179,196  👍 10,089  💬 761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いいね率5.6%と視聴者の支持が非常に高い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https://www.youtube.com/watch?v=XfABNr8rAUY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【ここどこ？】一番ゴールが遅いのは誰だ!? 迷子王選手権【マイクラ】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483,161  👍 12,329  💬 519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53:50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https://www.youtube.com/watch?v=fPDLbfLtlfU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ACE COMBAT 8 Wings of Theve trailer (ストーリートレーラー）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ACE COMBAT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104,344  👍 3,478  💬 469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5,827,620  👍 125,634  💬 15,611  ⏱ 3:39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500万再生超の超バズ動画　いいね率2.2%と好評価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https://www.youtube.com/watch?v=JpIw7rSLRqc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21,449,438  👍 11,811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19,589,586  👍 64,742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19,165,081  👍 157,736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11,800,908  👍 186,797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11,589,329  👍 133,360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22,973,304  👍 406,501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20,474,943  👍 362,099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17,547,455  👍 246,212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16,612,355  👍 194,853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15,521,891  👍 143,699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151,016,424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43,835,255  👍 564,677  ⏱ 1:31  📅 2026-01-09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TVアニメ『ダンダダン』HAYASii「Hunting Soul」【lyric vi…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36,296,260  👍 485,323  ⏱ 4:04  📅 2025-08-08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カーテンコール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Yuuri - Topic  👁 33,182,850  👍 156,061  ⏱ 4:04  📅 2024-07-19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https://www.youtube.com/watch?v=gpdh9AUzQjY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TVアニメ『ヴィジランテ -僕のヒーローアカデミア ILLEGALS-』オープニング…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20,048,569  👍 200,187  ⏱ 1:31  📅 2025-04-07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https://www.youtube.com/watch?v=PaXXwyA9aYE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7,134,578  👍 107,791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6,944,836  👍 120,624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4,299,267  👍 89,191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3,578,091  👍 30,769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3,539,457  👍 45,027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