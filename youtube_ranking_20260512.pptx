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2026年05月12日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【トモダチコレクション わくわく生活】新　婚　生　活【不破湊/にじさんじ】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不破 湊 / Fuwa Minato【にじさんじ】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321,639  👍 8,933  💬 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3:55:18  ·  公開10時間前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いいね率2.8%と好評価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https://www.youtube.com/watch?v=UQ-VgeeCHzI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NMIXX(엔믹스) “Heavy Serenade” M/V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4,827,160  👍 148,542  💬 11,360  📈+1220.3%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3:32  ·  公開17時間前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100万再生超の大ヒット　前日比+1220.3%の爆発的な伸び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https://www.youtube.com/watch?v=6Ycn9qZK09I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写真の中だけにいる化け物を調査した結果...【 マイクラ / マインクラフト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61,239  👍 1,661  💬 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18:12  ·  公開-5時間前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いいね率2.7%と好評価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https://www.youtube.com/watch?v=dcLK-K7EqaY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【Lyric Video】CUTIE STREET『でぃすこみゅーたんと！』【本家が実写で撮ってみた】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CUTIE STREET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184,354  👍 16,569  💬 1,602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3:41  ·  公開14時間前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いいね率9.0%と視聴者の支持が非常に高い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https://www.youtube.com/watch?v=7HTduQEJpNE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美食家が求める食べ物すべて集めるまで帰れません！【マイクラ】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332,824  👍 9,646  💬 282  📈+205.3%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34:49  ·  公開16時間前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前日比+205.3%の爆発的な伸び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https://www.youtube.com/watch?v=bdW3ZFNTEqQ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aespa 에스파 'WDA (Whole Different Animal) (Feat. G-DRAGON)'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9,349,897  👍 345,540  💬 24,023  📈+546.1%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3:09  ·  公開17時間前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500万再生超の超バズ動画　前日比+546.1%の爆発的な伸び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https://www.youtube.com/watch?v=iTJSbJtS8MU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加藤純一のトモダチコレクション わくわく生活ダイジェスト【2026/05/10】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加藤純一ロードショー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268,769  👍 3,858  💬 615  📈+335.9%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1:20:16  ·  公開17時間前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前日比+335.9%の爆発的な伸び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https://www.youtube.com/watch?v=BG510OGm8iw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超特急「ガチ夢中！」MUSIC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超特急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380,693  👍 33,199  💬 3,764  📈+7207.0%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4:26  ·  公開15時間前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公開15時間で急上昇入り！　10万再生突破の話題作　前日比+7207.0%の爆発的な伸び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https://www.youtube.com/watch?v=0beWrfj7AvE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38912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77240"/>
            <a:ext cx="3931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自由な住民たちの生活を見守る神ゲー『 トモダチコレクション わくわく生活 』～大恋愛～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3317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67004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1,549,658  👍 50,252  💬 3,878  📈+32.5%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3017520"/>
            <a:ext cx="3931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1:17:28  ·  公開41時間前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100万再生超の大ヒット　前日比+32.5%で着実に成長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4480560"/>
            <a:ext cx="8503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444444"/>
                </a:solidFill>
                <a:latin typeface="Arial"/>
              </a:rPr>
              <a:t>https://www.youtube.com/watch?v=y__j0ezIAL8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24128"/>
            <a:ext cx="5029200" cy="2825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886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BE:FIRST / Rondo -Dance Practice-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370832"/>
            <a:ext cx="8595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322,170  👍 36,321  💬 1,296  ⏱ 3:49  📅 公開14時間前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90872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いいね率11.3%と視聴者の支持が非常に高い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いや勝つんかいw　 #おもしろ #エンタメ #ネタ #バズれ #shorts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19,140,037  👍 158,091  ⏱ 0:10  📅 2025-08-09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無反応挑戦　w#おもしろ＃おもしろ動画＃エンタメ#お笑い#バラエティ#テレビ#バズれ…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14,609,572  👍 41,787  ⏱ 0:17  📅 2025-09-26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クビの真相は？【GOKKO】【ごっこ倶楽部】【企業研究】【エンタメ業界】【IT業界】…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12,780,704  👍 170,587  ⏱ 1:28  📅 2025-04-14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狩野英孝のマイクラ実況が面白いwww#エンタメ #マイクラ #狩野英孝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11,680,661  👍 185,239  ⏱ 1:33  📅 2025-07-05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ネプリーグ放送事故w #おもしろ #面白い #テレビ #エンタメ #お笑い #芸人 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11,445,463  👍 132,019  ⏱ 0:18  📅 2025-11-01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たくさん食べてすくすく育つ！【MOD紹介】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24,699,929  👍 377,801  ⏱ 0:37  📅 2024-09-30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感動のダブルスイカ‼️ #スイカゲーム #ゲーム実況 #サワヤンゲームズ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20,444,739  👍 362,602  ⏱ 0:59  📅 2023-12-22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全部ひっかかる人【しょぼんのアクション3D】 #ゲーム実況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19,794,317  👍 389,850  ⏱ 1:00  📅 2023-09-28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ロシア人を質問責めしたら反応がカワイイwwwww【Liar’s Bar/ライアーズバ…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18,635,488  👍 547,119  ⏱ 0:44  📅 2024-12-11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見たことの無い落ち方をする配信者#葉 #ゲーム実況 #切り抜き #onlyup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18,300,468  👍 347,972  ⏱ 0:38  📅 2023-07-07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TVアニメ『呪術廻戦』第2期「懐玉・玉折」ノンクレジットOPムービー／OPテーマ：キ…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139,403,009  👍 0  ⏱ 1:31  📅 2023-07-07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カプセルくるくるお皿でポン！たのしい回転ずしDX #アニメキッズ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アニメキッズanimekids  👁 44,211,241  👍 0  ⏱ 12:11  📅 2017-11-13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アイナ・ジ・エンド / 革命道中 - On The Way × TVアニメ『ダンダダ…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42,131,455  👍 183,529  ⏱ 3:22  📅 2025-08-20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TVアニメ『呪術廻戦』第3期「死滅回游 前編」ノンクレジットOPムービー／OPテーマ…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33,379,867  👍 508,024  ⏱ 1:31  📅 2026-01-09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『SPY×FAMILY』第2クールオープニング主題歌アニメ映像(ノンクレジット)／“…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30,363,515  👍 0  ⏱ 1:31  📅 2022-09-28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歌舞伎町タワーの日本一高い映画館「109シネマズプレミアム新宿」を正直レビュー！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207008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6,789,217  👍 119,398  ⏱ 1:00  📅 2025-03-15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66420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市川團十郎が語る映画「国宝」の率直な感想と歌舞伎への想い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084832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3,484,926  👍 45,012  ⏱ 17:48  📅 2025-07-12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420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名作映画を見た感想を嘘ついてる奴は誰だ！映画人狼バトル開始！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962656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3,307,444  👍 29,739  ⏱ 34:45  📅 2024-09-26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3419856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ディズニー１００周年のゴミ『ウィッシュ』レビュー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40480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3,255,372  👍 43,116  ⏱ 12:56  📅 2023-12-19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29768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【2ch有益スレ】今まで見た映画の中で「一番最悪だった映画」挙げてけｗ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718304"/>
            <a:ext cx="6035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2,944,480  👍 35,203  ⏱ 0:59  📅 2023-10-19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