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zDxtnR60Rc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4laZugfQxTk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eFVhw4YNb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2lwioqtaow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5-ieKKTw-F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Pq_nVpXM9l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0SUkz7p3m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uFOLFcWfQR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AK_Tq3QyYV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8ZnXgbyUu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1zpCNefHbC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oodunTw0k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Hew5XvrwYs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https://www.youtube.com/watch?v=IzDxtnR60Rc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【MV】Creepy Nuts - Running Wheel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Creepy Nuts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81,563  👍 6,946  💬 303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2:54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いいね率8.5%と視聴者の支持が非常に高い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https://www.youtube.com/watch?v=4laZugfQxTk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2026プロスピセレクション第3弾選手発表！プロスピA ニュース【スピニュース】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パワプロ・プロスピ公式チャンネル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305,381  👍 3,826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46:30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https://www.youtube.com/watch?v=qeFVhw4YNbM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Call of Duty: Modern Warfare 4 | Multiplayer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Call of Duty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12,856,832  👍 42,291  💬 3,980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3:00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500万再生超の超バズ動画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https://www.youtube.com/watch?v=2lwioqtaowc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Mrs. GREEN APPLE presents『CEREMONY』2026 [上白石萌音／メメント・モリ]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315,972  👍 14,060  💬 534  📈+79.4%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3:41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前日比+79.4%と急拡散中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https://www.youtube.com/watch?v=5-ieKKTw-FI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【EWCリロード世界大会Day１】日本勢ガチ応援!! 【フォートナイト】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Polsポルス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271,900  👍 3,898  💬 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6:23:30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https://www.youtube.com/watch?v=Pq_nVpXM9lE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吉岡里帆×奈緒W主演、“極限の決断”を描くサバイブサスペンス『シャドウワーク』本予告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シネマカフェ／cinemacafenet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2,608  👍 7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1:15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https://www.youtube.com/watch?v=L0SUkz7p3mQ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HAYATO with 清水美依紗 | Start of Something New(Cover) [MAZZEL COLOR #まぜいろ]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MAZZEL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205,420  👍 28,438  💬 3,256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3:17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いいね率13.8%と視聴者の支持が非常に高い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https://www.youtube.com/watch?v=uFOLFcWfQRE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『ONE PIECE バウンティラッシュ』7.5アニバーサリークライマックス生放送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Bandai Namco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337,997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56:26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https://www.youtube.com/watch?v=AK_Tq3QyYVM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映画『リバイアサン』予告映像｜2/11(木・祝)公開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218,924  👍 4,354  💬 272  📈+396.8%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1:11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10万再生突破の話題作　前日比+396.8%の爆発的な伸び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BIGBANG - ‘BiiiG’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4,141,437  👍 405,393  💬 29,136  ⏱ 3:04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　いいね率9.8%と視聴者の支持が非常に高い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https://www.youtube.com/watch?v=L8ZnXgbyUuc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28,227,674  👍 69,815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19,164,734  👍 157,816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18,105,413  👍 61,425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СЕРИАЛ СОЛДАТЫ. ⚡ВСЕ СЕЗОНЫ ПОДРЯД⚡🔴 LIVE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Дембельский альбом  👁 17,035,405  👍 13,018  ⏱ 不明  📅 2025-04-21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https://www.youtube.com/watch?v=1zpCNefHbC0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14,610,024  👍 41,667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22,396,708  👍 398,435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20,465,668  👍 362,202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19,828,374  👍 389,569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18,657,673  👍 546,288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16,609,590  👍 194,995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221,937,976  👍 1,227,494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149,071,217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57,013,991  👍 183,628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42,025,938  👍 556,002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TVアニメ『ダンダダン』HAYASii「Hunting Soul」【lyric vi…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34,974,350  👍 477,946  ⏱ 4:04  📅 2025-08-08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6,855,568  👍 119,839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6,815,436  👍 104,559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4,430,671  👍 23,586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最後まで息子に隠した一言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3,897,652  👍 73,994  ⏱ 2:52  📅 2026-08-11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https://www.youtube.com/watch?v=-Hew5XvrwYs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3,734,261  👍 46,854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