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2026年08月18日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「アベンジャーズ／ドゥームズデイ」新予告｜12月18日(金)劇場公開｜MARVE…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マーベル公式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168万回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BOYNEXTDOOR (보이넥스트도어) 'Boom Boom Boom' O…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HYBE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35万回　👍 6万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シルエットだけの何もわからないビンゴが面白すぎたwwww【マインクラフト】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カラフルピーチ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30万回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『スターウォーズ：アソーカ』シーズン2新予告を解説考察：アナキンのその後はどうな…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Japan Sci-Fi 【SF解説・創作】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2万回　👍 439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【MV】アイドルライフメガパック/iLiFE!【コール動画】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iLiFE!【あいらいふ】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76万回　👍 4万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