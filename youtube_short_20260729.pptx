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2026年07月29日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映画『RYUJI 竜二』ロング予告【10.30 fri 全国公開】🕶️🚬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映画・ドラマ情報　カルチュア・エンタテインメント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18万回　👍 8,365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好き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星野源 Gen Hoshino - Topic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7万回　👍 5,608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初RUSTでパニックになるもかに爆笑、陰キャオタクにモテると言われ強がる（？）の…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ぶいすぽ倉庫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10万回　👍 1,266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Apex Legends: Marked Gameplay Trailer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Apex Legends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32万回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GO GHOST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King Gnu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16万回　👍 1万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