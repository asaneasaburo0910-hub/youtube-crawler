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hyperlink" Target="https://www.youtube.com/watch?v=ucVPQ2KiKKw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hyperlink" Target="https://www.youtube.com/watch?v=qBbn-Q84we0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hyperlink" Target="https://www.youtube.com/watch?v=SKQFauN1esg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hyperlink" Target="https://www.youtube.com/watch?v=iH1ghiTNHsQ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hyperlink" Target="https://www.youtube.com/watch?v=adE8jVLoLPo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hyperlink" Target="https://www.youtube.com/watch?v=Mo7YT8HHYWo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hyperlink" Target="https://www.youtube.com/watch?v=AgqTpVY_T_k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hyperlink" Target="https://www.youtube.com/watch?v=Wwo2Dp8FSe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hyperlink" Target="https://www.youtube.com/watch?v=GpIJrhmmes4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hyperlink" Target="https://www.youtube.com/watch?v=M-ATyBXMzg0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hyperlink" Target="https://www.youtube.com/watch?v=fBQOV3jiST0" TargetMode="External"/><Relationship Id="rId4" Type="http://schemas.openxmlformats.org/officeDocument/2006/relationships/image" Target="../media/image12.jpg"/><Relationship Id="rId5" Type="http://schemas.openxmlformats.org/officeDocument/2006/relationships/hyperlink" Target="https://www.youtube.com/watch?v=9nXbYZL8V9E" TargetMode="External"/><Relationship Id="rId6" Type="http://schemas.openxmlformats.org/officeDocument/2006/relationships/image" Target="../media/image13.jpg"/><Relationship Id="rId7" Type="http://schemas.openxmlformats.org/officeDocument/2006/relationships/hyperlink" Target="https://www.youtube.com/watch?v=i5TSvrhVH94" TargetMode="External"/><Relationship Id="rId8" Type="http://schemas.openxmlformats.org/officeDocument/2006/relationships/image" Target="../media/image14.jpg"/><Relationship Id="rId9" Type="http://schemas.openxmlformats.org/officeDocument/2006/relationships/hyperlink" Target="https://www.youtube.com/watch?v=21eblauBPy8" TargetMode="External"/><Relationship Id="rId10" Type="http://schemas.openxmlformats.org/officeDocument/2006/relationships/image" Target="../media/image15.jpg"/><Relationship Id="rId11" Type="http://schemas.openxmlformats.org/officeDocument/2006/relationships/hyperlink" Target="https://www.youtube.com/watch?v=fGaa5iluMIQ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hyperlink" Target="https://www.youtube.com/watch?v=DuEKgK2B2p8" TargetMode="External"/><Relationship Id="rId4" Type="http://schemas.openxmlformats.org/officeDocument/2006/relationships/image" Target="../media/image17.jpg"/><Relationship Id="rId5" Type="http://schemas.openxmlformats.org/officeDocument/2006/relationships/hyperlink" Target="https://www.youtube.com/watch?v=mhCy0IgobIw" TargetMode="External"/><Relationship Id="rId6" Type="http://schemas.openxmlformats.org/officeDocument/2006/relationships/image" Target="../media/image18.jpg"/><Relationship Id="rId7" Type="http://schemas.openxmlformats.org/officeDocument/2006/relationships/hyperlink" Target="https://www.youtube.com/watch?v=XGbduoPa_-0" TargetMode="External"/><Relationship Id="rId8" Type="http://schemas.openxmlformats.org/officeDocument/2006/relationships/image" Target="../media/image19.jpg"/><Relationship Id="rId9" Type="http://schemas.openxmlformats.org/officeDocument/2006/relationships/hyperlink" Target="https://www.youtube.com/watch?v=k3pCB0OwN10" TargetMode="External"/><Relationship Id="rId10" Type="http://schemas.openxmlformats.org/officeDocument/2006/relationships/image" Target="../media/image20.jpg"/><Relationship Id="rId11" Type="http://schemas.openxmlformats.org/officeDocument/2006/relationships/hyperlink" Target="https://www.youtube.com/watch?v=0cjKg-Z3xak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hyperlink" Target="https://www.youtube.com/watch?v=1JrBFDwE-jo" TargetMode="External"/><Relationship Id="rId4" Type="http://schemas.openxmlformats.org/officeDocument/2006/relationships/image" Target="../media/image22.jpg"/><Relationship Id="rId5" Type="http://schemas.openxmlformats.org/officeDocument/2006/relationships/hyperlink" Target="https://www.youtube.com/watch?v=88uap7ImJ88" TargetMode="External"/><Relationship Id="rId6" Type="http://schemas.openxmlformats.org/officeDocument/2006/relationships/image" Target="../media/image23.jpg"/><Relationship Id="rId7" Type="http://schemas.openxmlformats.org/officeDocument/2006/relationships/hyperlink" Target="https://www.youtube.com/watch?v=gcgKUcJKxIs" TargetMode="External"/><Relationship Id="rId8" Type="http://schemas.openxmlformats.org/officeDocument/2006/relationships/image" Target="../media/image24.jpg"/><Relationship Id="rId9" Type="http://schemas.openxmlformats.org/officeDocument/2006/relationships/hyperlink" Target="https://www.youtube.com/watch?v=-NFhRWhkp7I" TargetMode="External"/><Relationship Id="rId10" Type="http://schemas.openxmlformats.org/officeDocument/2006/relationships/image" Target="../media/image25.jpg"/><Relationship Id="rId11" Type="http://schemas.openxmlformats.org/officeDocument/2006/relationships/hyperlink" Target="https://www.youtube.com/watch?v=ScWlFcYn_FI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hyperlink" Target="https://www.youtube.com/watch?v=2a1YM7MCXng" TargetMode="External"/><Relationship Id="rId4" Type="http://schemas.openxmlformats.org/officeDocument/2006/relationships/image" Target="../media/image27.jpg"/><Relationship Id="rId5" Type="http://schemas.openxmlformats.org/officeDocument/2006/relationships/hyperlink" Target="https://www.youtube.com/watch?v=OhHzzl4Z6qU" TargetMode="External"/><Relationship Id="rId6" Type="http://schemas.openxmlformats.org/officeDocument/2006/relationships/image" Target="../media/image28.jpg"/><Relationship Id="rId7" Type="http://schemas.openxmlformats.org/officeDocument/2006/relationships/hyperlink" Target="https://www.youtube.com/watch?v=KWYewgdSAOI" TargetMode="External"/><Relationship Id="rId8" Type="http://schemas.openxmlformats.org/officeDocument/2006/relationships/image" Target="../media/image29.jpg"/><Relationship Id="rId9" Type="http://schemas.openxmlformats.org/officeDocument/2006/relationships/hyperlink" Target="https://www.youtube.com/watch?v=HQDUEU-Zhyc" TargetMode="External"/><Relationship Id="rId10" Type="http://schemas.openxmlformats.org/officeDocument/2006/relationships/image" Target="../media/image30.jpg"/><Relationship Id="rId11" Type="http://schemas.openxmlformats.org/officeDocument/2006/relationships/hyperlink" Target="https://www.youtube.com/watch?v=J4JTp1tNrkk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20240"/>
            <a:ext cx="9144000" cy="118872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993392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2026年05月16日  ·  急上昇 TOP 10 発表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4389120" cy="2468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937760" y="777240"/>
            <a:ext cx="3931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3"/>
              </a:rPr>
              <a:t>ガラクタロード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2331720"/>
            <a:ext cx="3931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Hatsuboshi Gakuen - Topic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2670048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94,344  👍 4,887  💬 119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3017520"/>
            <a:ext cx="3931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3:44  ·  公開13時間前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3547872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公開13時間で急上昇入り！　急上昇中の新興コンテンツ　いいね率5.2%と視聴者の支持が非常に高い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4389120" cy="2468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937760" y="777240"/>
            <a:ext cx="3931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3"/>
              </a:rPr>
              <a:t>芋帝国で悲劇が起きたトモダチコレクション.. 芋コレ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2331720"/>
            <a:ext cx="3931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マエスケ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2670048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410,708  👍 11,192  💬 1,457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3017520"/>
            <a:ext cx="3931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31:38  ·  公開14時間前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3547872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公開14時間で急上昇入り！　10万再生突破の話題作　いいね率2.7%と好評価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4389120" cy="2468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937760" y="777240"/>
            <a:ext cx="3931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3"/>
              </a:rPr>
              <a:t>【歌ってみた】Stormy / covered by ChroNoiR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2331720"/>
            <a:ext cx="3931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ChroNoiR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2670048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215,759  👍 26,772  💬 941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3017520"/>
            <a:ext cx="3931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3:29  ·  公開9時間前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3547872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公開9時間で急上昇入り！　10万再生突破の話題作　いいね率12.4%と視聴者の支持が非常に高い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4389120" cy="2468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937760" y="777240"/>
            <a:ext cx="3931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3"/>
              </a:rPr>
              <a:t>楽園には気をつけろ！？リアル鬼ごっこサバイバル37【マインクラフト】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2331720"/>
            <a:ext cx="3931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カラフルピーチ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2670048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402,422  👍 17,161  💬 947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3017520"/>
            <a:ext cx="3931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27:05  ·  公開14時間前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3547872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公開14時間で急上昇入り！　10万再生突破の話題作　いいね率4.3%と好評価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4389120" cy="2468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937760" y="777240"/>
            <a:ext cx="3931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3"/>
              </a:rPr>
              <a:t>ピノキオピー - 歌姫失格 feat. 初音ミク / Rejected Diva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2331720"/>
            <a:ext cx="3931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ピノキオピー PINOCCHIOP OFFICIAL CHANNEL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2670048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472,214  👍 62,331  💬 3,199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3017520"/>
            <a:ext cx="3931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3:22  ·  公開13時間前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3547872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公開13時間で急上昇入り！　10万再生突破の話題作　いいね率13.2%と視聴者の支持が非常に高い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4389120" cy="2468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937760" y="777240"/>
            <a:ext cx="3931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3"/>
              </a:rPr>
              <a:t>【ブロスタ チャンピオンシップ 2026】Brawl Cup Day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2331720"/>
            <a:ext cx="3931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ブロスタ公式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2670048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342,915  👍 2,883  💬 92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3017520"/>
            <a:ext cx="3931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5:29:01  ·  公開6時間前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3547872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公開6時間で急上昇入り！　10万再生突破の話題作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4389120" cy="2468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937760" y="777240"/>
            <a:ext cx="3931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3"/>
              </a:rPr>
              <a:t>西野カナ feat. NiziU『LOVE BEAT』MV Full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2331720"/>
            <a:ext cx="3931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西野カナ Official YouTube Channel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2670048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1,418,850  👍 19,933  💬 1,461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3017520"/>
            <a:ext cx="3931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4:12  ·  公開12時間前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3547872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公開12時間で急上昇入り！　100万再生超の大ヒット　コメント1000件超と議論が活発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4389120" cy="2468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937760" y="777240"/>
            <a:ext cx="3931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3"/>
              </a:rPr>
              <a:t>【マインクラフト】採掘したダイヤを使ってスロットで大勝ちしましょう【日常組】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2331720"/>
            <a:ext cx="3931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日常組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2670048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CD7F32"/>
                </a:solidFill>
                <a:latin typeface="Arial"/>
              </a:rPr>
              <a:t>👁 571,224  👍 20,897  💬 815  📈+370.0%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3017520"/>
            <a:ext cx="3931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1:05:02  ·  公開15時間前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3547872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公開15時間で急上昇入り！　50万再生の注目コンテンツ　前日比+370.0%の爆発的な伸び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4389120" cy="2468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937760" y="777240"/>
            <a:ext cx="3931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3"/>
              </a:rPr>
              <a:t>『機動警察パトレイバー EZY』　File 2 本予告　60秒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2331720"/>
            <a:ext cx="3931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バンダイナムコフィルムワークス チャンネル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2670048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C0C0C0"/>
                </a:solidFill>
                <a:latin typeface="Arial"/>
              </a:rPr>
              <a:t>👁 174,293  👍 4,324  💬 323  📈+117.1%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3017520"/>
            <a:ext cx="3931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1:01  ·  公開25時間前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3547872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公開1日で急上昇　10万再生突破の話題作　前日比+117.1%と急拡散中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1024128"/>
            <a:ext cx="5029200" cy="28254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388620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3"/>
              </a:rPr>
              <a:t>Aぇ! group 「でこぼこライフ」Official Music Video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4370832"/>
            <a:ext cx="8595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370,124  👍 34,614  💬 6,984  ⏱ 3:34  📅 公開11時間前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690872"/>
            <a:ext cx="8595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公開11時間で急上昇入り！　10万再生突破の話題作　いいね率9.4%と視聴者の支持が非常に高い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いや勝つんかいw　 #おもしろ #エンタメ #ネタ #バズれ #shorts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80" y="1207008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19,142,830  👍 158,082  ⏱ 0:10  📅 2025-08-09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1664208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5"/>
              </a:rPr>
              <a:t>無反応挑戦　w#おもしろ＃おもしろ動画＃エンタメ#お笑い#バラエティ#テレビ#バズれ…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2084832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ネタ秒  👁 14,609,586  👍 41,783  ⏱ 0:17  📅 2025-09-26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542032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7"/>
              </a:rPr>
              <a:t>クビの真相は？【GOKKO】【ごっこ倶楽部】【企業研究】【エンタメ業界】【IT業界】…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2962656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ごっこ倶楽部のウラ垢 - STUDIO GOKKO -  👁 12,780,816  👍 170,579  ⏱ 1:28  📅 2025-04-14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80" y="3419856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狩野英孝のマイクラ実況が面白いwww#エンタメ #マイクラ #狩野英孝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7480" y="3840480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11,685,145  👍 185,287  ⏱ 1:33  📅 2025-07-05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97480" y="4297680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1"/>
              </a:rPr>
              <a:t>ネプリーグ放送事故w #おもしろ #面白い #テレビ #エンタメ #お笑い #芸人 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4718304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11,450,834  👍 132,070  ⏱ 0:18  📅 2025-11-01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たくさん食べてすくすく育つ！【MOD紹介】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80" y="1207008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ウッドリィ  👁 24,741,698  👍 378,145  ⏱ 0:37  📅 2024-09-30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1664208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5"/>
              </a:rPr>
              <a:t>感動のダブルスイカ‼️ #スイカゲーム #ゲーム実況 #サワヤンゲームズ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2084832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20,445,156  👍 362,581  ⏱ 0:59  📅 2023-12-22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542032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7"/>
              </a:rPr>
              <a:t>全部ひっかかる人【しょぼんのアクション3D】 #ゲーム実況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2962656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19,795,627  👍 389,840  ⏱ 1:00  📅 2023-09-28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80" y="3419856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ロシア人を質問責めしたら反応がカワイイwwwww【Liar’s Bar/ライアーズバ…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7480" y="3840480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ゼロ / ZERO  👁 18,636,348  👍 547,082  ⏱ 0:44  📅 2024-12-11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97480" y="4297680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1"/>
              </a:rPr>
              <a:t>見たことの無い落ち方をする配信者#葉 #ゲーム実況 #切り抜き #onlyup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4718304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18,309,447  👍 348,156  ⏱ 0:38  📅 2023-07-07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いえでマネしないでね！@MashaBearJAPAN #Shorts #マーシャとく…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80" y="1207008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マーシャとくま - Masha and the Bear Japan  👁 1,726,700,866  👍 13,523,467  ⏱ 0:53  📅 2023-12-30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1664208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5"/>
              </a:rPr>
              <a:t>赤ちゃん・子供向け 知育アニメ★数字をおぼえよう・アイスクリーム★Learn To 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2084832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ノッカーナアニメーション nokkana animation  👁 254,468,369  👍 543,700  ⏱ 3:23  📅 2018-05-11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542032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7"/>
              </a:rPr>
              <a:t>TVアニメ『呪術廻戦』第2期「懐玉・玉折」ノンクレジットOPムービー／OPテーマ：キ…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2962656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139,844,624  👍 0  ⏱ 1:31  📅 2023-07-07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80" y="3419856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Mrs. GREEN APPLE「ライラック」MV - TVアニメ『忘却バッテリー』…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7480" y="3840480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Mrs. GREEN APPLE  👁 52,216,713  👍 179,588  ⏱ 4:53  📅 2024-07-04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97480" y="4297680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1"/>
              </a:rPr>
              <a:t>アイナ・ジ・エンド / 革命道中 - On The Way × TVアニメ『ダンダダ…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4718304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アイナ・ジ・エンド Official  👁 42,440,794  👍 184,163  ⏱ 3:22  📅 2025-08-20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歌舞伎町タワーの日本一高い映画館「109シネマズプレミアム新宿」を正直レビュー！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80" y="1207008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6,791,421  👍 119,417  ⏱ 1:00  📅 2025-03-15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1664208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5"/>
              </a:rPr>
              <a:t>市川團十郎が語る映画「国宝」の率直な感想と歌舞伎への想い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2084832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3,486,435  👍 45,019  ⏱ 17:48  📅 2025-07-12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542032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7"/>
              </a:rPr>
              <a:t>名作映画を見た感想を嘘ついてる奴は誰だ！映画人狼バトル開始！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2962656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東海オンエア  👁 3,320,843  👍 29,789  ⏱ 34:45  📅 2024-09-26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80" y="3419856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ディズニー１００周年のゴミ『ウィッシュ』レビュー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7480" y="3840480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ホッカイロレン  👁 3,259,734  👍 43,152  ⏱ 12:56  📅 2023-12-19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97480" y="4297680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1"/>
              </a:rPr>
              <a:t>【2ch有益スレ】今まで見た映画の中で「一番最悪だった映画」挙げてけｗ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4718304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2ch有益プラネット【ゆっくり解説】  👁 2,957,013  👍 35,314  ⏱ 0:59  📅 2023-10-19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