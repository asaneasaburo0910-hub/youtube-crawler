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KglEmEccugY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B99WuUkn0tg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qhvPlcwJUvk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aKcMt5Fhs4I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kU-bq_maRI8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QwptBhqOYJQ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Ce2I5-oWKPE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kEn98L5fFak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VWPBmLNowUY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MePfySTuk_E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i5TSvrhVH94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rdSgwQTqW0Y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WxiU5sFAF3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ScWlFcYn_FI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B7BxrAAXl94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Xr032EhUDPw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KWYewgdSAOI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HQDUEU-Zhyc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2026年08月30日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https://www.youtube.com/watch?v=KglEmEccugY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怖すぎる女性と一緒に住んでみたら…【 マイクラ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ちろぴの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454,365  👍 8,382  💬 355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34:59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https://www.youtube.com/watch?v=B99WuUkn0tg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SixTONES – Dance Forever -Muscle Practice ver.-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SixTONES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740,329  👍 58,177  💬 6,756  📈+28.2%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3:02  ·  📅 公開33時間前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前日比+28.2%で着実に成長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https://www.youtube.com/watch?v=qhvPlcwJUvk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A New Way to Collect Brawlers! - Brawl Talk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Brawl Stars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4,756,762  👍 204,610  💬 13,239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12:51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100万再生超の大ヒット　いいね率4.3%と好評価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https://www.youtube.com/watch?v=aKcMt5Fhs4I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King &amp; Prince 1st EP「So Honey EP」クロスフェード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King &amp; Prince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103,369  👍 10,644  💬 935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3:38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いいね率10.3%と視聴者の支持が非常に高い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https://www.youtube.com/watch?v=kU-bq_maRI8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【凸待ち】大会前日！ぷよテト対戦凸待ち！！！！！【ホロライブ/宝鐘マリン】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Marine Ch. 宝鐘マリン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701,053  👍 17,823  💬 165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1:46:04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50万再生の注目コンテンツ　いいね率2.5%と好評価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https://www.youtube.com/watch?v=QwptBhqOYJQ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Kvi Baba / BPM feat. KREVA (Live at YOKOHAMA ARENA 2026.08.27)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Kvi Baba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168,844  👍 5,209  💬 218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3:07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いいね率3.1%と好評価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https://www.youtube.com/watch?v=Ce2I5-oWKPE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【まとめ】ここまでの謎を説明、濃すぎる序章が終わるｗｗｗ【叶/にじさんじ切り抜き/ストグラ切り抜き/無馬かな】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白瀬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190,831  👍 2,597  💬 214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47:36  ·  📅 公開1時間前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https://www.youtube.com/watch?v=kEn98L5fFak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＝LOVE（イコールラブ）/ 21st Single『恋、はじめました。』360° Video 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＝LOVE（イコールラブ）公式チャンネル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311,550  👍 15,662  💬 1,987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3:43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いいね率5.0%と視聴者の支持が非常に高い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https://www.youtube.com/watch?v=VWPBmLNowUY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俺たちは「ブラックファイル」を手に入れられるのか？【スパイ大作戦 9日目】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カラフルピーチ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608,858  👍 21,031  💬 2,196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50:22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50万再生の注目コンテンツ　いいね率3.5%と好評価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なにわ男子 - Moonlit [なにわ男子 LIVE TOUR 2026 「ND⁵」]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679,810  👍 35,158  💬 9,678  ⏱ 3:15  📅 公開36時間前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前日比+52.3%と急拡散中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https://www.youtube.com/watch?v=MePfySTuk_E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19,164,878  👍 157,782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12,785,481  👍 170,354  ⏱ 1:28  📅 2025-04-14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11,784,310  👍 186,595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11,575,682  👍 133,291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10,634,432  👍 99,035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22,610,918  👍 401,651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20,468,966  👍 362,138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最高のモンスター #マイクラ #minecraft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ぱるん  👁 19,574,778  👍 145,739  ⏱ 0:12  📅 2025-07-20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https://www.youtube.com/watch?v=rdSgwQTqW0Y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18,659,725  👍 546,196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カンタン迷路かと思いきや...😭😭😭 #パズル #錯視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Kerofen Games  👁 13,237,540  👍 95,749  ⏱ 0:30  📅 2024-09-12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https://www.youtube.com/watch?v=WxiU5sFAF3c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222,777,549  👍 1,229,538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149,774,767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アイナ・ジ・エンド / 革命道中 - On The Way × TVアニメ『ダンダダ…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50,294,317  👍 201,016  ⏱ 3:22  📅 2025-08-20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【Lyric Video】結束バンド「ギターと孤独と蒼い惑星」／ TVアニメ「ぼっち…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アニプレックス チャンネル  👁 47,095,275  👍 390,294  ⏱ 3:54  📅 2022-11-06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https://www.youtube.com/watch?v=B7BxrAAXl94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42,622,960  👍 559,273  ⏱ 1:31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6,940,026  👍 105,981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6,912,897  👍 120,376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4,530,398  👍 24,040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名作映画を見た感想を嘘ついてる奴は誰だ！映画人狼バトル開始！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3,552,545  👍 30,684  ⏱ 34:45  📅 2024-09-26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ディズニー１００周年のゴミ『ウィッシュ』レビュー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3,513,879  👍 44,924  ⏱ 12:56  📅 2023-12-19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