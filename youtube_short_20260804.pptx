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ALPHA DRIVE ONE 'UNBREAKABLE : 少年BEAST'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ALPHA DRIVE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恋、はじめました。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=LOVE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6,350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超巨大な世界でエンドラ討伐！【マイクラ】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33万回　👍 9,912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主題歌はRADWIMPS「夕星-ゆうづつ-」｜『汝、星のごとく』予告②【10月9…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14万回　👍 3,415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罪と罰と雨とキス (佐野勇斗＆吉田仁人) (Official Mu…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143万回　👍 11万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