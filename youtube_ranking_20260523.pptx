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hyperlink" Target="https://www.youtube.com/watch?v=mJL_eqykj9c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hyperlink" Target="https://www.youtube.com/watch?v=7kOKVFNoWwQ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png"/><Relationship Id="rId4" Type="http://schemas.openxmlformats.org/officeDocument/2006/relationships/hyperlink" Target="https://www.youtube.com/watch?v=_YShE6reM_w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hyperlink" Target="https://www.youtube.com/watch?v=LNpCVX9OKrg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hyperlink" Target="https://www.youtube.com/watch?v=VYA55gOMRKE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png"/><Relationship Id="rId4" Type="http://schemas.openxmlformats.org/officeDocument/2006/relationships/hyperlink" Target="https://www.youtube.com/watch?v=kg75YBSedNs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png"/><Relationship Id="rId4" Type="http://schemas.openxmlformats.org/officeDocument/2006/relationships/hyperlink" Target="https://www.youtube.com/watch?v=6ItK-vqYXAw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16.png"/><Relationship Id="rId4" Type="http://schemas.openxmlformats.org/officeDocument/2006/relationships/hyperlink" Target="https://www.youtube.com/watch?v=waqGvLSSATI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png"/><Relationship Id="rId4" Type="http://schemas.openxmlformats.org/officeDocument/2006/relationships/hyperlink" Target="https://www.youtube.com/watch?v=apiB_oEiczU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20.png"/><Relationship Id="rId4" Type="http://schemas.openxmlformats.org/officeDocument/2006/relationships/hyperlink" Target="https://www.youtube.com/watch?v=V1Lr-_AxeR8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hyperlink" Target="https://www.youtube.com/watch?v=fBQOV3jiST0" TargetMode="External"/><Relationship Id="rId4" Type="http://schemas.openxmlformats.org/officeDocument/2006/relationships/image" Target="../media/image22.png"/><Relationship Id="rId5" Type="http://schemas.openxmlformats.org/officeDocument/2006/relationships/image" Target="../media/image23.jpg"/><Relationship Id="rId6" Type="http://schemas.openxmlformats.org/officeDocument/2006/relationships/hyperlink" Target="https://www.youtube.com/watch?v=9nXbYZL8V9E" TargetMode="External"/><Relationship Id="rId7" Type="http://schemas.openxmlformats.org/officeDocument/2006/relationships/image" Target="../media/image24.png"/><Relationship Id="rId8" Type="http://schemas.openxmlformats.org/officeDocument/2006/relationships/image" Target="../media/image25.jpg"/><Relationship Id="rId9" Type="http://schemas.openxmlformats.org/officeDocument/2006/relationships/hyperlink" Target="https://www.youtube.com/watch?v=i5TSvrhVH94" TargetMode="External"/><Relationship Id="rId10" Type="http://schemas.openxmlformats.org/officeDocument/2006/relationships/image" Target="../media/image26.png"/><Relationship Id="rId11" Type="http://schemas.openxmlformats.org/officeDocument/2006/relationships/image" Target="../media/image27.jpg"/><Relationship Id="rId12" Type="http://schemas.openxmlformats.org/officeDocument/2006/relationships/hyperlink" Target="https://www.youtube.com/watch?v=21eblauBPy8" TargetMode="External"/><Relationship Id="rId13" Type="http://schemas.openxmlformats.org/officeDocument/2006/relationships/image" Target="../media/image28.png"/><Relationship Id="rId14" Type="http://schemas.openxmlformats.org/officeDocument/2006/relationships/image" Target="../media/image29.jpg"/><Relationship Id="rId15" Type="http://schemas.openxmlformats.org/officeDocument/2006/relationships/hyperlink" Target="https://www.youtube.com/watch?v=fGaa5iluMIQ" TargetMode="External"/><Relationship Id="rId16" Type="http://schemas.openxmlformats.org/officeDocument/2006/relationships/image" Target="../media/image3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hyperlink" Target="https://www.youtube.com/watch?v=DuEKgK2B2p8" TargetMode="External"/><Relationship Id="rId4" Type="http://schemas.openxmlformats.org/officeDocument/2006/relationships/image" Target="../media/image32.png"/><Relationship Id="rId5" Type="http://schemas.openxmlformats.org/officeDocument/2006/relationships/image" Target="../media/image33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4.png"/><Relationship Id="rId8" Type="http://schemas.openxmlformats.org/officeDocument/2006/relationships/image" Target="../media/image35.jpg"/><Relationship Id="rId9" Type="http://schemas.openxmlformats.org/officeDocument/2006/relationships/hyperlink" Target="https://www.youtube.com/watch?v=XGbduoPa_-0" TargetMode="External"/><Relationship Id="rId10" Type="http://schemas.openxmlformats.org/officeDocument/2006/relationships/image" Target="../media/image36.png"/><Relationship Id="rId11" Type="http://schemas.openxmlformats.org/officeDocument/2006/relationships/image" Target="../media/image37.jpg"/><Relationship Id="rId12" Type="http://schemas.openxmlformats.org/officeDocument/2006/relationships/hyperlink" Target="https://www.youtube.com/watch?v=0cjKg-Z3xak" TargetMode="External"/><Relationship Id="rId13" Type="http://schemas.openxmlformats.org/officeDocument/2006/relationships/image" Target="../media/image38.png"/><Relationship Id="rId14" Type="http://schemas.openxmlformats.org/officeDocument/2006/relationships/image" Target="../media/image39.jpg"/><Relationship Id="rId15" Type="http://schemas.openxmlformats.org/officeDocument/2006/relationships/hyperlink" Target="https://www.youtube.com/watch?v=1JT-CjiNVok" TargetMode="External"/><Relationship Id="rId16" Type="http://schemas.openxmlformats.org/officeDocument/2006/relationships/image" Target="../media/image4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Relationship Id="rId3" Type="http://schemas.openxmlformats.org/officeDocument/2006/relationships/hyperlink" Target="https://www.youtube.com/watch?v=210R0ozmLwg" TargetMode="External"/><Relationship Id="rId4" Type="http://schemas.openxmlformats.org/officeDocument/2006/relationships/image" Target="../media/image42.png"/><Relationship Id="rId5" Type="http://schemas.openxmlformats.org/officeDocument/2006/relationships/image" Target="../media/image43.jpg"/><Relationship Id="rId6" Type="http://schemas.openxmlformats.org/officeDocument/2006/relationships/hyperlink" Target="https://www.youtube.com/watch?v=-NFhRWhkp7I" TargetMode="External"/><Relationship Id="rId7" Type="http://schemas.openxmlformats.org/officeDocument/2006/relationships/image" Target="../media/image44.png"/><Relationship Id="rId8" Type="http://schemas.openxmlformats.org/officeDocument/2006/relationships/image" Target="../media/image45.jpg"/><Relationship Id="rId9" Type="http://schemas.openxmlformats.org/officeDocument/2006/relationships/hyperlink" Target="https://www.youtube.com/watch?v=ScWlFcYn_FI" TargetMode="External"/><Relationship Id="rId10" Type="http://schemas.openxmlformats.org/officeDocument/2006/relationships/image" Target="../media/image46.png"/><Relationship Id="rId11" Type="http://schemas.openxmlformats.org/officeDocument/2006/relationships/image" Target="../media/image47.jpg"/><Relationship Id="rId12" Type="http://schemas.openxmlformats.org/officeDocument/2006/relationships/hyperlink" Target="https://www.youtube.com/watch?v=Xr032EhUDPw" TargetMode="External"/><Relationship Id="rId13" Type="http://schemas.openxmlformats.org/officeDocument/2006/relationships/image" Target="../media/image48.png"/><Relationship Id="rId14" Type="http://schemas.openxmlformats.org/officeDocument/2006/relationships/image" Target="../media/image49.jpg"/><Relationship Id="rId15" Type="http://schemas.openxmlformats.org/officeDocument/2006/relationships/hyperlink" Target="https://www.youtube.com/watch?v=T9R-NPhRi1M" TargetMode="External"/><Relationship Id="rId16" Type="http://schemas.openxmlformats.org/officeDocument/2006/relationships/image" Target="../media/image5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Relationship Id="rId3" Type="http://schemas.openxmlformats.org/officeDocument/2006/relationships/hyperlink" Target="https://www.youtube.com/watch?v=2a1YM7MCXng" TargetMode="External"/><Relationship Id="rId4" Type="http://schemas.openxmlformats.org/officeDocument/2006/relationships/image" Target="../media/image52.png"/><Relationship Id="rId5" Type="http://schemas.openxmlformats.org/officeDocument/2006/relationships/image" Target="../media/image53.jpg"/><Relationship Id="rId6" Type="http://schemas.openxmlformats.org/officeDocument/2006/relationships/hyperlink" Target="https://www.youtube.com/watch?v=OhHzzl4Z6qU" TargetMode="External"/><Relationship Id="rId7" Type="http://schemas.openxmlformats.org/officeDocument/2006/relationships/image" Target="../media/image54.png"/><Relationship Id="rId8" Type="http://schemas.openxmlformats.org/officeDocument/2006/relationships/image" Target="../media/image55.jpg"/><Relationship Id="rId9" Type="http://schemas.openxmlformats.org/officeDocument/2006/relationships/hyperlink" Target="https://www.youtube.com/watch?v=KWYewgdSAOI" TargetMode="External"/><Relationship Id="rId10" Type="http://schemas.openxmlformats.org/officeDocument/2006/relationships/image" Target="../media/image56.png"/><Relationship Id="rId11" Type="http://schemas.openxmlformats.org/officeDocument/2006/relationships/image" Target="../media/image57.jpg"/><Relationship Id="rId12" Type="http://schemas.openxmlformats.org/officeDocument/2006/relationships/hyperlink" Target="https://www.youtube.com/watch?v=HQDUEU-Zhyc" TargetMode="External"/><Relationship Id="rId13" Type="http://schemas.openxmlformats.org/officeDocument/2006/relationships/image" Target="../media/image58.png"/><Relationship Id="rId14" Type="http://schemas.openxmlformats.org/officeDocument/2006/relationships/image" Target="../media/image59.jpg"/><Relationship Id="rId15" Type="http://schemas.openxmlformats.org/officeDocument/2006/relationships/hyperlink" Target="https://www.youtube.com/watch?v=J4JTp1tNrkk" TargetMode="External"/><Relationship Id="rId16" Type="http://schemas.openxmlformats.org/officeDocument/2006/relationships/image" Target="../media/image6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20240"/>
            <a:ext cx="9144000" cy="118872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993392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2026年05月23日  ·  急上昇 TOP 10 発表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https://www.youtube.com/watch?v=mJL_eqykj9c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King &amp; Prince「I Know」-STARRING LIVE ver.-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King &amp; Prince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136,449  👍 16,449  💬 941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2:19  ·  📅 公開17時間前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公開17時間で急上昇入り！　10万再生突破の話題作　いいね率12.1%と視聴者の支持が非常に高い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https://www.youtube.com/watch?v=7kOKVFNoWwQ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【鬼畜】キモすぎる「くち」に食われる世界でエンドラ討伐できるのか！？【からぴちマイクラ修行】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カラフルピーチ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373,298  👍 17,752  💬 600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41:58  ·  📅 公開17時間前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公開17時間で急上昇入り！　10万再生突破の話題作　いいね率4.8%と好評価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https://www.youtube.com/watch?v=_YShE6reM_w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HALCALI - おつかれSUMMER / THE FIRST TAKE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THE FIRST TAKE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331,637  👍 20,449  💬 1,077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4:37  ·  📅 公開15時間前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公開15時間で急上昇入り！　10万再生突破の話題作　いいね率6.2%と視聴者の支持が非常に高い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https://www.youtube.com/watch?v=LNpCVX9OKrg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天然炸裂！？おらふくん誕生日スペシャル！【マイクラ】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ドズル社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305,849  👍 11,806  💬 443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1:04:53  ·  📅 公開19時間前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公開19時間で急上昇入り！　10万再生突破の話題作　いいね率3.9%と好評価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https://www.youtube.com/watch?v=VYA55gOMRKE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BE:FIRST / Rondo -from TBS系「CDTVライブ！ライブ！」-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BE:FIRST Official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245,244  👍 26,836  💬 767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3:39  ·  📅 公開16時間前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公開16時間で急上昇入り！　10万再生突破の話題作　いいね率10.9%と視聴者の支持が非常に高い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https://www.youtube.com/watch?v=kg75YBSedNs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みんなで刑務所から脱獄しよっ♡【CUFFBUST】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牛沢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402,391  👍 11,553  💬 353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39:36  ·  📅 公開20時間前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公開20時間で急上昇入り！　10万再生突破の話題作　いいね率2.9%と好評価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https://www.youtube.com/watch?v=6ItK-vqYXAw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B&amp;ZAI【衝動Never end】LIVE TOUR 2026 -ROCK’N’DOL- in日本武道館より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ジュニアCHANNEL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143,007  👍 9,580  💬 5,408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4:56  ·  📅 公開17時間前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公開17時間で急上昇入り！　10万再生突破の話題作　いいね率6.7%と視聴者の支持が非常に高い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https://www.youtube.com/watch?v=waqGvLSSATI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【マインクラフト】この時期が来ました。そう、タイムカプセルです【日常組】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日常組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CD7F32"/>
                </a:solidFill>
                <a:latin typeface="Arial"/>
              </a:rPr>
              <a:t>👁 560,943  👍 25,098  💬 1,273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54:11  ·  📅 公開20時間前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公開20時間で急上昇入り！　50万再生の注目コンテンツ　いいね率4.5%と好評価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https://www.youtube.com/watch?v=apiB_oEiczU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『King &amp; Princeがまちあわせ in LA』｜本予告｜LAの街で”世界でたった一人の相方”との＜まちあわせ＞はできるのか？｜Disney+ (ディズニープラス）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ディズニープラス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C0C0C0"/>
                </a:solidFill>
                <a:latin typeface="Arial"/>
              </a:rPr>
              <a:t>👁 4,225  👍 1,327  💬 84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1:11  ·  📅 公開-2時間前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公開-2時間で急上昇入り！　急上昇中の新興コンテンツ　いいね率31.4%と視聴者の支持が非常に高い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LE SSERAFIM (르세라핌) 'BOOMPALA' OFFICIAL MV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4,005,515  👍 283,410  💬 17,864  ⏱ 3:29  📅 公開24時間前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公開24時間で急上昇入り！　100万再生超の大ヒット　前日比+197.5%と急拡散中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https://www.youtube.com/watch?v=V1Lr-_AxeR8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いや勝つんかいw　 #おもしろ #エンタメ #ネタ #バズれ #shorts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19,146,365  👍 158,063  ⏱ 0:10  📅 2025-08-09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無反応挑戦　w#おもしろ＃おもしろ動画＃エンタメ#お笑い#バラエティ#テレビ#バズれ…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ネタ秒  👁 14,609,628  👍 41,777  ⏱ 0:17  📅 2025-09-26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https://www.youtube.com/watch?v=9nXbYZL8V9E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クビの真相は？【GOKKO】【ごっこ倶楽部】【企業研究】【エンタメ業界】【IT業界】…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ごっこ倶楽部のウラ垢 - STUDIO GOKKO -  👁 12,781,009  👍 170,563  ⏱ 1:28  📅 2025-04-14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https://www.youtube.com/watch?v=i5TSvrhVH94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狩野英孝のマイクラ実況が面白いwww#エンタメ #マイクラ #狩野英孝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11,697,300  👍 185,483  ⏱ 1:33  📅 2025-07-05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https://www.youtube.com/watch?v=21eblauBPy8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ネプリーグ放送事故w #おもしろ #面白い #テレビ #エンタメ #お笑い #芸人 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11,464,493  👍 132,213  ⏱ 0:18  📅 2025-11-01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https://www.youtube.com/watch?v=fGaa5iluMIQ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たくさん食べてすくすく育つ！【MOD紹介】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ウッドリィ  👁 24,781,052  👍 378,358  ⏱ 0:37  📅 2024-09-30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https://www.youtube.com/watch?v=DuEKgK2B2p8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20,446,210  👍 362,562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全部ひっかかる人【しょぼんのアクション3D】 #ゲーム実況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19,797,022  👍 389,794  ⏱ 1:00  📅 2023-09-28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見たことの無い落ち方をする配信者#葉 #ゲーム実況 #切り抜き #onlyup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18,323,959  👍 348,441  ⏱ 0:38  📅 2023-07-07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デビルレベルpart9 #switch2 #ゲーム実況 #shorts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ぐりげんの南極第二拠点  👁 16,595,161  👍 195,484  ⏱ 1:02  📅 2025-08-18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https://www.youtube.com/watch?v=1JT-CjiNVok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TVアニメ「マッシュル-MASHLE-」第2期ノンクレジットOPムービー｜Creep…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アニプレックス チャンネル  👁 131,143,181  👍 1,345,581  ⏱ 1:31  📅 2024-01-07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https://www.youtube.com/watch?v=210R0ozmLwg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Mrs. GREEN APPLE「ライラック」MV - TVアニメ『忘却バッテリー』…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Mrs. GREEN APPLE  👁 52,589,831  👍 179,981  ⏱ 4:53  📅 2024-07-04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https://www.youtube.com/watch?v=-NFhRWhkp7I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アイナ・ジ・エンド / 革命道中 - On The Way × TVアニメ『ダンダダ…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アイナ・ジ・エンド Official  👁 43,034,464  👍 185,278  ⏱ 3:22  📅 2025-08-20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https://www.youtube.com/watch?v=ScWlFcYn_FI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TVアニメ『呪術廻戦』第3期「死滅回游 前編」ノンクレジットOPムービー／OPテーマ…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34,507,306  👍 514,357  ⏱ 1:31  📅 2026-01-09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https://www.youtube.com/watch?v=Xr032EhUDPw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夢をかなえてドラえもん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mao - Topic  👁 27,217,900  👍 90,382  ⏱ 4:09  📅 2018-07-11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https://www.youtube.com/watch?v=T9R-NPhRi1M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6,797,733  👍 119,444  ⏱ 1:00  📅 2025-03-15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市川團十郎が語る映画「国宝」の率直な感想と歌舞伎への想い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3,489,668  👍 45,039  ⏱ 17:48  📅 2025-07-12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名作映画を見た感想を嘘ついてる奴は誰だ！映画人狼バトル開始！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東海オンエア  👁 3,336,323  👍 29,847  ⏱ 34:45  📅 2024-09-26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https://www.youtube.com/watch?v=KWYewgdSAOI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ディズニー１００周年のゴミ『ウィッシュ』レビュー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ホッカイロレン  👁 3,271,845  👍 43,251  ⏱ 12:56  📅 2023-12-19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https://www.youtube.com/watch?v=HQDUEU-Zhyc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【2ch有益スレ】今まで見た映画の中で「一番最悪だった映画」挙げてけｗ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2ch有益プラネット【ゆっくり解説】  👁 2,977,839  👍 35,507  ⏱ 0:59  📅 2023-10-19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https://www.youtube.com/watch?v=J4JTp1tNrkk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