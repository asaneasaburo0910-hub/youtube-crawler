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WAoKs0UCbvU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lI7efayDEeU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mTOjwCZyBuY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81CpK8nCvFw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GDnCJU7M36k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uWKFyDPajeo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yWad2xvGn9Q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JofSrfFV4Kw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i4qoaZPKZnc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TfvYFX06Mes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ru5Gp72W17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OIBODIPC_8Y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Z8xvh9B1JZk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STbdqo-j74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Xr032EhUDPw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nGQyPzkEy2s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EoY46IjI_jM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OhHzzl4Z6qU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2026年07月26日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https://www.youtube.com/watch?v=WAoKs0UCbvU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課金圧が強すぎて「剣投資」と呼ばれた強欲なクソゲー【グラディエーターバーサス】【クソゲーオブザイヤー】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からすまAチャンネル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276,677  👍 5,349  💬 496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17:05  ·  📅 公開9時間前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https://www.youtube.com/watch?v=lI7efayDEeU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島のうた (セイレーンver.)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Release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158,879  👍 4,667  💬 0  📈+760.5%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1:23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前日比+760.5%の爆発的な伸び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https://www.youtube.com/watch?v=mTOjwCZyBuY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【8日目#3】蝶屋はなびとまるたけの癒着を疑い詰める葛葉達【にじさんじ/切り抜き/葛葉/エクス・アルビオ/セリー/うるか/一ノ瀬うるは/イブラヒム/VCRRUST】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びーの【にじさんじ切り抜き】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66,091  👍 644  💬 32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16:48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急上昇中の新興コンテンツ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https://www.youtube.com/watch?v=81CpK8nCvFw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M!LK - You!Joy!Parade!（Dance Practice Movie）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782,320  👍 54,991  💬 5,898  📈+55.0%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3:02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前日比+55.0%と急拡散中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https://www.youtube.com/watch?v=GDnCJU7M36k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【ホロドリ】ぺこマリでガチャバトル！★5をより多く引く真の幸運はどっちだ！？【ホロライブ/宝鐘マリン・兎田ぺこら】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Marine Ch. 宝鐘マリン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538,259  👍 18,537  💬 162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2:44:38  ·  📅 公開5時間前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公開5時間で急上昇入り！　50万再生の注目コンテンツ　いいね率3.4%と好評価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https://www.youtube.com/watch?v=uWKFyDPajeo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モエチャッカファイア／Cover - ヒューゴ、狛野真斗、ライト、セヴェリアン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HoYoFair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269,570  👍 39,204  💬 1,780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2:37  ·  📅 公開6時間前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公開6時間で急上昇入り！　10万再生突破の話題作　いいね率14.5%と視聴者の支持が非常に高い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https://www.youtube.com/watch?v=yWad2xvGn9Q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SHAKAを攻撃して即ひなーのを盾にするちせ、海賊団を抜けてきたうひの加入会議（面接）を開くひなーの達ｗｗ【VCR RUST/橘ひなの/ぶいすぽ】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ぶいすぽ倉庫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148,891  👍 1,664  💬 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25:24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公開0時間で急上昇入り！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https://www.youtube.com/watch?v=JofSrfFV4Kw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Snow Man - グッタイム / THE FIRST TAKE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THE FIRST TAKE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2,822,556  👍 156,677  💬 11,146  📈+74.0%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5:27  ·  📅 公開31時間前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100万再生超の大ヒット　前日比+74.0%と急拡散中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https://www.youtube.com/watch?v=i4qoaZPKZnc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完成したクイズ施設を色んな賢さの配信者で試すk4sen【VCR RUST】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k4sen / かせん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347,819  👍 7,234  💬 328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40:55  ·  📅 公開11時間前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公開11時間で急上昇入り！　10万再生突破の話題作　いいね率2.1%と好評価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ACEes【真夜中のZOO】Arena Tour 2026 "V" より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316,202  👍 20,369  💬 13,905  ⏱ 3:45  📅 公開9時間前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公開9時間で急上昇入り！　10万再生突破の話題作　いいね率6.4%と視聴者の支持が非常に高い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https://www.youtube.com/watch?v=TfvYFX06Mes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19,160,652  👍 157,886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14,609,906  👍 41,701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12,784,146  👍 170,436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11,754,108  👍 186,188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11,544,018  👍 133,077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21,530,414  👍 386,091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20,455,411  👍 362,176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19,817,018  👍 389,574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おバカなぐりげん  👁 16,605,110  👍 195,137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溶岩ダイブ！？ #shorts #マイクラ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おんりー / ドズル社  👁 14,700,102  👍 138,584  ⏱ 0:52  📅 2025-03-25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https://www.youtube.com/watch?v=ru5Gp72W17c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YOASOBI「勇者」 Official Music Video／TVアニメ『葬送の…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YOASOBI  👁 219,674,280  👍 1,221,693  ⏱ 3:24  📅 2023-09-29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ピンポン玉チャレンジLv100【アニメ】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ゆずざくろ  👁 64,997,150  👍 227,843  ⏱ 0:22  📅 2026-06-08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https://www.youtube.com/watch?v=Z8xvh9B1JZk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【Lyric Video】結束バンド「星座になれたら」／ TVアニメ「ぼっち・ざ・ろ…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アニプレックス チャンネル  👁 56,150,350  👍 356,163  ⏱ 4:15  📅 2022-12-25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https://www.youtube.com/watch?v=wSTbdqo-j74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40,450,797  👍 546,046  ⏱ 1:31  📅 2026-01-09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合コンでライバルを潰す女【アニメ】 #shorts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そろ谷のアニメっち  👁 33,039,674  👍 178,225  ⏱ 0:16  📅 2026-02-27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https://www.youtube.com/watch?v=nGQyPzkEy2s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6,833,878  👍 119,684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6,370,373  👍 98,897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マイケル・ジャクソンが心から笑った瞬間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4,020,029  👍 70,487  ⏱ 0:41  📅 2026-05-24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https://www.youtube.com/watch?v=EoY46IjI_jM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市川團十郎が語る映画「国宝」の率直な感想と歌舞伎への想い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3,719,774  👍 46,747  ⏱ 17:48  📅 2025-07-12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3,457,653  👍 44,585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