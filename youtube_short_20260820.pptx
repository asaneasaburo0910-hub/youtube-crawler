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吉岡里帆×奈緒W主演、“極限の決断”を描くサバイブサスペンス『シャドウワーク』本…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シネマカフェ／cinemacafenet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2,608回　👍 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HAYATO with 清水美依紗 | Start of Something 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20万回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『ONE PIECE バウンティラッシュ』7.5アニバーサリークライマックス生放…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Bandai Namco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33万回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映画『リバイアサン』予告映像｜2/11(木・祝)公開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21万回　👍 4,354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BIGBANG - ‘BiiiG’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BIGBANG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414万回　👍 40万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