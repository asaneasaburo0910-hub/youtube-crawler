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7uj_Q_GwW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zomefDehuY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rAkP84gtJh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iXncy_zqT8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Z_NM8xY5LmA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I7zI-5sel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MP4iEK_btKU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sJu9iNIr7g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DtTen4LkBP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_6m6_Ylyd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weLXdwVjSxs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CJ1A1aYvTe4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PkDfrVdCwC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https://www.youtube.com/watch?v=I7uj_Q_GwWg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Oudo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35,775  👍 3,067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いいね率8.6%と視聴者の支持が非常に高い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https://www.youtube.com/watch?v=zomefDehuYA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【神ゲー確定】新要素満載の『スプラトゥーン レイダース』の最新映像に興奮するたいじ【スプラトゥーン レイダース Direct 2026.6.30】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たいじ/たいちゃんねる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69,547  👍 1,172  💬 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20:48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https://www.youtube.com/watch?v=rAkP84gtJhM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Want it ~One of the BE:ST-06 SHUNTO~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Release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31,442  👍 3,919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3:00  ·  📅 公開59時間前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急上昇中の新興コンテンツ　いいね率12.5%と視聴者の支持が非常に高い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https://www.youtube.com/watch?v=yiXncy_zqT8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バケモノがわんさかいる惑星で月を探すホラゲー【Emissary Zero】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231,170  👍 8,303  💬 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1:19:11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https://www.youtube.com/watch?v=Z_NM8xY5LmA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【MV】盛れてるあたし、最強じゃん！ feat. ゆりにゃ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Pretty Chuu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73,682  👍 6,440  💬 540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いいね率8.7%と視聴者の支持が非常に高い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https://www.youtube.com/watch?v=yI7zI-5selk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「金のタンポポ」しかない世界で進捗10個クリアするまで終われません【マイクラ】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311,835  👍 9,403  💬 275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1:07:29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https://www.youtube.com/watch?v=MP4iEK_btKU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Goodbye Molten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Yorushika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79,828  👍 5,494  💬 279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いいね率6.9%と視聴者の支持が非常に高い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https://www.youtube.com/watch?v=sJu9iNIr7gU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スプラトゥーン レイダース Direct 2026.6.30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1,086,843  👍 30,621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18:53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https://www.youtube.com/watch?v=DtTen4LkBPk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『サイバーパンク: エッジランナーズ2』ティーザー予告編2 -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297,848  👍 12,145  💬 969  📈+71.8%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1:44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前日比+71.8%と急拡散中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Missing -Music Video- (Move ver.)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1,280,113  👍 59,996  💬 4,896  ⏱ 3:31  📅 公開36時間前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前日比+80.7%と急拡散中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https://www.youtube.com/watch?v=I_6m6_Ylyd8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19,154,374  👍 157,968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18,648,349  👍 47,401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15,316,150  👍 53,670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Transmisión en vivo de Multimedios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MULTIMEDIOS  👁 15,305,383  👍 13,065  ⏱ 不明  📅 2026-03-26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https://www.youtube.com/watch?v=weLXdwVjSxs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14,609,805  👍 41,735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21,032,702  👍 379,542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20,451,852  👍 362,328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19,806,662  👍 389,631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崩れる時は一瞬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ひろちんくん  👁 16,776,793  👍 292,638  ⏱ 0:58  📅 2023-06-11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https://www.youtube.com/watch?v=CJ1A1aYvTe4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14,362,556  👍 136,713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282,788,589  👍 791,733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217,663,694  👍 1,216,271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映画「アンパンマンが生まれた日」【アンパンマンアニメ公式】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149,068,449  👍 0  ⏱ 11:16  📅 2021-02-18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144,866,358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45,997,730  👍 191,302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6,820,825  👍 119,610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6,300,462  👍 93,217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6,136,743  👍 28,444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5,539,205  👍 87,640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3,682,264  👍 46,516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