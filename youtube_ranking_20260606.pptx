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Zv6JKobJyFY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Mj3lJFcOY_A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4aVoaSixc0E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X7Ht9CULonY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2eafXvIz_3g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7z-mf3a4X2E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felRZnoZDtU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9zf8aiRO9Cc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mhzX_E5O7O0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HG2cf7JJ-yI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0cjKg-Z3xa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gcgKUcJKxIs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-NFhRWhkp7I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ScWlFcYn_F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oodunTw0k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KWYewgdSAOI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HQDUEU-Zhyc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2026年06月06日  ·  急上昇 TOP 10 発表</a:t>
            </a:r>
          </a:p>
        </p:txBody>
      </p:sp>
      <p:pic>
        <p:nvPicPr>
          <p:cNvPr id="6" name="Picture 5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https://www.youtube.com/watch?v=Zv6JKobJyFY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BTS (방탄소년단) 'Hooligan' Official Performance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3,353,196  👍 617,216  💬 24,518  📈+59.0%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3:16  ·  📅 公開29時間前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100万再生超の大ヒット　前日比+59.0%と急拡散中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https://www.youtube.com/watch?v=Mj3lJFcOY_A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『FINAL FANTASY VII REVELATION』紹介映像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スクウェア・エニックス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359,294  👍 0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5:05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公開-2時間で急上昇入り！　10万再生突破の話題作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https://www.youtube.com/watch?v=4aVoaSixc0E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Stellar Blade: Blood Rain - Official Reveal Trailer | IGN Summer of 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409,116  👍 33,208  💬 3,435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3:31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公開-1時間で急上昇入り！　10万再生突破の話題作　いいね率8.1%と視聴者の支持が非常に高い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https://www.youtube.com/watch?v=X7Ht9CULonY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ファントムシータ『ホラークイーン』(OFFICIAL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ファントムシータ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122,440  👍 18,878  💬 1,211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4:45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いいね率15.4%と視聴者の支持が非常に高い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https://www.youtube.com/watch?v=2eafXvIz_3g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「Summer Game Fest 2026」日本語通訳つき生放送！【SGF】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電ファミ公式チャンネル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343,503  👍 3,921  💬 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2:45:09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公開-2時間で急上昇入り！　10万再生突破の話題作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https://www.youtube.com/watch?v=7z-mf3a4X2E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主題歌はAdo「モンストロ」｜映画『ブル―ロック』予告②【8月7日(金)公開】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映画『ブルーロック』チャンネル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323,725  👍 12,760  💬 628  📈+226.9%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1:31  ·  📅 公開24時間前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公開24時間で急上昇入り！　10万再生突破の話題作　前日比+226.9%の爆発的な伸び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https://www.youtube.com/watch?v=felRZnoZDtU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ORANGE RANGE - チャンピオーネ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229,009  👍 9,033  💬 873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5:52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いいね率3.9%と好評価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https://www.youtube.com/watch?v=9zf8aiRO9Cc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『モンスターハンターワイルズ：アセンダンス』アナウンストレーラー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CapcomChannel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236,435  👍 11,622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2:01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公開-2時間で急上昇入り！　10万再生突破の話題作　いいね率4.9%と好評価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https://www.youtube.com/watch?v=mhzX_E5O7O0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『BIOHAZARD RE:Veronica』 Announcement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BIOHAZARD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312,213  👍 14,474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4:00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公開-2時間で急上昇入り！　10万再生突破の話題作　いいね率4.6%と好評価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M!LK ARENA TOUR 2025-2026 "SMILE POP!" (MUSIC AW…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431,820  👍 42,669  💬 2,820  ⏱ 21:40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いいね率9.9%と視聴者の支持が非常に高い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https://www.youtube.com/watch?v=HG2cf7JJ-yI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19,150,302  👍 158,028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12,781,341  👍 170,525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11,717,160  👍 185,796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11,492,606  👍 132,596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10,533,994  👍 97,860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24,855,977  👍 378,763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20,448,568  👍 362,450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19,799,794  👍 389,716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見たことの無い落ち方をする配信者#葉 #ゲーム実況 #切り抜き #onlyup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18,939,893  👍 358,919  ⏱ 0:38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16,596,931  👍 195,407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142,219,712  👍 0  ⏱ 1:31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Mrs. GREEN APPLE「ライラック」MV - TVアニメ『忘却バッテリー』…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53,297,568  👍 180,590  ⏱ 4:53  📅 2024-07-04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アイナ・ジ・エンド / 革命道中 - On The Way × TVアニメ『ダンダダ…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44,110,276  👍 187,389  ⏱ 3:22  📅 2025-08-20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35,877,034  👍 521,834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TVアニメ『ダンダダン』HAYASii「Hunting Soul」【lyric vi…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MBS animation 公式チャンネル  👁 31,916,580  👍 457,098  ⏱ 4:04  📅 2025-08-08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https://www.youtube.com/watch?v=XoodunTw0kw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6,807,033  👍 119,521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3,496,276  👍 45,096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名作映画を見た感想を嘘ついてる奴は誰だ！映画人狼バトル開始！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3,370,328  👍 29,983  ⏱ 34:45  📅 2024-09-26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ディズニー１００周年のゴミ『ウィッシュ』レビュー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3,310,928  👍 43,600  ⏱ 12:56  📅 2023-12-19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3,015,624  👍 35,859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