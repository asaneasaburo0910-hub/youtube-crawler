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5ll40JRPoHM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KRYGd14badE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4J06I7qy7k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b5T48E9osfw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5zJG9Jw-CnA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OdKLq7RPDQ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uzsSnLLHx5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pZtbooPsPJ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yXsYuM0-jQ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5C-luqdmoz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yHmPWzkhcZ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k3pCB0OwN1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ytBtKVEAmGQ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2a1YM7MCXng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-wonotbP3s8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https://www.youtube.com/watch?v=5ll40JRPoHM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SEKAI NO OWARI「Supermarket」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SEKAI NO OWARI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360,931  👍 12,738  💬 1,663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5:07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いいね率3.5%と好評価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https://www.youtube.com/watch?v=KRYGd14badE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#16 ありがとう、そしてこんにちは  | #SURGETown【にじさんじ/叶】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Kanae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543,750  👍 0  💬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6:35:55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https://www.youtube.com/watch?v=4J06I7qy7kM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仲川瑠夏 - 朝にならないで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754,318  👍 18,400  💬 1,885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5:04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https://www.youtube.com/watch?v=b5T48E9osfw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大切なものを守り抜く深夜アルバイトゲーム【Shift At Midnight】(終)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437,058  👍 8,979  💬 564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42:56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https://www.youtube.com/watch?v=5zJG9Jw-CnA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ヴォルフガング-或いは神の子で在るならば-／じょるじん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じょるじん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152,738  👍 10,022  💬 509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いいね率6.6%と視聴者の支持が非常に高い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https://www.youtube.com/watch?v=OdKLq7RPDQ4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リズム天国する！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しぐれうい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797,974  👍 22,318  💬 1,478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1:08:24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https://www.youtube.com/watch?v=uzsSnLLHx5M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WATCH ME feat. BIA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2,202,719  👍 44,707  💬 2,936  📈+98.8%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4:01  ·  📅 公開42時間前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前日比+98.8%と急拡散中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https://www.youtube.com/watch?v=pZtbooPsPJU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【殴り合い】『死亡ログ』でバリアが広がる世界でエンドラ討伐！！【マイクラ】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517,020  👍 9,574  💬 311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1:12:53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https://www.youtube.com/watch?v=YyXsYuM0-jQ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予告 板井佐緒里 (30代女性) 編 | ダウンタイム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64,300  👍 195  💬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0:43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時空超えてユニバース ( from「LOVE ENG!NE」発売記念スペシャルイベント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1,256,381  👍 57,846  💬 2,956  ⏱ 3:37  📅 公開35時間前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いいね率4.6%と好評価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https://www.youtube.com/watch?v=5C-luqdmozo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21,763,669  👍 11,791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19,945,131  👍 64,478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19,165,143  👍 157,715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 LIVE! 24 HOURS Mickey Mouse Full Episode…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18,586,082  👍 26,566  ⏱ 不明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11,805,673  👍 186,753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23,079,215  👍 405,749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20,476,437  👍 361,973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18,663,227  👍 545,992  ⏱ 0:44  📅 2024-12-11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ホラーゲームを全力で楽しむ男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17,656,043  👍 545,111  ⏱ 1:00  📅 2022-10-19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17,621,673  👍 243,697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224,477,253  👍 1,231,731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166,486,384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151,478,853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58,297,107  👍 184,261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51,705,706  👍 203,143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7,385,801  👍 106,420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7,156,911  👍 106,579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7,076,873  👍 101,006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6,950,080  👍 120,623  ⏱ 1:00  📅 2025-03-15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自分がゾンビになると悟った父の行動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意外とおもしろい  👁 6,103,636  👍 90,531  ⏱ 0:39  📅 2026-09-13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https://www.youtube.com/watch?v=-wonotbP3s8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