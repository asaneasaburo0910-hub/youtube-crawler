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_IT83Y_HcAw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0Wk9paODHu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wuGmYXkbAS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5aDY0w8_Pd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eAFzQwArpF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YoSVQaMSnM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81CpK8nCvFw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sYM5DQT_R4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9IyFmf6xR5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ofSrfFV4Kw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Z8xvh9B1JZ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STbdqo-j74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EoY46IjI_j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https://www.youtube.com/watch?v=_IT83Y_HcAw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JENNIE - Less than a Lover (Official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JennieRubyJaneVEVO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5,928,793  👍 824,244  💬 57,112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3:39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500万再生超の超バズ動画　いいね率13.9%と視聴者の支持が非常に高い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https://www.youtube.com/watch?v=0Wk9paODHuE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【朕は見ちゃダメ】宝を探すのを手伝ってくれたメーメントヴァニタスの為にクイズ施設を作るk4sen【VCR RUST】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k4sen / かせん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224,820  👍 4,337  💬 244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32:50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https://www.youtube.com/watch?v=wuGmYXkbASk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Hey! Say! JUMP - DEAR MY LOVER [S say Official Live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Hey! Say! JUMP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174,820  👍 22,281  💬 1,528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4:10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いいね率12.7%と視聴者の支持が非常に高い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https://www.youtube.com/watch?v=5aDY0w8_PdU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【#にじ甲2026】熱狂！にじさんじ甲子園2026#6【天開司/舞元啓介/Vtuber】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バーチャル債務者youtuber天開司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429,609  👍 6,609  💬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4:27:00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https://www.youtube.com/watch?v=eAFzQwArpFM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【MV】CUTIE STREET「Error404♡」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164,429  👍 12,681  💬 1,713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3:53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いいね率7.7%と視聴者の支持が非常に高い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https://www.youtube.com/watch?v=YoSVQaMSnMg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バケツ100万杯の海底神殿の水をすべて抜くまで終われません！【マイクラ】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392,602  👍 10,841  💬 522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51:24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https://www.youtube.com/watch?v=81CpK8nCvFw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You!Joy!Parade!（Dance Practice Movie）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504,841  👍 47,565  💬 5,523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いいね率9.4%と視聴者の支持が非常に高い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https://www.youtube.com/watch?v=sYM5DQT_R4Y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【マインクラフト】100本ノックでボールを連続キャッチできるまで終われません【日常組】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536,190  👍 16,623  💬 547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1:19:04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https://www.youtube.com/watch?v=9IyFmf6xR5k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誰も見たことがない、新たな──『バイオハザード』＜予告＞10月9日（金）全国の映画館で公開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2,347,878  👍 20,689  💬 1,779  📈+122.7%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2:26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前日比+122.7%と急拡散中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Snow Man - グッタイム /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1,621,766  👍 137,796  💬 9,232  ⏱ 5:27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　いいね率8.5%と視聴者の支持が非常に高い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https://www.youtube.com/watch?v=JofSrfFV4Kw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19,160,185  👍 157,887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14,609,904  👍 41,703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12,784,108  👍 170,439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11,753,050  👍 186,176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11,542,979  👍 133,072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21,483,535  👍 385,539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20,455,243  👍 362,179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19,816,461  👍 389,568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16,604,927  👍 195,138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14,684,418  👍 138,489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161,944,958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ピンポン玉チャレンジLv100【アニメ】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62,852,703  👍 221,889  ⏱ 0:22  📅 2026-06-08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【Lyric Video】結束バンド「星座になれたら」／ TVアニメ「ぼっち・ざ・ろ…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56,133,954  👍 356,104  ⏱ 4:15  📅 2022-12-25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https://www.youtube.com/watch?v=wSTbdqo-j74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40,375,011  👍 545,579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32,835,422  👍 177,643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6,833,204  👍 119,682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6,347,730  👍 98,622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マイケル・ジャクソンが心から笑った瞬間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3,997,423  👍 70,149  ⏱ 0:41  📅 2026-05-24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3,719,040  👍 46,737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3,455,890  👍 44,575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