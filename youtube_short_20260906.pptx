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【Day1】Crazy Raccoon Revive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Crazy Raccoon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One Shot TV size （『仮面ライダーマイス』主題歌）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RAMPAGE from EXILE TRIBE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13万回　👍 4,546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「見る人によって内容が変わる怖い動画」を見る最新作ホラーゲーム『 たろうくんはい…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121万回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公式予告編大荒れ！？HBO版「ハリーポッター」映画版すぎてリメイク不要論や黒人ス…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30万回　👍 5,424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ACEes【P・A・R・A・D・O・X（嵐）】Arena Tour 2026 "…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54万回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