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97hugHrHzIw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DHts_OiIwVc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sscIo9TgIfM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6yyZgkTh2Zc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avtRda5IgeY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yTQeaC9XKPg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Y1Lah0BM0KQ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z9nITMlt8Fk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4FNDtxCaA8U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ThSxM-piojY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RHUauMcYlX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fBQOV3jiST0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yHmPWzkhcZ8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21eblauBPy8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fGaa5iluMIQ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k3pCB0OwN1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ru5Gp72W17c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WPl10ZrhCtk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5yb2N3pnztU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gcgKUcJKxIs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-NFhRWhkp7I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myP46pO9xsU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5ElBjw-6F3s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lyZZdUUM_GM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O2MzSLqlLIs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2a1YM7MCXng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2026年09月11日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https://www.youtube.com/watch?v=97hugHrHzIw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『ドラゴンクエストウォーク』の7周年情報をお届け「スマートウォークanniversary」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ドラゴンクエストウォーク公式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277,331  👍 4,014  💬 704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23:26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https://www.youtube.com/watch?v=DHts_OiIwVc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Snow Man '奇跡' Animated 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Snow 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1,096,343  👍 70,653  💬 4,400  📈+29.1%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3:40  ·  📅 公開38時間前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前日比+29.1%で着実に成長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https://www.youtube.com/watch?v=sscIo9TgIfM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 不気味な住民のいる田舎 」に引っ越しをするホラーゲーム『 狂い咲き 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キヨ。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1,020,964  👍 19,985  💬 2,403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2:57:29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100万再生超の大ヒット　コメント1000件超と議論が活発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https://www.youtube.com/watch?v=6yyZgkTh2Zc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『366日』acoustic ver. 優里 × 仲宗根泉（HY）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優里ちゃんねる【公式】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292,897  👍 8,184  💬 508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6:08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10万再生突破の話題作　いいね率2.8%と好評価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https://www.youtube.com/watch?v=avtRda5IgeY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Nintendo Direct 2026.9.9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Nintendo 公式チャンネル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8,774,899  👍 119,780  💬 0  📈+9.9%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47:20  ·  📅 公開30時間前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500万再生超の超バズ動画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https://www.youtube.com/watch?v=yTQeaC9XKPg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『ゴジラ-0.0』ストーリーはこうなる!!全予告を並べた結果見えてきた結末とは｜予告徹底解説・考察：＜2026年11月3日(火・祝)劇場公開＞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Japan Sci-Fi 【SF解説・創作】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95,193  👍 787  💬 177  📈+1381.6%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21:56  ·  📅 公開19時間前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公開19時間で急上昇入り！　急上昇中の新興コンテンツ　前日比+1381.6%の爆発的な伸び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https://www.youtube.com/watch?v=Y1Lah0BM0KQ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LE SSERAFIM (르세라핌) 'Made My Night' OFFICIAL MV with OVERWATCH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HYBE LABELS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2,378,086  👍 166,012  💬 9,433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2:47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100万再生超の大ヒット　いいね率7.0%と視聴者の支持が非常に高い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https://www.youtube.com/watch?v=z9nITMlt8Fk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LEVEL5 VISION 2026 II 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LEVEL5ch【公式】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1,304,611  👍 30,178  💬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56:41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100万再生超の大ヒット　いいね率2.3%と好評価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https://www.youtube.com/watch?v=4FNDtxCaA8U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【予告】映画「SUKIYAKI 上を向いて歩こう」＜12月25日(金)公開＞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東宝MOVIEチャンネル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61,184  👍 553  💬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1:01  ·  📅 公開2時間前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【歌ってみた】さよーならまたいつか！/星導ショウ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422,495  👍 45,405  💬 1,901  ⏱ 3:24  📅 公開10時間前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　いいね率10.7%と視聴者の支持が非常に高い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https://www.youtube.com/watch?v=ThSxM-piojY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🔴LIVE: 24 HOURS+ Bluey Episodes in HD! ✨ 💙…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Bluey - Official Channel  👁 32,341,785  👍 78,994  ⏱ 不明  📅 2026-04-02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https://www.youtube.com/watch?v=RHUauMcYlX0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いや勝つんかいw　 #おもしろ #エンタメ #ネタ #バズれ #shorts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19,165,043  👍 157,740  ⏱ 0:10  📅 2025-08-09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🔴 LIVE! 24 HOURS Mickey Mouse Full Episode…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Disney Jr.   👁 17,956,039  👍 26,339  ⏱ 不明  📅 2026-01-09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https://www.youtube.com/watch?v=yHmPWzkhcZ8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狩野英孝のマイクラ実況が面白いwww#エンタメ #マイクラ #狩野英孝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11,796,149  👍 186,742  ⏱ 1:33  📅 2025-07-05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11,584,530  👍 133,323  ⏱ 0:18  📅 2025-11-01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22,897,672  👍 405,496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20,473,529  👍 362,087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19,841,817  👍 389,570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ロシア人を質問責めしたら反応がカワイイwwwww【Liar’s Bar/ライアーズバ…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ゼロ / ZERO  👁 18,661,784  👍 546,098  ⏱ 0:44  📅 2024-12-11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https://www.youtube.com/watch?v=k3pCB0OwN10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溶岩ダイブ！？ #shorts #マイクラ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おんりー / ドズル社  👁 15,467,356  👍 143,464  ⏱ 0:52  📅 2025-03-25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https://www.youtube.com/watch?v=ru5Gp72W17c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223,738,185  👍 1,231,603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ヒグチアイ / 悪魔の子 (アニメスペシャルVer.) | Ai Higuchi “…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222,349,235  👍 2,048,769  ⏱ 3:50  📅 2022-01-24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165,688,489  👍 0  ⏱ 1:31  📅 2023-09-01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150,666,421  👍 0  ⏱ 1:31  📅 2023-07-07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Mrs. GREEN APPLE「ライラック」MV - TVアニメ『忘却バッテリー』…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57,907,792  👍 184,254  ⏱ 4:53  📅 2024-07-04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ってるワイフ#film #映画レビュー #映画紹介 #映画 #映画解説 #ドラマ #…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7,385,622  👍 106,435  ⏱ 2:59  📅 2025-06-30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https://www.youtube.com/watch?v=myP46pO9xsU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映画館が一瞬でパニックに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教えてショート  👁 7,113,632  👍 135,355  ⏱ 0:29  📅 2026-09-04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https://www.youtube.com/watch?v=5ElBjw-6F3s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シンクロ率100％だった映画『Michael』の裏側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7,100,380  👍 107,453  ⏱ 0:56  📅 2026-05-18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【残酷】衝撃の妊娠・出産アニメ3選 #shorts #アニメ #紹介 #感想 #an…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ゆっくりアニメ  👁 7,036,163  👍 101,258  ⏱ 0:47  📅 2025-03-01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https://www.youtube.com/watch?v=O2MzSLqlLIs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6,940,736  👍 120,582  ⏱ 1:00  📅 2025-03-15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