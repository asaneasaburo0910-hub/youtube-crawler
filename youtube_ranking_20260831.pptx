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9wtZeVs8bU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HbUl54_z7pA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QC-E3Vh50v4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zKjmrvJdnrE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5SFOoNLdlng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VNH1D459lK0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nPpMou3jno4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36BSSfEkQr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ydmOU6gOi3k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57V50MOYen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RHUauMcYlX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y_fYd3ZwPE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1zpCNefHbC0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4cpyl0ffMJc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B7BxrAAXl94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a8niMJ2Int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2026年08月31日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https://www.youtube.com/watch?v=9wtZeVs8bUQ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【ŹOOĻ記念日2026】『Dance Practice project Choreo³』ダンスパフォーマンス映像公開！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【公式】アイドリッシュセブン 大神万理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57,783  👍 4,050  💬 197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6:50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いいね率7.0%と視聴者の支持が非常に高い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https://www.youtube.com/watch?v=HbUl54_z7pA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「CAPCOM Pro Tour 2026 ワールドウォリアー」日本大会 #3 ゲスト：鈴木ノリアキ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1,077,623  👍 4,656  💬 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4:52:29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https://www.youtube.com/watch?v=QC-E3Vh50v4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GUM&amp;DROP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Hoshimachi Suisei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35,307  👍 2,570  💬 105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いいね率7.3%と視聴者の支持が非常に高い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https://www.youtube.com/watch?v=zKjmrvJdnrE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【激闘】最強セキュリティ刑務所 VS 大泥棒ぼんじゅうる【マイクラ】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511,755  👍 12,318  💬 560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50:23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https://www.youtube.com/watch?v=5SFOoNLdlng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So Honey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King &amp; Prince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46,594  👍 4,152  💬 238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3:07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いいね率8.9%と視聴者の支持が非常に高い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https://www.youtube.com/watch?v=VNH1D459lK0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【4人実況】2ヶ月で2000万本を売り上げた大傑作かくれんぼゲーム『 めっちゃカメレオン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1,164,256  👍 21,000  💬 1,355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1:05:50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100万再生超の大ヒット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https://www.youtube.com/watch?v=nPpMou3jno4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点描の唄  / 戌亥とこ × 甲斐田晴 (cover) 【歌ってみた】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甲斐田 晴 / Kaida Haru【にじさんじ】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220,704  👍 17,936  💬 586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5:06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いいね率8.1%と視聴者の支持が非常に高い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https://www.youtube.com/watch?v=36BSSfEkQr4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【＃ホロぷよテト大会】ホロライブぷよテト大会2026！！！！！！！！！！！！！！【ぷよテト2】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Pekora Ch. 兎田ぺこら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1,780,008  👍 44,438  💬 648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3:13:46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100万再生超の大ヒット　いいね率2.5%と好評価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https://www.youtube.com/watch?v=ydmOU6gOi3k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劇場アニメ「青春ブタ野郎はディアフレンドの夢を見ない」本予告第2弾｜2026年10月16日（金）公開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アニプレックス 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187,133  👍 4,528  💬 221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1:35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KEY TO LIT【Never Fade Love】Arena Tour 2026 NEO CLASSICS…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609,937  👍 26,450  💬 16,749  ⏱ 3:19  📅 公開12時間前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いいね率4.3%と好評価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https://www.youtube.com/watch?v=57V50MOYeno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🔴LIVE: 24 HOURS+ Bluey Episodes in HD! ✨ 💙…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Bluey - Official Channel  👁 30,372,054  👍 74,635  ⏱ 不明  📅 2026-04-02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https://www.youtube.com/watch?v=RHUauMcYlX0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20,509,620  👍 11,574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19,164,891  👍 157,779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El Chavo del 8 EN VIVO 24/7 🔴 Maratón de t…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18,749,641  👍 62,930  ⏱ 不明  📅 2025-12-25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СЕРИАЛ СОЛДАТЫ. ⚡ВСЕ СЕЗОНЫ ПОДРЯД⚡🔴 LIVE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Дембельский альбом  👁 17,416,305  👍 13,240  ⏱ 不明  📅 2025-04-21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https://www.youtube.com/watch?v=1zpCNefHbC0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22,630,614  👍 401,946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20,469,294  👍 362,127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19,837,278  👍 389,588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18,659,877  👍 546,176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16,780,394  👍 238,992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222,858,099  👍 1,229,667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149,847,996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【♪うたアニメ】やさいのうた〈うた：いっちー＆なる〉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91,574,145  👍 39,849  ⏱ 1:36  📅 2021-11-27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50,356,408  👍 201,144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【Lyric Video】結束バンド「ギターと孤独と蒼い惑星」／ TVアニメ「ぼっち…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47,107,496  👍 390,308  ⏱ 3:54  📅 2022-11-06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https://www.youtube.com/watch?v=B7BxrAAXl94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6,951,352  👍 106,109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6,916,453  👍 120,414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4,538,211  👍 24,078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3,555,441  👍 30,689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話題のちいかわ映画、一番の罪人を決めます。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Stardy -河野玄斗の神授業  👁 2,379,586  👍 43,963  ⏱ 10:10  📅 2026-08-04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https://www.youtube.com/watch?v=a8niMJ2Intc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