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8rNve_w6XGw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KjYIC7NGg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NLywx93HWk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euqv9M8Vr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otEgL_cdHd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BxuLYAH-0e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z9wgp-DU0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tUlmFf4Gq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z8d0HxP1k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0WzUWCS6-X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https://www.youtube.com/watch?v=8rNve_w6XGw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Hey! Say! JUMP - ハニカミ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131,324  👍 14,185  💬 1,156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4:20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いいね率10.8%と視聴者の支持が非常に高い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https://www.youtube.com/watch?v=FKjYIC7NGgE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【原神】ガイア、200000原石で全てを手に入れ覚醒。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マグロヘッド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457,837  👍 18,903  💬 1,692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15:09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https://www.youtube.com/watch?v=NLywx93HWkE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 -Dance Practice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986,199  👍 58,516  💬 4,688  📈+54.3%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前日比+54.3%と急拡散中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https://www.youtube.com/watch?v=Teuqv9M8Vr8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【SD ガンダム ジージェネレーション エターナル】1.5周年 ロードマップ発表生配信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ガンダムチャンネル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420,788  👍 4,697  💬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1:20:25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https://www.youtube.com/watch?v=otEgL_cdHdo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稲葉浩志 / RIZAN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252,880  👍 10,890  💬 639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https://www.youtube.com/watch?v=BxuLYAH-0eU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【#にじ遊戯王祭2026】にじさんじ遊戯王マスターデュエル祭2026 Day3：決勝トーナメント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918,553  👍 8,782  💬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5:24:53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https://www.youtube.com/watch?v=cz9wgp-DU0A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Number_i - DIGITAL GIRL (Visualizer)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10,567,928  👍 38,341  💬 2,744  📈+235.9%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2:23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前日比+235.9%の爆発的な伸び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https://www.youtube.com/watch?v=XtUlmFf4Gqc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この回が神回と呼ばれる理由が分かりました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447,686  👍 8,570  💬 841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1:17:50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https://www.youtube.com/watch?v=mz8d0HxP1kM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鴻池紗良 (20代女性)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38,526  👍 229  💬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0:44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'奇跡' SnowMotion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810,395  👍 57,809  💬 2,995  ⏱ 3:55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いいね率7.1%と視聴者の支持が非常に高い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https://www.youtube.com/watch?v=0WzUWCS6-X0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81,961,866  👍 37,246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22,038,716  👍 11,957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19,165,220  👍 157,708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11,810,799  👍 186,874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11,602,334  👍 133,471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23,179,326  👍 409,372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20,477,898  👍 362,016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19,847,366  👍 389,525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17,718,198  👍 247,384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13,475,423  👍 96,448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573,913,942  👍 1,136,848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224,853,874  👍 1,234,342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223,678,750  👍 2,054,578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166,813,677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151,801,918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7,173,597  👍 108,166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6,954,287  👍 120,693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4,299,337  👍 89,166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3,782,263  👍 47,037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3,595,490  👍 30,818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