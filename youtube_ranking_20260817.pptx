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ETlnovAKfIE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FUHHouq7ajw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imcwhtZ_sOU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WNI_mHKfDNM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N5EHBv7ndeM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54eFEhlnIjg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Tg076GY2a-Q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o4VsksxoB-g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oHuD0vPeSK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nRsTHcp3EwI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17J3AXVK5w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RHUauMcYlX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P8QordVAUyU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BQOV3jiST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y_fYd3ZwP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pgRJnPQHei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NXS2QCVxYo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-Hew5XvrwYs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2026年08月17日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https://www.youtube.com/watch?v=ETlnovAKfIE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【エビライ2026 披露曲】超特急 「ガチ夢中！」 at DayDay. SUPER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超特急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130,363  👍 15,444  💬 885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4:15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いいね率11.8%と視聴者の支持が非常に高い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https://www.youtube.com/watch?v=FUHHouq7ajw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【マイクラ】ヒカキン &amp; セイキンでハードコア第２回【兄貴を守るマインクラフト】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HikakinGames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688,428  👍 15,224  💬 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11:18:35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50万再生の注目コンテンツ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https://www.youtube.com/watch?v=imcwhtZ_sOU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ドゥームズデイ新予告編にドゥームが3人いる...?トニー=ドゥーム説前進か...物語冒頭が予告で判明？【スパイダーマン/MCU/アベンジャーズ】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GAOU CINEMATIC STUDIOS【アメコミ映画最新情報紹介チャンネル】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20,961  👍 296  💬 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11:55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https://www.youtube.com/watch?v=WNI_mHKfDNM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HAYATO (ONE N' ONLY) - Yes! 東京 [ONE N’ ONLY HAYATO ver.] -HIGHLIGHT Remix- / HIGHLIGHT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150,589  👍 22,277  💬 1,398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2:18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いいね率14.8%と視聴者の支持が非常に高い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https://www.youtube.com/watch?v=N5EHBv7ndeM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【３D】究極心理戦！？第２回ホロライブ電気椅子ゲーム【#ホロライブ電気椅子ゲーム】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フブキCh。白上フブキ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400,663  👍 25,366  💬 532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1:53:26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いいね率6.3%と視聴者の支持が非常に高い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https://www.youtube.com/watch?v=54eFEhlnIjg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KINGDOM HEARTS IV | D23 2026 Showcase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Pixar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1,543,485  👍 68,272  💬 4,627  📈+12.4%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公開39時間前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前日比+12.4%で着実に成長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https://www.youtube.com/watch?v=Tg076GY2a-Q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TXT (투모로우바이투게더) 'セツナハナビ (Setsuna Hanabi)' Official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578,043  👍 112,472  💬 9,090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3:47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50万再生の注目コンテンツ　いいね率19.5%と視聴者の支持が非常に高い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https://www.youtube.com/watch?v=o4VsksxoB-g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ガチで100万円が貰えるかもしれないエンドラ討伐（本当）【マイクラ】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311,970  👍 10,986  💬 504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41:38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いいね率3.5%と好評価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https://www.youtube.com/watch?v=oHuD0vPeSKM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「アベンジャーズ／ドゥームズデイ」新予告｜12月18日(金)劇場公開｜MARVEL(マーベル)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マーベル公式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1,364,278  👍 15,941  💬 1,574  📈+50.1%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2:11  ·  📅 公開36時間前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前日比+50.1%と急拡散中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【MV】アイドルライフメガパック/iLiFE!【コール動画】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423,369  👍 33,439  💬 2,111  ⏱ 3:57  📅 公開5時間前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10万再生突破の話題作　いいね率7.9%と視聴者の支持が非常に高い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https://www.youtube.com/watch?v=nRsTHcp3EwI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AVENGERS: DOOMSDAY CLOCK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Marvel Entertainment  👁 37,834,907  👍 908,650  ⏱ 不明  📅 2025-12-16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https://www.youtube.com/watch?v=f17J3AXVK5w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🔴LIVE: 24 HOURS+ Bluey Episodes in HD! ✨ 💙…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27,652,438  👍 68,476  ⏱ 不明  📅 2026-04-02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[🔴LIVE]  깔깔티비 💫1박2일💫 화질UP 🔥24시간 무한 스트리밍🔥 ㅣ…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19,801,158  👍 11,302  ⏱ 不明  📅 2025-04-07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いや勝つんかいw　 #おもしろ #エンタメ #ネタ #バズれ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19,164,696  👍 157,834  ⏱ 0:10  📅 2025-08-09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El Chavo del 8 EN VIVO 24/7 🔴 Maratón de t…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17,946,420  👍 60,991  ⏱ 不明  📅 2025-12-25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22,350,028  👍 397,642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20,464,945  👍 362,209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19,826,636  👍 389,561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18,657,026  👍 546,302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頭に丸いのをはめまくった結果【 Layer Man 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タコボンド  👁 17,159,727  👍 35,362  ⏱ 9:11  📅 2023-02-28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https://www.youtube.com/watch?v=pgRJnPQHeiQ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221,702,611  👍 1,226,880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220,180,800  👍 2,038,812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【♪うたアニメ】ことりのうた〈うた：いっちー＆なる〉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68,502,965  👍 35,621  ⏱ 1:35  📅 2019-08-02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https://www.youtube.com/watch?v=WNXS2QCVxYo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56,864,693  👍 183,505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41,862,470  👍 554,960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6,851,333  👍 119,800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6,770,081  👍 103,985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4,399,546  👍 23,424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3,732,845  👍 46,841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最後まで息子に隠した一言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ベベムービー映画レビュー  👁 3,476,857  👍 64,672  ⏱ 2:52  📅 2026-08-11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https://www.youtube.com/watch?v=-Hew5XvrwYs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