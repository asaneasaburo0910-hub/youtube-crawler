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hyperlink" Target="https://www.youtube.com/watch?v=KrgcyR1ySmE" TargetMode="External"/><Relationship Id="rId5"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hyperlink" Target="https://www.youtube.com/watch?v=UrTHLXjlkW4" TargetMode="External"/><Relationship Id="rId5"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hyperlink" Target="https://www.youtube.com/watch?v=-JosdTHJ0o4" TargetMode="External"/><Relationship Id="rId5"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hyperlink" Target="https://www.youtube.com/watch?v=x85yZf6Ev2s" TargetMode="External"/><Relationship Id="rId5" Type="http://schemas.openxmlformats.org/officeDocument/2006/relationships/image" Target="../media/image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png"/><Relationship Id="rId4" Type="http://schemas.openxmlformats.org/officeDocument/2006/relationships/hyperlink" Target="https://www.youtube.com/watch?v=8_YkYpLwWFg" TargetMode="External"/><Relationship Id="rId5" Type="http://schemas.openxmlformats.org/officeDocument/2006/relationships/image" Target="../media/image1.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hyperlink" Target="https://www.youtube.com/watch?v=LN3Ogt_ebOw" TargetMode="External"/><Relationship Id="rId5" Type="http://schemas.openxmlformats.org/officeDocument/2006/relationships/image" Target="../media/image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png"/><Relationship Id="rId4" Type="http://schemas.openxmlformats.org/officeDocument/2006/relationships/hyperlink" Target="https://www.youtube.com/watch?v=V2V9-9VhYJo" TargetMode="External"/><Relationship Id="rId5"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png"/><Relationship Id="rId4" Type="http://schemas.openxmlformats.org/officeDocument/2006/relationships/hyperlink" Target="https://www.youtube.com/watch?v=mG2b55ftKFk" TargetMode="External"/><Relationship Id="rId5" Type="http://schemas.openxmlformats.org/officeDocument/2006/relationships/image" Target="../media/image1.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png"/><Relationship Id="rId4" Type="http://schemas.openxmlformats.org/officeDocument/2006/relationships/hyperlink" Target="https://www.youtube.com/watch?v=rq_RGc_5UA8" TargetMode="External"/><Relationship Id="rId5" Type="http://schemas.openxmlformats.org/officeDocument/2006/relationships/image" Target="../media/image1.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png"/><Relationship Id="rId4" Type="http://schemas.openxmlformats.org/officeDocument/2006/relationships/hyperlink" Target="https://www.youtube.com/watch?v=F8YyP5wtvVw" TargetMode="External"/><Relationship Id="rId5" Type="http://schemas.openxmlformats.org/officeDocument/2006/relationships/image" Target="../media/image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www.youtube.com/watch?v=82O6yOy_XwE" TargetMode="External"/><Relationship Id="rId4" Type="http://schemas.openxmlformats.org/officeDocument/2006/relationships/image" Target="../media/image23.png"/><Relationship Id="rId5" Type="http://schemas.openxmlformats.org/officeDocument/2006/relationships/image" Target="../media/image24.jpg"/><Relationship Id="rId6" Type="http://schemas.openxmlformats.org/officeDocument/2006/relationships/hyperlink" Target="https://www.youtube.com/watch?v=crwxJBQKWj4" TargetMode="External"/><Relationship Id="rId7" Type="http://schemas.openxmlformats.org/officeDocument/2006/relationships/image" Target="../media/image25.png"/><Relationship Id="rId8" Type="http://schemas.openxmlformats.org/officeDocument/2006/relationships/image" Target="../media/image26.jpg"/><Relationship Id="rId9" Type="http://schemas.openxmlformats.org/officeDocument/2006/relationships/hyperlink" Target="https://www.youtube.com/watch?v=f17J3AXVK5w" TargetMode="External"/><Relationship Id="rId10" Type="http://schemas.openxmlformats.org/officeDocument/2006/relationships/image" Target="../media/image27.png"/><Relationship Id="rId11" Type="http://schemas.openxmlformats.org/officeDocument/2006/relationships/image" Target="../media/image28.jpg"/><Relationship Id="rId12" Type="http://schemas.openxmlformats.org/officeDocument/2006/relationships/hyperlink" Target="https://www.youtube.com/watch?v=1zpCNefHbC0" TargetMode="External"/><Relationship Id="rId13" Type="http://schemas.openxmlformats.org/officeDocument/2006/relationships/image" Target="../media/image29.png"/><Relationship Id="rId14" Type="http://schemas.openxmlformats.org/officeDocument/2006/relationships/image" Target="../media/image30.jpg"/><Relationship Id="rId15" Type="http://schemas.openxmlformats.org/officeDocument/2006/relationships/hyperlink" Target="https://www.youtube.com/watch?v=fBQOV3jiST0" TargetMode="External"/><Relationship Id="rId1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hyperlink" Target="https://www.youtube.com/watch?v=0cjKg-Z3xak" TargetMode="External"/><Relationship Id="rId4" Type="http://schemas.openxmlformats.org/officeDocument/2006/relationships/image" Target="../media/image33.png"/><Relationship Id="rId5" Type="http://schemas.openxmlformats.org/officeDocument/2006/relationships/image" Target="../media/image34.jpg"/><Relationship Id="rId6" Type="http://schemas.openxmlformats.org/officeDocument/2006/relationships/hyperlink" Target="https://www.youtube.com/watch?v=mhCy0IgobIw" TargetMode="External"/><Relationship Id="rId7" Type="http://schemas.openxmlformats.org/officeDocument/2006/relationships/image" Target="../media/image35.png"/><Relationship Id="rId8" Type="http://schemas.openxmlformats.org/officeDocument/2006/relationships/image" Target="../media/image36.jpg"/><Relationship Id="rId9" Type="http://schemas.openxmlformats.org/officeDocument/2006/relationships/hyperlink" Target="https://www.youtube.com/watch?v=ffE0CxNxrII" TargetMode="External"/><Relationship Id="rId10" Type="http://schemas.openxmlformats.org/officeDocument/2006/relationships/image" Target="../media/image37.png"/><Relationship Id="rId11" Type="http://schemas.openxmlformats.org/officeDocument/2006/relationships/image" Target="../media/image38.jpg"/><Relationship Id="rId12" Type="http://schemas.openxmlformats.org/officeDocument/2006/relationships/hyperlink" Target="https://www.youtube.com/watch?v=Snd181QDquI" TargetMode="External"/><Relationship Id="rId13" Type="http://schemas.openxmlformats.org/officeDocument/2006/relationships/image" Target="../media/image39.png"/><Relationship Id="rId14" Type="http://schemas.openxmlformats.org/officeDocument/2006/relationships/image" Target="../media/image40.jpg"/><Relationship Id="rId15" Type="http://schemas.openxmlformats.org/officeDocument/2006/relationships/hyperlink" Target="https://www.youtube.com/watch?v=1JT-CjiNVok" TargetMode="External"/><Relationship Id="rId16"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hyperlink" Target="https://www.youtube.com/watch?v=OIBODIPC_8Y" TargetMode="External"/><Relationship Id="rId4" Type="http://schemas.openxmlformats.org/officeDocument/2006/relationships/image" Target="../media/image43.png"/><Relationship Id="rId5" Type="http://schemas.openxmlformats.org/officeDocument/2006/relationships/image" Target="../media/image44.jpg"/><Relationship Id="rId6" Type="http://schemas.openxmlformats.org/officeDocument/2006/relationships/hyperlink" Target="https://www.youtube.com/watch?v=WPl10ZrhCtk" TargetMode="External"/><Relationship Id="rId7" Type="http://schemas.openxmlformats.org/officeDocument/2006/relationships/image" Target="../media/image45.png"/><Relationship Id="rId8" Type="http://schemas.openxmlformats.org/officeDocument/2006/relationships/image" Target="../media/image46.jpg"/><Relationship Id="rId9" Type="http://schemas.openxmlformats.org/officeDocument/2006/relationships/hyperlink" Target="https://www.youtube.com/watch?v=5yb2N3pnztU" TargetMode="External"/><Relationship Id="rId10" Type="http://schemas.openxmlformats.org/officeDocument/2006/relationships/image" Target="../media/image47.png"/><Relationship Id="rId11" Type="http://schemas.openxmlformats.org/officeDocument/2006/relationships/image" Target="../media/image48.jpg"/><Relationship Id="rId12" Type="http://schemas.openxmlformats.org/officeDocument/2006/relationships/hyperlink" Target="https://www.youtube.com/watch?v=Z8xvh9B1JZk" TargetMode="External"/><Relationship Id="rId13" Type="http://schemas.openxmlformats.org/officeDocument/2006/relationships/image" Target="../media/image49.png"/><Relationship Id="rId14" Type="http://schemas.openxmlformats.org/officeDocument/2006/relationships/image" Target="../media/image50.jpg"/><Relationship Id="rId15" Type="http://schemas.openxmlformats.org/officeDocument/2006/relationships/hyperlink" Target="https://www.youtube.com/watch?v=210R0ozmLwg" TargetMode="External"/><Relationship Id="rId16"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hyperlink" Target="https://www.youtube.com/watch?v=lyZZdUUM_GM" TargetMode="External"/><Relationship Id="rId4" Type="http://schemas.openxmlformats.org/officeDocument/2006/relationships/image" Target="../media/image53.png"/><Relationship Id="rId5" Type="http://schemas.openxmlformats.org/officeDocument/2006/relationships/image" Target="../media/image54.jpg"/><Relationship Id="rId6" Type="http://schemas.openxmlformats.org/officeDocument/2006/relationships/hyperlink" Target="https://www.youtube.com/watch?v=2a1YM7MCXng" TargetMode="External"/><Relationship Id="rId7" Type="http://schemas.openxmlformats.org/officeDocument/2006/relationships/image" Target="../media/image55.png"/><Relationship Id="rId8" Type="http://schemas.openxmlformats.org/officeDocument/2006/relationships/image" Target="../media/image56.jpg"/><Relationship Id="rId9" Type="http://schemas.openxmlformats.org/officeDocument/2006/relationships/hyperlink" Target="https://www.youtube.com/watch?v=mEAhcCWMAa4" TargetMode="External"/><Relationship Id="rId10" Type="http://schemas.openxmlformats.org/officeDocument/2006/relationships/image" Target="../media/image57.png"/><Relationship Id="rId11" Type="http://schemas.openxmlformats.org/officeDocument/2006/relationships/image" Target="../media/image58.jpg"/><Relationship Id="rId12" Type="http://schemas.openxmlformats.org/officeDocument/2006/relationships/hyperlink" Target="https://www.youtube.com/watch?v=YmRxFhtYydY" TargetMode="External"/><Relationship Id="rId13" Type="http://schemas.openxmlformats.org/officeDocument/2006/relationships/image" Target="../media/image59.png"/><Relationship Id="rId14" Type="http://schemas.openxmlformats.org/officeDocument/2006/relationships/image" Target="../media/image60.jpg"/><Relationship Id="rId15" Type="http://schemas.openxmlformats.org/officeDocument/2006/relationships/hyperlink" Target="https://www.youtube.com/watch?v=OhHzzl4Z6qU" TargetMode="External"/><Relationship Id="rId16" Type="http://schemas.openxmlformats.org/officeDocument/2006/relationships/image" Target="../media/image6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5943600" cy="128016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901952"/>
            <a:ext cx="5669280" cy="914400"/>
          </a:xfrm>
          <a:prstGeom prst="rect">
            <a:avLst/>
          </a:prstGeom>
          <a:noFill/>
        </p:spPr>
        <p:txBody>
          <a:bodyPr wrap="none">
            <a:spAutoFit/>
          </a:bodyPr>
          <a:lstStyle/>
          <a:p>
            <a:pPr algn="ctr"/>
            <a:r>
              <a:rPr sz="2800" b="1">
                <a:solidFill>
                  <a:srgbClr val="FFFFFF"/>
                </a:solidFill>
                <a:latin typeface="Arial Black"/>
              </a:rPr>
              <a:t>▶  YouTube トレンド ランキング</a:t>
            </a:r>
          </a:p>
        </p:txBody>
      </p:sp>
      <p:sp>
        <p:nvSpPr>
          <p:cNvPr id="5" name="TextBox 4"/>
          <p:cNvSpPr txBox="1"/>
          <p:nvPr/>
        </p:nvSpPr>
        <p:spPr>
          <a:xfrm>
            <a:off x="274320" y="3246120"/>
            <a:ext cx="5669280" cy="548640"/>
          </a:xfrm>
          <a:prstGeom prst="rect">
            <a:avLst/>
          </a:prstGeom>
          <a:noFill/>
        </p:spPr>
        <p:txBody>
          <a:bodyPr wrap="none">
            <a:spAutoFit/>
          </a:bodyPr>
          <a:lstStyle/>
          <a:p>
            <a:pPr algn="ctr"/>
            <a:r>
              <a:rPr sz="1400" b="0">
                <a:solidFill>
                  <a:srgbClr val="AAAAAA"/>
                </a:solidFill>
                <a:latin typeface="Arial"/>
              </a:rPr>
              <a:t>2026年10月27日  ·  急上昇 TOP 10 発表</a:t>
            </a:r>
          </a:p>
        </p:txBody>
      </p:sp>
      <p:pic>
        <p:nvPicPr>
          <p:cNvPr id="6" name="Picture 5" descr="ezgif_com-animated-gif-maker.gif"/>
          <p:cNvPicPr>
            <a:picLocks noChangeAspect="1"/>
          </p:cNvPicPr>
          <p:nvPr/>
        </p:nvPicPr>
        <p:blipFill>
          <a:blip r:embed="rId2"/>
          <a:stretch>
            <a:fillRect/>
          </a:stretch>
        </p:blipFill>
        <p:spPr>
          <a:xfrm>
            <a:off x="6035040" y="45720"/>
            <a:ext cx="3017520" cy="50520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#10</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https://www.youtube.com/watch?v=KrgcyR1ySmE</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SixTONES –「HANDS UP」from LIVE DVD/BD「MILESixTONES」(2026.3.26 YOKOHAMA ARENA)</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SixTONES</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354,079  👍 30,621  💬 2,041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2:36  ·  📅 公開9時間前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公開9時間で急上昇入り！　10万再生突破の話題作　いいね率8.6%と視聴者の支持が非常に高い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#9</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https://www.youtube.com/watch?v=UrTHLXjlkW4</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らっだぁのミスで完全に孤独にされた緑君がとった行動が哀しすぎる【BigWalk】</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らっだぁ</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320,360  👍 9,266  💬 276</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49:46  ·  📅 公開13時間前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公開13時間で急上昇入り！　10万再生突破の話題作　いいね率2.9%と好評価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#8</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https://www.youtube.com/watch?v=-JosdTHJ0o4</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映画『人生を変えたコント』本予告　12月18日（金）公開</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ギャガ公式チャンネル</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5,818  👍 464  💬 29</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1:00  ·  📅 公開-5時間前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公開-5時間で急上昇入り！　急上昇中の新興コンテンツ　いいね率8.0%と視聴者の支持が非常に高い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#7</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https://www.youtube.com/watch?v=x85yZf6Ev2s</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JO1 | 'IGNITE' Official MV</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JO1</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569,776  👍 21,381  💬 4,980</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3:35  ·  📅 公開10時間前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公開10時間で急上昇入り！　50万再生の注目コンテンツ　いいね率3.8%と好評価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#6</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https://www.youtube.com/watch?v=8_YkYpLwWFg</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【スト６】全32キャラの背景や設定などを解説してくれるどぐらに爆笑や驚愕が止まらない八雲べにｗｗ【八雲べに/どぐら/ぶいすぽ】</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ぶいすぽ倉庫</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255,135  👍 1,984  💬 56</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50:06  ·  📅 公開4時間前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公開4時間で急上昇入り！　10万再生突破の話題作</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#5</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https://www.youtube.com/watch?v=LN3Ogt_ebOw</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【予告②】映画「SUKIYAKI 上を向いて歩こう」＜12月25日(金)公開＞</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東宝MOVIEチャンネル</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83,983  👍 653  💬 31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1:31  ·  📅 公開10時間前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公開10時間で急上昇入り！　急上昇中の新興コンテンツ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#4</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https://www.youtube.com/watch?v=V2V9-9VhYJo</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ILLIT (아일릿) '체포하겠어 (You’re Under Arrest)’ Official MV</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HYBE LABELS</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5,662,243  👍 335,073  💬 20,974</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3:10  ·  📅 公開13時間前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公開13時間で急上昇入り！　500万再生超の超バズ動画　いいね率5.9%と視聴者の支持が非常に高い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D7F32"/>
                </a:solidFill>
                <a:latin typeface="Arial Black"/>
              </a:rPr>
              <a:t>#3</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https://www.youtube.com/watch?v=mG2b55ftKFk</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【対決】ぼんじゅうるが脱出するまでにエンドラ討伐できるのか！？【マイクラ】</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ドズル社</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D7F32"/>
                </a:solidFill>
                <a:latin typeface="Arial"/>
              </a:rPr>
              <a:t>👁 443,197  👍 10,593  💬 517</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46:27  ·  📅 公開13時間前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公開13時間で急上昇入り！　10万再生突破の話題作　いいね率2.4%と好評価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0C0C0"/>
                </a:solidFill>
                <a:latin typeface="Arial Black"/>
              </a:rPr>
              <a:t>#2</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https://www.youtube.com/watch?v=rq_RGc_5UA8</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『僕の狂ったフェミ彼女』予告編 - Netflix</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Netflix Japan</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0C0C0"/>
                </a:solidFill>
                <a:latin typeface="Arial"/>
              </a:rPr>
              <a:t>👁 166,794  👍 735  💬 116</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1:40  ·  📅 公開0時間前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公開0時間で急上昇入り！　10万再生突破の話題作</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0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9728"/>
            <a:ext cx="9144000" cy="868680"/>
          </a:xfrm>
          <a:prstGeom prst="rect">
            <a:avLst/>
          </a:prstGeom>
          <a:noFill/>
        </p:spPr>
        <p:txBody>
          <a:bodyPr wrap="none">
            <a:spAutoFit/>
          </a:bodyPr>
          <a:lstStyle/>
          <a:p>
            <a:pPr algn="ctr"/>
            <a:r>
              <a:rPr sz="3600" b="1">
                <a:solidFill>
                  <a:srgbClr val="FFD700"/>
                </a:solidFill>
                <a:latin typeface="Arial Black"/>
              </a:rPr>
              <a:t>🏆  NO. 1  🏆</a:t>
            </a:r>
          </a:p>
        </p:txBody>
      </p:sp>
      <p:pic>
        <p:nvPicPr>
          <p:cNvPr id="6" name="Picture 5" descr="image.jpg"/>
          <p:cNvPicPr>
            <a:picLocks noChangeAspect="1"/>
          </p:cNvPicPr>
          <p:nvPr/>
        </p:nvPicPr>
        <p:blipFill>
          <a:blip r:embed="rId2"/>
          <a:stretch>
            <a:fillRect/>
          </a:stretch>
        </p:blipFill>
        <p:spPr>
          <a:xfrm>
            <a:off x="2286000" y="1024128"/>
            <a:ext cx="4572000" cy="2569464"/>
          </a:xfrm>
          <a:prstGeom prst="rect">
            <a:avLst/>
          </a:prstGeom>
        </p:spPr>
      </p:pic>
      <p:pic>
        <p:nvPicPr>
          <p:cNvPr id="7" name="Picture 6" descr="image.png"/>
          <p:cNvPicPr>
            <a:picLocks noChangeAspect="1"/>
          </p:cNvPicPr>
          <p:nvPr/>
        </p:nvPicPr>
        <p:blipFill>
          <a:blip r:embed="rId3"/>
          <a:stretch>
            <a:fillRect/>
          </a:stretch>
        </p:blipFill>
        <p:spPr>
          <a:xfrm>
            <a:off x="91440" y="3639312"/>
            <a:ext cx="1005840" cy="1005840"/>
          </a:xfrm>
          <a:prstGeom prst="rect">
            <a:avLst/>
          </a:prstGeom>
        </p:spPr>
      </p:pic>
      <p:sp>
        <p:nvSpPr>
          <p:cNvPr id="8" name="TextBox 7"/>
          <p:cNvSpPr txBox="1"/>
          <p:nvPr/>
        </p:nvSpPr>
        <p:spPr>
          <a:xfrm>
            <a:off x="274320" y="3657600"/>
            <a:ext cx="7406640" cy="457200"/>
          </a:xfrm>
          <a:prstGeom prst="rect">
            <a:avLst/>
          </a:prstGeom>
          <a:noFill/>
        </p:spPr>
        <p:txBody>
          <a:bodyPr wrap="square">
            <a:spAutoFit/>
          </a:bodyPr>
          <a:lstStyle/>
          <a:p>
            <a:pPr algn="ctr"/>
            <a:r>
              <a:rPr sz="1400" b="1" u="sng">
                <a:solidFill>
                  <a:srgbClr val="FFFFFF"/>
                </a:solidFill>
                <a:latin typeface="Arial"/>
                <a:hlinkClick r:id="rId4"/>
              </a:rPr>
              <a:t>M!LK - ザッツ！超常 (Dance Performance Movie)</a:t>
            </a:r>
          </a:p>
        </p:txBody>
      </p:sp>
      <p:sp>
        <p:nvSpPr>
          <p:cNvPr id="9" name="TextBox 8"/>
          <p:cNvSpPr txBox="1"/>
          <p:nvPr/>
        </p:nvSpPr>
        <p:spPr>
          <a:xfrm>
            <a:off x="274320" y="4160520"/>
            <a:ext cx="7406640" cy="292608"/>
          </a:xfrm>
          <a:prstGeom prst="rect">
            <a:avLst/>
          </a:prstGeom>
          <a:noFill/>
        </p:spPr>
        <p:txBody>
          <a:bodyPr wrap="none">
            <a:spAutoFit/>
          </a:bodyPr>
          <a:lstStyle/>
          <a:p>
            <a:pPr algn="ctr"/>
            <a:r>
              <a:rPr sz="1100" b="0">
                <a:solidFill>
                  <a:srgbClr val="FFD700"/>
                </a:solidFill>
                <a:latin typeface="Arial"/>
              </a:rPr>
              <a:t>👁 4,233,226  👍 110,473  💬 14,077  ⏱ 3:28  📅 公開10時間前</a:t>
            </a:r>
          </a:p>
        </p:txBody>
      </p:sp>
      <p:sp>
        <p:nvSpPr>
          <p:cNvPr id="10" name="TextBox 9"/>
          <p:cNvSpPr txBox="1"/>
          <p:nvPr/>
        </p:nvSpPr>
        <p:spPr>
          <a:xfrm>
            <a:off x="274320" y="4498848"/>
            <a:ext cx="7406640" cy="292608"/>
          </a:xfrm>
          <a:prstGeom prst="rect">
            <a:avLst/>
          </a:prstGeom>
          <a:noFill/>
        </p:spPr>
        <p:txBody>
          <a:bodyPr wrap="square">
            <a:spAutoFit/>
          </a:bodyPr>
          <a:lstStyle/>
          <a:p>
            <a:pPr algn="ctr"/>
            <a:r>
              <a:rPr sz="1000" b="0">
                <a:solidFill>
                  <a:srgbClr val="4EC9B0"/>
                </a:solidFill>
                <a:latin typeface="Arial"/>
              </a:rPr>
              <a:t>💡 公開10時間で急上昇入り！　100万再生超の大ヒット　いいね率2.6%と好評価</a:t>
            </a:r>
          </a:p>
        </p:txBody>
      </p:sp>
      <p:sp>
        <p:nvSpPr>
          <p:cNvPr id="11" name="TextBox 10"/>
          <p:cNvSpPr txBox="1"/>
          <p:nvPr/>
        </p:nvSpPr>
        <p:spPr>
          <a:xfrm>
            <a:off x="274320" y="4828032"/>
            <a:ext cx="7406640" cy="228600"/>
          </a:xfrm>
          <a:prstGeom prst="rect">
            <a:avLst/>
          </a:prstGeom>
          <a:noFill/>
        </p:spPr>
        <p:txBody>
          <a:bodyPr wrap="none">
            <a:spAutoFit/>
          </a:bodyPr>
          <a:lstStyle/>
          <a:p>
            <a:pPr algn="ctr"/>
            <a:r>
              <a:rPr sz="700" b="0">
                <a:solidFill>
                  <a:srgbClr val="AAAAAA"/>
                </a:solidFill>
                <a:latin typeface="Arial"/>
              </a:rPr>
              <a:t>https://www.youtube.com/watch?v=F8YyP5wtvVw</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エンタメ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Star TV - Canlı Yayın (Full HD)</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STAR TV  👁 190,632,670  👍 400,231  ⏱ 不明  📅 2023-08-10</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https://www.youtube.com/watch?v=82O6yOy_XwE</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Yaprak Dökümü Canlı Yayın</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Yaprak Dökümü  👁 89,250,522  👍 38,664  ⏱ 不明  📅 2025-02-24</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https://www.youtube.com/watch?v=crwxJBQKWj4</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AVENGERS: DOOMSDAY CLOCK</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Marvel Entertainment  👁 60,662,148  👍 1,147,711  ⏱ 不明  📅 2025-12-16</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https://www.youtube.com/watch?v=f17J3AXVK5w</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СЕРИАЛ СОЛДАТЫ. ⚡ВСЕ СЕЗОНЫ ПОДРЯД⚡🔴 LIVE …</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Дембельский альбом  👁 20,274,730  👍 14,624  ⏱ 不明  📅 2025-04-21</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https://www.youtube.com/watch?v=1zpCNefHbC0</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いや勝つんかいw　 #おもしろ #エンタメ #ネタ #バズれ #shorts</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やっさん2  👁 19,165,567  👍 157,597  ⏱ 0:10  📅 2025-08-09</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https://www.youtube.com/watch?v=fBQOV3jiST0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ゲーム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見たことの無い落ち方をする配信者#葉 #ゲーム実況 #切り抜き #onlyup</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葉ちゅべ  👁 23,821,587  👍 418,206  ⏱ 0:38  📅 2023-07-07</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https://www.youtube.com/watch?v=0cjKg-Z3xak</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感動のダブルスイカ‼️ #スイカゲーム #ゲーム実況 #サワヤンゲームズ</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にこみチャンネル  👁 20,486,102  👍 361,852  ⏱ 0:59  📅 2023-12-22</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https://www.youtube.com/watch?v=mhCy0IgobIw</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息子の扱いが酷すぎる男。#ゲーム実況 #shorts</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ぱんお。  👁 20,117,931  👍 275,488  ⏱ 0:58  📅 2026-03-12</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https://www.youtube.com/watch?v=ffE0CxNxrII</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月のクレーターをトイレにする男🌙 #ゲーム実況 #shorts</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ぱんお。  👁 16,873,368  👍 223,943  ⏱ 1:04  📅 2026-06-10</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https://www.youtube.com/watch?v=Snd181QDquI</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デビルレベルpart9 #switch2 #ゲーム実況 #shorts</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おバカなぐりげん  👁 16,616,927  👍 194,619  ⏱ 1:02  📅 2025-08-18</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https://www.youtube.com/watch?v=1JT-CjiNVok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アニメ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YOASOBI「勇者」 Official Music Video／TVアニメ『葬送の…</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YOASOBI  👁 227,684,177  👍 1,241,629  ⏱ 3:24  📅 2023-09-29</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https://www.youtube.com/watch?v=OIBODIPC_8Y</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ヒグチアイ / 悪魔の子 (アニメスペシャルVer.) | Ai Higuchi “…</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ヒグチアイ  👁 226,911,524  👍 2,069,065  ⏱ 3:50  📅 2022-01-24</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https://www.youtube.com/watch?v=WPl10ZrhCtk</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TVアニメ『呪術廻戦』第2期「渋谷事変」ノンクレジットOPムービー／OPテーマ：Ki…</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TOHO animation チャンネル  👁 169,501,676  👍 0  ⏱ 1:31  📅 2023-09-01</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https://www.youtube.com/watch?v=5yb2N3pnztU</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ピンポン玉チャレンジLv100【アニメ】</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ゆずざくろ  👁 139,196,571  👍 457,983  ⏱ 0:22  📅 2026-06-08</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https://www.youtube.com/watch?v=Z8xvh9B1JZk</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TVアニメ「マッシュル-MASHLE-」第2期ノンクレジットOPムービー｜Creep…</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アニプレックス チャンネル  👁 134,828,470  👍 1,360,550  ⏱ 1:31  📅 2024-01-07</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https://www.youtube.com/watch?v=210R0ozmLwg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映画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シンクロ率100％だった映画『Michael』の裏側</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フィルムチェーン  👁 7,280,353  👍 109,108  ⏱ 0:56  📅 2026-05-18</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https://www.youtube.com/watch?v=lyZZdUUM_GM</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歌舞伎町タワーの日本一高い映画館「109シネマズプレミアム新宿」を正直レビュー！</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正直レビュー 🍰🍛  👁 6,992,269  👍 120,897  ⏱ 1:00  📅 2025-03-15</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https://www.youtube.com/watch?v=2a1YM7MCXng</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トイストーリー5面白くなかった。1と2が最高すぎたから見ない方がよかったと後悔してま…</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かえぽん  👁 4,695,710  👍 24,833  ⏱ 0:12  📅 2026-07-09</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https://www.youtube.com/watch?v=mEAhcCWMAa4</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ただの不倫じゃない…。難解だけど超名作と評判の愛と社会の“正しさ”を問う感動作</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映画ドラマ二アック  👁 4,214,135  👍 8,523  ⏱ 20:56  📅 2026-08-27</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https://www.youtube.com/watch?v=YmRxFhtYydY</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市川團十郎が語る映画「国宝」の率直な感想と歌舞伎への想い</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KABUKU. / 市川團十郎。  👁 3,811,065  👍 47,123  ⏱ 17:48  📅 2025-07-12</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https://www.youtube.com/watch?v=OhHzzl4Z6qU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