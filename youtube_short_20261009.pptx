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本日公開❗『バイオハザード』＜15秒予告＞映画館で大ヒット上映中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277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Eric.B.Jr - Hustler feat. X 1ark &amp; HIBIK…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03-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5,484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【ドラゴンボールZ ドッカンバトル】 ドッカンバトルニュース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Bandai Namco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19万回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特報「フェス・ゴジラⅡ 東京消失」/　Teaser Trailer: "Fest…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Godzilla Channel ゴジラ（東宝特撮）チャンネル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6万回　👍 3,293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ずっと真夜中でいいのに。『あかねさす頃』MV (ZUTOMAYO - akane…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ずっと真夜中でいいのに。 ZUTOMAYO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35万回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