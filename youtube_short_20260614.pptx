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2026年06月14日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LE SSERAFIM (르세라핌) x ILLIT (아일릿) x KATSE…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HYBE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226万回　👍 23万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【貴重映像】FPSの天才Depがスプラ初プレイしたら初日からとんでもないプレイが…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GON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7万回　👍 2,138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Snow Man 'Ready Go Round' Live Performan…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Snow 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44万回　👍 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ドズル社 VS 超巨大ビンゴ！！【マイクラ】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36万回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【歌ってみた】おしゃかしゃま/星導ショウ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星導ショウ / Hoshirube Sho【にじさんじ】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30万回　👍 4万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