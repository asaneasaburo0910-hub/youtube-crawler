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drz6XqjEvB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VI7ig49KOO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qb9FrRbAC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Nivza5zh0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CarMVvV5o3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Op7mNTN03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H076ELEUZ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6jpYnYyYT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EHK82NBwp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ihvuwqlGHX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ffE0CxNxrII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kWxVkRGq_u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lEAsyaV7ltQ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l75_uEo7ZL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KyIyTf--qOw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1oMxrHXzOs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7Nl90JOPHc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2026年07月10日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https://www.youtube.com/watch?v=drz6XqjEvBY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 – Magic【LIVE from “FJORD”】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634,995  👍 32,427  💬 1,230  📈+38.8%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5:04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前日比+38.8%で着実に成長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https://www.youtube.com/watch?v=VI7ig49KOOI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体を塗ってあらゆる場所に擬態するかくれんぼ、隠れる側も見つける側も難しすぎた【めっちゃカメレオン】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297,736  👍 13,213  💬 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28:53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いいね率4.4%と好評価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https://www.youtube.com/watch?v=cqb9FrRbACk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『スパイダーマン：ブランド・ニュー・デイ』日本語吹替版予告　7月31日（金）＜新章開幕＞ #BrandNew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104,403  👍 1,501  💬 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https://www.youtube.com/watch?v=LNivza5zh0Q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【MV】CANDY TUNE『スペシャル感謝祭』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117,237  👍 7,785  💬 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いいね率6.6%と視聴者の支持が非常に高い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https://www.youtube.com/watch?v=CarMVvV5o3k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1時間で集めろ！激レア選手権【2026】【マイクラ】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330,333  👍 9,700  💬 360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1:07:25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https://www.youtube.com/watch?v=iOp7mNTN03k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「仮面ライダーカブト20th」天道総司は行方知れず… ZECTが新たなライダーシステム開発『仮面ライダーカブト20th　天を継ぐもの』本予告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97,349  👍 4,179  💬 729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いいね率4.3%と好評価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https://www.youtube.com/watch?v=lH076ELEUZ4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サンダーボルト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Yuuri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39,547  👍 1,923  💬 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https://www.youtube.com/watch?v=U6jpYnYyYTE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1 Playoffs at EWC | Group Stage - Day 3 |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656,637  👍 0  💬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9:19:01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https://www.youtube.com/watch?v=zEHK82NBwp0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『ゴジラ-0.0』特報＜11月3日(火・祝)公開＞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762,329  👍 22,185  💬 1,726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YEONJUN (연준) 'Ice Cream' Official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177,280  👍 73,207  💬 7,403  ⏱ 2:43  📅 公開-6時間前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10万再生突破の話題作　いいね率41.3%と視聴者の支持が非常に高い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https://www.youtube.com/watch?v=ihvuwqlGHXs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19,156,014  👍 157,936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15,783,211  👍 55,077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14,609,846  👍 41,724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14,100,585  👍 22,222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11,741,725  👍 186,048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息子の扱いが酷すぎる男。#ゲーム実況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12,611,495  👍 185,536  ⏱ 0:58  📅 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ホラゲーに舐められている配信者www#葉 #ゲーム実況 #theclassroom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9,155,933  👍 246,500  ⏱ 0:57  📅 2024-06-15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【初ロブロックス実況】顔から逃げるゲームを兄弟でプレイしたらヤバすぎたw【ROBLO…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7,494,169  👍 50,850  ⏱ 46:04  📅 2024-08-18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https://www.youtube.com/watch?v=lEAsyaV7ltQ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【制御不能の言葉】汚言症のゲーム実況者に1日密着してみた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日本財団  👁 7,339,578  👍 86,741  ⏱ 21:40  📅 2024-03-20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https://www.youtube.com/watch?v=l75_uEo7ZL0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お腹空いたからマスク食べちゃったwww【女性ゲーム実況者】【たまちゃん】 #shor…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TAMAchan  👁 6,665,691  👍 144,389  ⏱ 0:29  📅 2023-05-30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https://www.youtube.com/watch?v=KyIyTf--qOw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731,019,559  👍 3,368,701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160,530,832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145,828,746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106,537,611  👍 0  ⏱ 4:17  📅 2017-12-18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スーパーマーシャが助けにやってくる！ @MashaBearJAPAN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77,233,665  👍 366,066  ⏱ 0:15  📅 2023-10-06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https://www.youtube.com/watch?v=S7Nl90JOPHc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7,377,217  👍 106,499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6,825,169  👍 119,645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5,896,652  👍 92,832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3,703,617  👍 46,635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3,445,369  👍 30,278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