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BCCSTNZsR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y11-RGdFvI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pIw7rSLRq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gCkznd2Gvp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yGnjx6PPMZ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6Zu_y22carU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Sp4xl7wtqt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wHrtb56w-W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tMdcFrpWq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dznAT137Q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https://www.youtube.com/watch?v=HBCCSTNZsRU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マカロニえんぴつ - 運命さがし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246,565  👍 5,278  💬 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4:20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https://www.youtube.com/watch?v=y11-RGdFvI8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Fate/Grand Order カルデア放送局 ライト版 ～くたばれ！ パンプキンファーム･スローター～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【公式】Fate/Grand Order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632,472  👍 7,826  💬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1:12:35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https://www.youtube.com/watch?v=JpIw7rSLRqc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13,355,300  👍 161,288  💬 23,524  📈+26.1%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500万再生超の超バズ動画　前日比+26.1%で着実に成長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https://www.youtube.com/watch?v=gCkznd2GvpU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#13 今日は黒服をやるそうです  | #SURGETown【にじさんじ/叶】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Kanae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691,662  👍 0  💬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6:04:39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https://www.youtube.com/watch?v=yGnjx6PPMZw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「Stargaze」from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469,268  👍 34,548  💬 1,849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https://www.youtube.com/watch?v=6Zu_y22carU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カプコンスポットライト｜TGS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483,555  👍 5,623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45:43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https://www.youtube.com/watch?v=Sp4xl7wtqtc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櫻坂46 『愛MUST BE』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櫻坂46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523,779  👍 27,112  💬 6,376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いいね率5.2%と視聴者の支持が非常に高い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https://www.youtube.com/watch?v=wHrtb56w-Wc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去年大流行した「とんでもなくイライラする」理不尽ゲーム『 利用規約に同意したい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1,133,431  👍 23,151  💬 1,961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2:46:05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https://www.youtube.com/watch?v=stMdcFrpWqE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『余命一年、男をかう』 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1,008,094  👍 2,802  💬 187  📈+1002.5%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2:04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100万再生超の大ヒット　前日比+1002.5%の爆発的な伸び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「Emotion」Official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473,234  👍 37,556  💬 7,770  ⏱ 3:52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いいね率7.9%と視聴者の支持が非常に高い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https://www.youtube.com/watch?v=tdznAT137QI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179,968,391  👍 389,816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21,582,248  👍 11,857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19,731,543  👍 65,009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19,165,102  👍 157,733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11,802,655  👍 186,814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23,007,158  👍 407,018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20,475,419  👍 362,092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17,565,209  👍 246,368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16,612,465  👍 194,846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15,535,350  👍 143,778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224,210,394  👍 1,232,856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222,937,698  👍 2,051,632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166,211,872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151,200,613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58,158,205  👍 184,438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7,385,744  👍 106,427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7,144,480  👍 107,873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6,946,795  👍 120,641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4,299,274  👍 89,187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3,772,275  👍 46,999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