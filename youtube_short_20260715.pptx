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「ダウンタイム」ティザー予告編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898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Brand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217万回　👍 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本番でより解像度があがったテニプリ話で盛り上がるひなーのとイブラヒム、かみと・ス…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ぶいすぽ倉庫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14万回　👍 2,024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『踊る大捜査線 N.E.W. メトロポリスを駆け抜けろ！』本予告【9月18日(金…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67万回　👍 9,344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SHUNTO (BE:FIRST) / Want it -Special Dan…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23万回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