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HDGCTtuW-Yo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WMdt2kUNti0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WsKFL9SfhXs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nSKPJ2UmnqU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GY4udHRk-bY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5lvV1Pyph3A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JhoPsnnaaKM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Q-zh6qyHGi4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b_v0-RWLo18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9ws-gNRJDRs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mhCy0IgobIw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0cjKg-Z3xak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1JT-CjiNVo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d9MAnruE_-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1JrBFDwE-jo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Pl10ZrhCt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210R0ozmLwg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Qut46hqaMvw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TYHa-sSFa_s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lyZZdUUM_GM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2026年06月17日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https://www.youtube.com/watch?v=HDGCTtuW-Yo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RIIZE 라이즈 'Do your dance'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SMTOWN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1,605,403  👍 104,906  💬 11,489  📈+99.5%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3:10  ·  📅 公開37時間前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前日比+99.5%と急拡散中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https://www.youtube.com/watch?v=WMdt2kUNti0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なぜか格ゲー界の家庭事情に詳しいローレン/とんでもないチーム名に決定してしまう【にじさんじ/切り抜き/葛葉/イブラヒム/ローレン/花芽すみれ/マゴ/カワノ/ももち/ツバサ】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びーの【にじさんじ切り抜き】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68,567  👍 665  💬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16:01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https://www.youtube.com/watch?v=WsKFL9SfhXs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Dead by Daylight | Jason | Launch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Dead by Daylight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189,722  👍 18,194  💬 959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0:43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いいね率9.6%と視聴者の支持が非常に高い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https://www.youtube.com/watch?v=nSKPJ2UmnqU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TREASURE - ‘ZOOM ZOOM’ DANCE PRACTICE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TREASURE (트레저)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3,168,624  👍 92,721  💬 7,325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3:15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100万再生超の大ヒット　いいね率2.9%と好評価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https://www.youtube.com/watch?v=GY4udHRk-bY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【スト6】  スクリム vs ティム＝せつな3 【 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329,060  👍 4,624  💬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7:04:33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https://www.youtube.com/watch?v=5lvV1Pyph3A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【烏丸せつこ 71歳主演】名女優が挑む“人生最後の記憶探し”／映画『八月の杜』予告編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moviecollectionjp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7,789  👍 23  💬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公開36時間前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https://www.youtube.com/watch?v=JhoPsnnaaKM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烏 - Raven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Kenshi Yonezu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1,294,489  👍 50,759  💬 2,134  📈+54.4%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4:09  ·  📅 公開55時間前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100万再生超の大ヒット　前日比+54.4%と急拡散中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https://www.youtube.com/watch?v=Q-zh6qyHGi4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【検証】スプラ大会優勝者なら初見サーモンランでも余裕でクリアできる説【主婦より上手い】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80,747  👍 3,053  💬 385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36:32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公開-4時間で急上昇入り！　急上昇中の新興コンテンツ　いいね率3.8%と好評価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https://www.youtube.com/watch?v=b_v0-RWLo18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『攻殻機動隊 THE GHOST IN THE SHELL』プライムビデオ版予告編｜プライムビデオ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Prime Video JP - プライムビデオ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216,203  👍 8,415  💬 493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1:23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いいね率3.9%と好評価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真・運命 (曽野舜太&amp;山中柔太朗)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187,839  👍 18,858  💬 1,404  ⏱ 3:27  📅 公開12時間前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いいね率10.0%と視聴者の支持が非常に高い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https://www.youtube.com/watch?v=9ws-gNRJDRs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19,152,141  👍 158,006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12,781,717  👍 170,496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11,727,404  👍 185,898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11,511,947  👍 132,848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10,543,563  👍 97,950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感動のダブルスイカ‼️ #スイカゲーム #ゲーム実況 #サワヤンゲームズ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20,450,063  👍 362,390  ⏱ 0:59  📅 2023-12-22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見たことの無い落ち方をする配信者#葉 #ゲーム実況 #切り抜き #onlyup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20,409,985  👍 373,430  ⏱ 0:38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19,802,572  👍 389,670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デビルレベルpart9 #switch2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16,598,543  👍 195,359  ⏱ 1:02  📅 2025-08-18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自然に隠れた末路がww #shorts  #prophunt #かくれんぼ #cod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11,894,758  👍 158,103  ⏱ 1:00  📅 2024-10-30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いえでマネしないでね！@MashaBearJAPAN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1,774,558,520  👍 13,726,028  ⏱ 0:53  📅 2023-12-30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https://www.youtube.com/watch?v=1JrBFDwE-jo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216,442,009  👍 1,212,907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ヒグチアイ / 悪魔の子 (アニメスペシャルVer.) | Ai Higuchi “…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214,519,547  👍 2,008,822  ⏱ 3:50  📅 2022-01-24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143,373,037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TVアニメ「マッシュル-MASHLE-」第2期ノンクレジットOPムービー｜Creep…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131,845,446  👍 1,348,750  ⏱ 1:31  📅 2024-01-07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https://www.youtube.com/watch?v=210R0ozmLwg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6,813,703  👍 119,563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人食い村に赴任した新入巡査、衝撃的な素材と演出、面白さで世界で大好評！隠れた秀作日本…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映画少女  👁 6,128,741  👍 28,430  ⏱ 18:03  📅 2024-04-04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https://www.youtube.com/watch?v=Qut46hqaMvw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【コメ欄有益】まだ見てない人がガチで羨ましい神映画挙げてけw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2ch映画通信  👁 4,381,739  👍 148,436  ⏱ 2:05  📅 2025-07-12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https://www.youtube.com/watch?v=TYHa-sSFa_s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シンクロ率100％だった映画『Michael』の裏側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3,991,387  👍 66,017  ⏱ 0:56  📅 2026-05-18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3,617,330  👍 46,111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