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5rdRG60pED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Vd2ZvQZNX2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FXSbgGrp8fs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sf02ugzPFE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IrZHAeV6Cx4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DtezRl8-9O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1UOPIr76C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7vnJMDvPn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fo-57SNix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FyS5dAywkE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oodunTw0k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https://www.youtube.com/watch?v=5rdRG60pEDA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#1 新しい街にやってきたぞ～！！  | #SURGETown【にじさんじ/叶】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Kanae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846,411  👍 0  💬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6:14:03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https://www.youtube.com/watch?v=Vd2ZvQZNX2g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あいみょん - マリーゴールド【10th Anniversary short ver.】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あいみょん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208,519  👍 6,995  💬 431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https://www.youtube.com/watch?v=FXSbgGrp8fs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【大乱戦】最強のゾンビハンター VS ドズル社【マイクラ】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510,950  👍 12,446  💬 575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59:00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https://www.youtube.com/watch?v=sf02ugzPFE4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JISOO - CLICK (Official MV)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JISOO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14,048,144  👍 1,340,052  💬 124,014  📈+1120.6%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2:49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500万再生超の超バズ動画　前日比+1120.6%の爆発的な伸び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https://www.youtube.com/watch?v=IrZHAeV6Cx4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F 第2節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1,003,335  👍 6,691  💬 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4:11:05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https://www.youtube.com/watch?v=DtezRl8-9Ow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【ティザー予告 第2弾】新TVシリーズ「ハリー・ポッターと賢者の石」2026年12月下旬〜配信開始｜Hulu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Hulu Japan公式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48,551  👍 190  💬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2:28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https://www.youtube.com/watch?v=l1UOPIr76CA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DECO*27 - 洗脳 feat. 初音ミク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DECO*27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614,732  👍 44,300  💬 1,312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いいね率7.2%と視聴者の支持が非常に高い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https://www.youtube.com/watch?v=R7vnJMDvPnk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【マインクラフト】大量のボタンを押して部屋から脱出してください【日常組】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718,988  👍 22,330  💬 802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1:18:16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https://www.youtube.com/watch?v=Yfo-57SNixQ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公式予告編大荒れ！？HBO版「ハリーポッター」映画版すぎてリメイク不要論や黒人スネイプ問題、画面暗すぎ問題やJKへのボイコットと大議論が勃発してしまう。普段は肯定的な日本ファンの反応も・・・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プク太の世界時事ニュース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181,092  👍 4,385  💬 819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16:21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LISA - SaWaDiKa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78,620,617  👍 1,672,215  💬 172,318  ⏱ 3:07  📅 公開21時間前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500万再生超の超バズ動画　前日比+454.8%の爆発的な伸び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https://www.youtube.com/watch?v=FyS5dAywkEo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31,270,198  👍 76,639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20,816,836  👍 11,654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19,164,962  👍 157,770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19,010,497  👍 63,480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12,785,587  👍 170,335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22,743,885  👍 403,399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20,470,893  👍 362,137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19,839,330  👍 389,598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18,660,644  👍 546,172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17,608,326  👍 545,345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223,257,048  👍 1,230,646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221,782,779  👍 2,046,451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165,203,063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150,216,926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TVアニメ『ダンダダン』HAYASii「Hunting Soul」【lyric vi…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35,748,578  👍 482,519  ⏱ 4:04  📅 2025-08-08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7,008,762  👍 106,620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6,931,995  👍 120,528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4,561,913  👍 24,190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3,565,409  👍 30,732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3,206,021  👍 37,474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