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ZkHv6Ppqasw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qay6r3hHOFo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CH9xBSOCClw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inBvmy-fTY4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djMOcNgKhoM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9C9ai9zMveE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CrFtddmbJgQ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jLfxXBNcAic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YWd3wv4w2-o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sEen6aeVfjA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P8QordVAUyU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y_fYd3ZwP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9nXbYZL8V9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s7l76OBSrcg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ByG9e8ZxVlg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-NFhRWhkp7I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ew4ig9E5gaQ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2MzSLqlLIs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mEAhcCWMAa4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2026年08月24日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https://www.youtube.com/watch?v=ZkHv6Ppqasw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全力で挑んだ『はじまりの王者決定戦』優勝の裏話、全部話すわ。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くろこのビクトリーロード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161,383  👍 3,324  💬 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51:38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https://www.youtube.com/watch?v=qay6r3hHOFo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B&amp;ZAI【EMPIRE(Snow Man)】LIVE 2026 Summer Beatより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999,180  👍 36,196  💬 26,688  📈+45.8%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4:44  ·  📅 公開55時間前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50万再生の注目コンテンツ　前日比+45.8%で着実に成長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https://www.youtube.com/watch?v=CH9xBSOCClw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Wii＆PS3解禁!?生配信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【公式】ゲームセンターCX 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682,885  👍 15,202  💬 546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2:19:11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50万再生の注目コンテンツ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https://www.youtube.com/watch?v=inBvmy-fTY4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Believe in 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TAKARA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21,655  👍 1,098  💬 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2:20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　いいね率5.1%と視聴者の支持が非常に高い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https://www.youtube.com/watch?v=djMOcNgKhoM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【実機配信家庭用(縦画面版)】CR 009 Re：cyborg S2R-K(1/215) S04part02「加速は新たなる領域へ☆継続率90%☆CR機ライトミドル最強クラスの爆裂機」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パーラーけんぱちサブ縦画面昼の部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262,312  👍 973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11:50:46  ·  📅 公開-6時間前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公開-6時間で急上昇入り！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https://www.youtube.com/watch?v=9C9ai9zMveE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コメアニメ - エアロピクルス ミニライブステージ【YouTube Music Weekend 12.0】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コメアニメ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227,470  👍 15,753  💬 813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9:00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いいね率6.9%と視聴者の支持が非常に高い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https://www.youtube.com/watch?v=CrFtddmbJgQ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Apex Legends Global Series Year 6：Split 2 【APAC North Pro League Day 3】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esports_RAGE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309,608  👍 1,363  💬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4:01:18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https://www.youtube.com/watch?v=jLfxXBNcAic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＝LOVE（イコールラブ）/ 21st Single『恋、はじめました。』Korean version / 사랑, 시작했습니다.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＝LOVE（イコールラブ）公式チャンネル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283,333  👍 19,681  💬 1,295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3:42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いいね率6.9%と視聴者の支持が非常に高い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https://www.youtube.com/watch?v=YWd3wv4w2-o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この中に裏切り者がいます！？【裏切り者サバイバル10#3】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339,997  👍 14,609  💬 1,571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57:49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いいね率4.3%と好評価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奇跡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87,939  👍 8,368  💬 280  ⏱ 3:44  📅 公開3時間前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急上昇中の新興コンテンツ　いいね率9.5%と視聴者の支持が非常に高い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https://www.youtube.com/watch?v=sEen6aeVfjA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[🔴LIVE]  깔깔티비 💫1박2일💫 화질UP 🔥24시간 무한 스트리밍🔥 ㅣ…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20,118,744  👍 11,453  ⏱ 不明  📅 2025-04-07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19,164,799  👍 157,799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El Chavo del 8 EN VIVO 24/7 🔴 Maratón de 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18,330,805  👍 62,035  ⏱ 不明  📅 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14,610,044  👍 41,659  ⏱ 0:17  📅 2025-09-26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12,785,275  👍 170,370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22,477,136  👍 399,699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20,466,897  👍 362,162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16,309,498  👍 234,130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ヒカキンのスーパーマリオ3Dワールド実況 パート1【Nintendo Switc…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HikakinGames  👁 12,672,529  👍 42,783  ⏱ 42:29  📅 2021-03-27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https://www.youtube.com/watch?v=s7l76OBSrcg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どこで奇跡起こしとんwww#onlyup #葉 #ゲーム実況 #切り抜き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12,552,875  👍 364,377  ⏱ 0:28  📅 2023-07-22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https://www.youtube.com/watch?v=ByG9e8ZxVlg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222,249,458  👍 1,228,182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149,336,278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Mrs. GREEN APPLE「ライラック」MV - TVアニメ『忘却バッテリー』…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57,205,026  👍 183,776  ⏱ 4:53  📅 2024-07-04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カプセルくるくるお皿でポン！たのしい回転ずしDX #アニメキッズ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アニメキッズanimekids  👁 44,726,402  👍 0  ⏱ 12:11  📅 2017-11-13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https://www.youtube.com/watch?v=ew4ig9E5gaQ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42,243,525  👍 557,407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6,867,966  👍 105,161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6,863,105  👍 119,942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【残酷】衝撃の妊娠・出産アニメ3選 #shorts #アニメ #紹介 #感想 #an…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6,778,641  👍 98,623  ⏱ 0:47  📅 2025-03-01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4,471,714  👍 23,765  ⏱ 0:12  📅 2026-07-09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3,736,181  👍 46,868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