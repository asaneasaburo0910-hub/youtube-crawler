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v2_APBLcRtE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27-dyjbcUK8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0X-3jSvceTI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Vg-eUkfsd5A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d874duXJX0U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gdqBVW-nec4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wO2z79qqB1Y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vBBZ1G4GHZQ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hQUVIT8m-c0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drz6XqjEvBY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y_fYd3ZwP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9nXbYZL8V9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XGbduoPa_-0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ru5Gp72W17c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ByG9e8ZxVlg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AZPVj2RpUHc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kWxVkRGq_u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-tKVN2mAKRI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1oMxrHXzOsY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S7Nl90JOPHc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2026年07月09日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https://www.youtube.com/watch?v=v2_APBLcRtE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SEKAI NO OWARI「LOVE SONG（with ちゃんみな）」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SEKAI NO OWARI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110,860  👍 8,340  💬 228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3:56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いいね率7.5%と視聴者の支持が非常に高い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https://www.youtube.com/watch?v=27-dyjbcUK8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「この環境で1番強いメガはコイツだ！でも……。」ガチ勢による『レギュM-Bポケモンキャラランク：後編』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今日ポケch.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220,187  👍 2,188  💬 383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43:21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https://www.youtube.com/watch?v=0X-3jSvceTI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【吉岡里帆】狂気のDV夫・北村匠海が迫る「お前ら終わりだよ」／映画『シャドウワーク』予告編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moviecollectionjp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414,448  👍 1,606  💬 127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1:15  ·  📅 公開22時間前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公開22時間で急上昇入り！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https://www.youtube.com/watch?v=Vg-eUkfsd5A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『花束｜back number』acoustic cover. 優里 × ヤマグチユウモリ（SIX LOUNGE）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優里ちゃんねる【公式】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111,272  👍 5,465  💬 233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4:53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いいね率4.9%と好評価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https://www.youtube.com/watch?v=d874duXJX0U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『ドラゴンクエストウォーク』の新情報をお届け「スマートウォーク」#147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ドラゴンクエストウォーク公式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190,086  👍 2,103  💬 234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9:13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https://www.youtube.com/watch?v=gdqBVW-nec4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『攻殻機動隊 THE GHOST IN THE SHELL』予告編②｜プライムビデオ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Prime Video JP - プライムビデオ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62,272  👍 1,909  💬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0:46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急上昇中の新興コンテンツ　いいね率3.1%と好評価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https://www.youtube.com/watch?v=wO2z79qqB1Y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≒JOY（ニアリーイコールジョイ）/ 5th Single 表題曲『サマーツインテール』【MV full】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NEARLY EQUAL JOY ニアリーイコールジョイ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246,519  👍 14,875  💬 1,741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3:41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いいね率6.0%と視聴者の支持が非常に高い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https://www.youtube.com/watch?v=vBBZ1G4GHZQ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【JP】ALGS Year 6 Split 1 Playoffs at EWC | Group Stage - Day 2 | Apex Legends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esports_RAGE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590,251  👍 0  💬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8:28:27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https://www.youtube.com/watch?v=hQUVIT8m-c0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Stray Kids "THIS &amp; THAT"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JYP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1,970,300  👍 368,752  💬 23,932  📈+47.3%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3:04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前日比+47.3%で着実に成長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Mrs. GREEN APPLE – Magic【LIVE from “FJORD”】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457,326  👍 29,078  💬 1,176  ⏱ 5:04  📅 公開12時間前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いいね率6.4%と視聴者の支持が非常に高い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https://www.youtube.com/watch?v=drz6XqjEvBY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19,155,763  👍 157,938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El Chavo del 8 EN VIVO 24/7 🔴 Maratón de t…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15,729,292  👍 54,954  ⏱ 不明  📅 2025-12-25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14,609,836  👍 41,727  ⏱ 0:17  📅 2025-09-26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11,741,172  👍 186,043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10,554,907  👍 98,053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全部ひっかかる人【しょぼんのアクション3D】 #ゲーム実況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19,808,776  👍 389,584  ⏱ 1:00  📅 2023-09-28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溶岩ダイブ！？ #shorts #マイクラ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14,473,872  👍 137,341  ⏱ 0:52  📅 2025-03-25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どこで奇跡起こしとんwww#onlyup #葉 #ゲーム実況 #切り抜き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11,675,693  👍 348,416  ⏱ 0:28  📅 2023-07-22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https://www.youtube.com/watch?v=ByG9e8ZxVlg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もしゲーム実況の映像をホラーにしてしまうと...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りょうぼー【ゲーム企画】  👁 10,076,725  👍 170,946  ⏱ 0:28  📅 2023-07-22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https://www.youtube.com/watch?v=AZPVj2RpUHc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ホラゲーに舐められている配信者www#葉 #ゲーム実況 #theclassroom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9,154,356  👍 246,473  ⏱ 0:57  📅 2024-06-15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https://www.youtube.com/watch?v=kWxVkRGq_uI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DAOKO × 米津玄師『打上花火』MUSIC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daoko_jp  👁 730,855,534  👍 3,368,252  ⏱ 4:53  📅 2017-08-10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https://www.youtube.com/watch?v=-tKVN2mAKRI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145,728,775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『僕のヒーローアカデミア』×米津玄師「ピースサイン」スペシャルミュージックビデオ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106,515,950  👍 0  ⏱ 4:17  📅 2017-12-18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https://www.youtube.com/watch?v=1oMxrHXzOsY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スーパーマーシャが助けにやってくる！ @MashaBearJAPAN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76,258,856  👍 362,041  ⏱ 0:15  📅 2023-10-06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https://www.youtube.com/watch?v=S7Nl90JOPHc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54,834,990  👍 181,912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7,375,516  👍 106,490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6,824,763  👍 119,645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5,867,609  👍 92,354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3,701,400  👍 46,623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3,443,398  👍 30,272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