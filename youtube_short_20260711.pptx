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「仮面ライダーカブト20th」天道総司は行方知れず… ZECTが新たなライダ…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シネマトゥデイ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41万回　👍 8,809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YEONJUN (연준) 'Ice Cream' Official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116万回　👍 17万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【マインクラフト】日常組には最強の軍師がいます【日常組】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『ゴジラ-0.0』特報＜11月3日(火・祝)公開＞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111万回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Number_i - BUGS LIFE (Official Music Vid…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12万回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