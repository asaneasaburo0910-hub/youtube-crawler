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2026年10月04日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【期間限定公開】KO1KEYZ DEBUT SINGLE 'KO1KEYZ'【C…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KO1KEYZ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【APEX】CRカップスクリム3日目 ドパり手たちの夜【しゃかちゃ Rasっち】…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57万回　👍 4,933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BRUCE WAYNE feat. Flo Milli, 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19万回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圧倒的な評価を受けた傑作フリーゲーム『 ママにあいたい 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キヨ。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98万回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京本大我 – Butterfly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京本大我 from ART-PUT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16万回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