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マーベル最新ドラマシリーズ『ヴィジョンクエスト』｜本予告｜Disney+ (ディ…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54万回　👍 3,136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–「Battery」from LIVE DVD/BD「MILE…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42万回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6次会・配信者当てクイズで何故かヒリつきまくる関優太＆SHAKA【みんなで推理】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SHAKAch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63万回　👍 4,240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UltraLMTM Patch1.0「NEW CREW++」Trailer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UltraLMTM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7万回　👍 972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Moonlit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45万回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