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2026年06月02日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映画『開戦前夜』本予告【7月31日（金）公開】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東京テアトル公式チャンネル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9万回　👍 1,021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Official髭男dism - Pretender [Official Liv…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Official髭男dism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16万回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#V最協第二幕 出場選手＆チーム発表【 #VTuber最協決定戦 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渋谷ハル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52万回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映画『オークストリートの異変』本予告｜2026年8月14日（金）日米同時公開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ワーナー ブラザース 公式チャンネル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8万回　👍 1,258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TREASURE - ‘IF I’ M/V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TREASURE (트레저)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559万回　👍 25万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