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DLOPIksIO-o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NzVf-KJx2fU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xHE16FwEHMo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dXsTd3xZi5k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iQDax_3lUfw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ARj1adoUoEU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mJjSqWiR8g0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4PHkIkKjI14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Vn7PhppVvkM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e4M8z1xGTw0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DuEKgK2B2p8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0cjKg-Z3xak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CraZ3Q-I44g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gcgKUcJKxIs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-NFhRWhkp7I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TFYnqEqeGqY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ScWlFcYn_FI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Xr032EhUDPw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J4JTp1tNrkk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2026年05月31日  ·  急上昇 TOP 10 発表</a:t>
            </a:r>
          </a:p>
        </p:txBody>
      </p:sp>
      <p:pic>
        <p:nvPicPr>
          <p:cNvPr id="6" name="Picture 5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https://www.youtube.com/watch?v=DLOPIksIO-o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FNCS メジャー1 サミット DAY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フォートナイト 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352,627  👍 4,407  💬 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5:06:54  ·  📅 公開6時間前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公開6時間で急上昇入り！　10万再生突破の話題作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https://www.youtube.com/watch?v=NzVf-KJx2fU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SEKAI NO OWARI「炎と森のカーニバル」from「INSOMNIA TRAIN」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SEKAI NO OWARI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100,555  👍 6,190  💬 515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5:22  ·  📅 公開15時間前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公開15時間で急上昇入り！　10万再生突破の話題作　いいね率6.2%と視聴者の支持が非常に高い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https://www.youtube.com/watch?v=xHE16FwEHMo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【神回】Xで220万再生されたスプラでおかしくなってしまった男がヤバすぎるww【スプラ14日目】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126,251  👍 3,696  💬 483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35:31  ·  📅 公開0時間前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10万再生突破の話題作　いいね率2.9%と好評価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https://www.youtube.com/watch?v=dXsTd3xZi5k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きゃりーぱみゅぱみゅ - キミに100パーセント / THE FIRST 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THE FIRST 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1,248,580  👍 61,661  💬 2,615  📈+96.2%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4:39  ·  📅 公開37時間前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100万再生超の大ヒット　前日比+96.2%と急拡散中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https://www.youtube.com/watch?v=iQDax_3lUfw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【本配信】#にじパブジ大運動会【PUBG MOBILE】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にじさんじ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659,702  👍 12,887  💬 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3:59:59  ·  📅 公開13時間前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公開13時間で急上昇入り！　50万再生の注目コンテンツ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https://www.youtube.com/watch?v=ARj1adoUoEU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飛ぶ時 / Vaundy：MUSIC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Vaundy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365,870  👍 17,798  💬 389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4:15  ·  📅 公開15時間前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公開15時間で急上昇入り！　10万再生突破の話題作　いいね率4.9%と好評価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https://www.youtube.com/watch?v=mJjSqWiR8g0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MOBの中身が見れるマインクラフト【 マイクラ / マインクラフト 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ウォーターチャレンジ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164,874  👍 3,352  💬 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21:17  ·  📅 公開0時間前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10万再生突破の話題作　いいね率2.0%と好評価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https://www.youtube.com/watch?v=4PHkIkKjI14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REAL-T - "  脛の傷 "  (Prod. 理貴)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REAL-T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47,095  👍 2,360  💬 298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2:07  ·  📅 公開0時間前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急上昇中の新興コンテンツ　いいね率5.0%と視聴者の支持が非常に高い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https://www.youtube.com/watch?v=Vn7PhppVvkM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【ヒカコレ】ヒカキン、初めてのトモコレ実況 #1『 トモダチコレクション わくわく生活 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HikakinGames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192,207  👍 12,470  💬 759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1:37:22  ·  📅 公開-3時間前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公開-3時間で急上昇入り！　10万再生突破の話題作　いいね率6.5%と視聴者の支持が非常に高い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M!LK - アイドルパワー (Official Promotion Video)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1,474,497  👍 92,589  💬 6,830  ⏱ 3:52  📅 公開39時間前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100万再生超の大ヒット　前日比+59.2%と急拡散中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https://www.youtube.com/watch?v=e4M8z1xGTw0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19,148,652  👍 158,045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14,609,665  👍 41,769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12,781,190  👍 170,545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11,710,692  👍 185,707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11,477,780  👍 132,385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たくさん食べてすくすく育つ！【MOD紹介】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24,831,043  👍 378,717  ⏱ 0:37  📅 2024-09-30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https://www.youtube.com/watch?v=DuEKgK2B2p8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20,447,668  👍 362,505  ⏱ 0:59  📅 2023-12-22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19,798,766  👍 389,758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見たことの無い落ち方をする配信者#葉 #ゲーム実況 #切り抜き #onlyup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18,537,801  👍 352,156  ⏱ 0:38  📅 2023-07-07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絶対に風邪を引きたいマッチョ #shorts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ドズル社  👁 11,684,359  👍 150,166  ⏱ 0:24  📅 2024-03-30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https://www.youtube.com/watch?v=CraZ3Q-I44g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141,571,734  👍 0  ⏱ 1:31  📅 2023-07-07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Mrs. GREEN APPLE「ライラック」MV - TVアニメ『忘却バッテリー』…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53,032,027  👍 180,394  ⏱ 4:53  📅 2024-07-04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https://www.youtube.com/watch?v=-NFhRWhkp7I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バスボールを使ってみよう！#アニメキッズ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アニメキッズanimekids  👁 44,881,735  👍 0  ⏱ 29:47  📅 2017-09-15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https://www.youtube.com/watch?v=TFYnqEqeGqY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アイナ・ジ・エンド / 革命道中 - On The Way × TVアニメ『ダンダダ…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43,696,901  👍 186,593  ⏱ 3:22  📅 2025-08-20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https://www.youtube.com/watch?v=ScWlFcYn_FI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TVアニメ『呪術廻戦』第3期「死滅回游 前編」ノンクレジットOPムービー／OPテーマ…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35,327,904  👍 518,864  ⏱ 1:31  📅 2026-01-09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https://www.youtube.com/watch?v=Xr032EhUDPw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6,803,555  👍 119,497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3,493,051  👍 45,062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3,353,576  👍 29,918  ⏱ 34:45  📅 2024-09-26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3,298,182  👍 43,489  ⏱ 12:56  📅 2023-12-19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【2ch有益スレ】今まで見た映画の中で「一番最悪だった映画」挙げてけｗ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3,001,727  👍 35,762  ⏱ 0:59  📅 2023-10-19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https://www.youtube.com/watch?v=J4JTp1tNrkk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