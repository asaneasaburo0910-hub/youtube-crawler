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gi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png"/><Relationship Id="rId4" Type="http://schemas.openxmlformats.org/officeDocument/2006/relationships/hyperlink" Target="https://www.youtube.com/watch?v=mLa7akRDml4" TargetMode="External"/><Relationship Id="rId5" Type="http://schemas.openxmlformats.org/officeDocument/2006/relationships/image" Target="../media/image1.gi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Relationship Id="rId3" Type="http://schemas.openxmlformats.org/officeDocument/2006/relationships/image" Target="../media/image5.png"/><Relationship Id="rId4" Type="http://schemas.openxmlformats.org/officeDocument/2006/relationships/hyperlink" Target="https://www.youtube.com/watch?v=SlQR9iu09bQ" TargetMode="External"/><Relationship Id="rId5" Type="http://schemas.openxmlformats.org/officeDocument/2006/relationships/image" Target="../media/image1.gif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www.youtube.com/watch?v=K-jNtieSLiU" TargetMode="External"/><Relationship Id="rId5" Type="http://schemas.openxmlformats.org/officeDocument/2006/relationships/image" Target="../media/image1.gif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9.png"/><Relationship Id="rId4" Type="http://schemas.openxmlformats.org/officeDocument/2006/relationships/hyperlink" Target="https://www.youtube.com/watch?v=83C3TZ4Zm_o" TargetMode="External"/><Relationship Id="rId5" Type="http://schemas.openxmlformats.org/officeDocument/2006/relationships/image" Target="../media/image1.gif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Relationship Id="rId3" Type="http://schemas.openxmlformats.org/officeDocument/2006/relationships/image" Target="../media/image11.png"/><Relationship Id="rId4" Type="http://schemas.openxmlformats.org/officeDocument/2006/relationships/hyperlink" Target="https://www.youtube.com/watch?v=-bQgJsOGyYo" TargetMode="External"/><Relationship Id="rId5" Type="http://schemas.openxmlformats.org/officeDocument/2006/relationships/image" Target="../media/image1.gif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image" Target="../media/image13.png"/><Relationship Id="rId4" Type="http://schemas.openxmlformats.org/officeDocument/2006/relationships/hyperlink" Target="https://www.youtube.com/watch?v=Wx4-lfsgUlo" TargetMode="External"/><Relationship Id="rId5" Type="http://schemas.openxmlformats.org/officeDocument/2006/relationships/image" Target="../media/image1.gif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Relationship Id="rId3" Type="http://schemas.openxmlformats.org/officeDocument/2006/relationships/image" Target="../media/image15.png"/><Relationship Id="rId4" Type="http://schemas.openxmlformats.org/officeDocument/2006/relationships/hyperlink" Target="https://www.youtube.com/watch?v=lDSBe18Sn18" TargetMode="External"/><Relationship Id="rId5" Type="http://schemas.openxmlformats.org/officeDocument/2006/relationships/image" Target="../media/image1.gif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Relationship Id="rId3" Type="http://schemas.openxmlformats.org/officeDocument/2006/relationships/image" Target="../media/image17.png"/><Relationship Id="rId4" Type="http://schemas.openxmlformats.org/officeDocument/2006/relationships/hyperlink" Target="https://www.youtube.com/watch?v=dXsTd3xZi5k" TargetMode="External"/><Relationship Id="rId5" Type="http://schemas.openxmlformats.org/officeDocument/2006/relationships/image" Target="../media/image1.gif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jpg"/><Relationship Id="rId3" Type="http://schemas.openxmlformats.org/officeDocument/2006/relationships/image" Target="../media/image19.png"/><Relationship Id="rId4" Type="http://schemas.openxmlformats.org/officeDocument/2006/relationships/hyperlink" Target="https://www.youtube.com/watch?v=dab8DsN4Lkw" TargetMode="External"/><Relationship Id="rId5" Type="http://schemas.openxmlformats.org/officeDocument/2006/relationships/image" Target="../media/image1.gif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jpg"/><Relationship Id="rId3" Type="http://schemas.openxmlformats.org/officeDocument/2006/relationships/image" Target="../media/image21.png"/><Relationship Id="rId4" Type="http://schemas.openxmlformats.org/officeDocument/2006/relationships/hyperlink" Target="https://www.youtube.com/watch?v=e4M8z1xGTw0" TargetMode="External"/><Relationship Id="rId5" Type="http://schemas.openxmlformats.org/officeDocument/2006/relationships/image" Target="../media/image1.gif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jpg"/><Relationship Id="rId3" Type="http://schemas.openxmlformats.org/officeDocument/2006/relationships/hyperlink" Target="https://www.youtube.com/watch?v=fBQOV3jiST0" TargetMode="External"/><Relationship Id="rId4" Type="http://schemas.openxmlformats.org/officeDocument/2006/relationships/image" Target="../media/image23.png"/><Relationship Id="rId5" Type="http://schemas.openxmlformats.org/officeDocument/2006/relationships/image" Target="../media/image24.jpg"/><Relationship Id="rId6" Type="http://schemas.openxmlformats.org/officeDocument/2006/relationships/hyperlink" Target="https://www.youtube.com/watch?v=9nXbYZL8V9E" TargetMode="External"/><Relationship Id="rId7" Type="http://schemas.openxmlformats.org/officeDocument/2006/relationships/image" Target="../media/image25.png"/><Relationship Id="rId8" Type="http://schemas.openxmlformats.org/officeDocument/2006/relationships/image" Target="../media/image26.jpg"/><Relationship Id="rId9" Type="http://schemas.openxmlformats.org/officeDocument/2006/relationships/hyperlink" Target="https://www.youtube.com/watch?v=i5TSvrhVH94" TargetMode="External"/><Relationship Id="rId10" Type="http://schemas.openxmlformats.org/officeDocument/2006/relationships/image" Target="../media/image27.png"/><Relationship Id="rId11" Type="http://schemas.openxmlformats.org/officeDocument/2006/relationships/image" Target="../media/image28.jpg"/><Relationship Id="rId12" Type="http://schemas.openxmlformats.org/officeDocument/2006/relationships/hyperlink" Target="https://www.youtube.com/watch?v=21eblauBPy8" TargetMode="External"/><Relationship Id="rId13" Type="http://schemas.openxmlformats.org/officeDocument/2006/relationships/image" Target="../media/image29.png"/><Relationship Id="rId14" Type="http://schemas.openxmlformats.org/officeDocument/2006/relationships/image" Target="../media/image30.jpg"/><Relationship Id="rId15" Type="http://schemas.openxmlformats.org/officeDocument/2006/relationships/hyperlink" Target="https://www.youtube.com/watch?v=fGaa5iluMIQ" TargetMode="External"/><Relationship Id="rId16" Type="http://schemas.openxmlformats.org/officeDocument/2006/relationships/image" Target="../media/image3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jpg"/><Relationship Id="rId3" Type="http://schemas.openxmlformats.org/officeDocument/2006/relationships/hyperlink" Target="https://www.youtube.com/watch?v=mhCy0IgobIw" TargetMode="External"/><Relationship Id="rId4" Type="http://schemas.openxmlformats.org/officeDocument/2006/relationships/image" Target="../media/image33.png"/><Relationship Id="rId5" Type="http://schemas.openxmlformats.org/officeDocument/2006/relationships/image" Target="../media/image34.jpg"/><Relationship Id="rId6" Type="http://schemas.openxmlformats.org/officeDocument/2006/relationships/hyperlink" Target="https://www.youtube.com/watch?v=XGbduoPa_-0" TargetMode="External"/><Relationship Id="rId7" Type="http://schemas.openxmlformats.org/officeDocument/2006/relationships/image" Target="../media/image35.png"/><Relationship Id="rId8" Type="http://schemas.openxmlformats.org/officeDocument/2006/relationships/image" Target="../media/image36.jpg"/><Relationship Id="rId9" Type="http://schemas.openxmlformats.org/officeDocument/2006/relationships/hyperlink" Target="https://www.youtube.com/watch?v=0cjKg-Z3xak" TargetMode="External"/><Relationship Id="rId10" Type="http://schemas.openxmlformats.org/officeDocument/2006/relationships/image" Target="../media/image37.png"/><Relationship Id="rId11" Type="http://schemas.openxmlformats.org/officeDocument/2006/relationships/image" Target="../media/image38.jpg"/><Relationship Id="rId12" Type="http://schemas.openxmlformats.org/officeDocument/2006/relationships/hyperlink" Target="https://www.youtube.com/watch?v=F3C59iyfYPo" TargetMode="External"/><Relationship Id="rId13" Type="http://schemas.openxmlformats.org/officeDocument/2006/relationships/image" Target="../media/image39.png"/><Relationship Id="rId14" Type="http://schemas.openxmlformats.org/officeDocument/2006/relationships/image" Target="../media/image40.jpg"/><Relationship Id="rId15" Type="http://schemas.openxmlformats.org/officeDocument/2006/relationships/hyperlink" Target="https://www.youtube.com/watch?v=CraZ3Q-I44g" TargetMode="External"/><Relationship Id="rId16" Type="http://schemas.openxmlformats.org/officeDocument/2006/relationships/image" Target="../media/image4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jpg"/><Relationship Id="rId3" Type="http://schemas.openxmlformats.org/officeDocument/2006/relationships/hyperlink" Target="https://www.youtube.com/watch?v=WPl10ZrhCtk" TargetMode="External"/><Relationship Id="rId4" Type="http://schemas.openxmlformats.org/officeDocument/2006/relationships/image" Target="../media/image43.png"/><Relationship Id="rId5" Type="http://schemas.openxmlformats.org/officeDocument/2006/relationships/image" Target="../media/image44.jpg"/><Relationship Id="rId6" Type="http://schemas.openxmlformats.org/officeDocument/2006/relationships/hyperlink" Target="https://www.youtube.com/watch?v=gcgKUcJKxIs" TargetMode="External"/><Relationship Id="rId7" Type="http://schemas.openxmlformats.org/officeDocument/2006/relationships/image" Target="../media/image45.png"/><Relationship Id="rId8" Type="http://schemas.openxmlformats.org/officeDocument/2006/relationships/image" Target="../media/image46.jpg"/><Relationship Id="rId9" Type="http://schemas.openxmlformats.org/officeDocument/2006/relationships/hyperlink" Target="https://www.youtube.com/watch?v=-NFhRWhkp7I" TargetMode="External"/><Relationship Id="rId10" Type="http://schemas.openxmlformats.org/officeDocument/2006/relationships/image" Target="../media/image47.png"/><Relationship Id="rId11" Type="http://schemas.openxmlformats.org/officeDocument/2006/relationships/image" Target="../media/image48.jpg"/><Relationship Id="rId12" Type="http://schemas.openxmlformats.org/officeDocument/2006/relationships/hyperlink" Target="https://www.youtube.com/watch?v=TFYnqEqeGqY" TargetMode="External"/><Relationship Id="rId13" Type="http://schemas.openxmlformats.org/officeDocument/2006/relationships/image" Target="../media/image49.png"/><Relationship Id="rId14" Type="http://schemas.openxmlformats.org/officeDocument/2006/relationships/image" Target="../media/image50.jpg"/><Relationship Id="rId15" Type="http://schemas.openxmlformats.org/officeDocument/2006/relationships/hyperlink" Target="https://www.youtube.com/watch?v=ScWlFcYn_FI" TargetMode="External"/><Relationship Id="rId16" Type="http://schemas.openxmlformats.org/officeDocument/2006/relationships/image" Target="../media/image5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jpg"/><Relationship Id="rId3" Type="http://schemas.openxmlformats.org/officeDocument/2006/relationships/hyperlink" Target="https://www.youtube.com/watch?v=pMTUitjC-48" TargetMode="External"/><Relationship Id="rId4" Type="http://schemas.openxmlformats.org/officeDocument/2006/relationships/image" Target="../media/image53.png"/><Relationship Id="rId5" Type="http://schemas.openxmlformats.org/officeDocument/2006/relationships/image" Target="../media/image54.jpg"/><Relationship Id="rId6" Type="http://schemas.openxmlformats.org/officeDocument/2006/relationships/hyperlink" Target="https://www.youtube.com/watch?v=OhHzzl4Z6qU" TargetMode="External"/><Relationship Id="rId7" Type="http://schemas.openxmlformats.org/officeDocument/2006/relationships/image" Target="../media/image55.png"/><Relationship Id="rId8" Type="http://schemas.openxmlformats.org/officeDocument/2006/relationships/image" Target="../media/image56.jpg"/><Relationship Id="rId9" Type="http://schemas.openxmlformats.org/officeDocument/2006/relationships/hyperlink" Target="https://www.youtube.com/watch?v=IDdcUb3zyYQ" TargetMode="External"/><Relationship Id="rId10" Type="http://schemas.openxmlformats.org/officeDocument/2006/relationships/image" Target="../media/image57.png"/><Relationship Id="rId11" Type="http://schemas.openxmlformats.org/officeDocument/2006/relationships/image" Target="../media/image58.jpg"/><Relationship Id="rId12" Type="http://schemas.openxmlformats.org/officeDocument/2006/relationships/hyperlink" Target="https://www.youtube.com/watch?v=6YwedUNbpdQ" TargetMode="External"/><Relationship Id="rId13" Type="http://schemas.openxmlformats.org/officeDocument/2006/relationships/image" Target="../media/image59.png"/><Relationship Id="rId14" Type="http://schemas.openxmlformats.org/officeDocument/2006/relationships/image" Target="../media/image60.jpg"/><Relationship Id="rId15" Type="http://schemas.openxmlformats.org/officeDocument/2006/relationships/hyperlink" Target="https://www.youtube.com/watch?v=hDRG1-qk3bs" TargetMode="External"/><Relationship Id="rId16" Type="http://schemas.openxmlformats.org/officeDocument/2006/relationships/image" Target="../media/image6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920240"/>
            <a:ext cx="9144000" cy="1188720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993392"/>
            <a:ext cx="82296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400" b="1">
                <a:solidFill>
                  <a:srgbClr val="FFFFFF"/>
                </a:solidFill>
                <a:latin typeface="Arial Black"/>
              </a:rPr>
              <a:t>▶  YouTube トレンド ランキング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291840"/>
            <a:ext cx="8229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0">
                <a:solidFill>
                  <a:srgbClr val="AAAAAA"/>
                </a:solidFill>
                <a:latin typeface="Arial"/>
              </a:rPr>
              <a:t>2026年05月31日  ·  急上昇 TOP 10 発表</a:t>
            </a:r>
          </a:p>
        </p:txBody>
      </p:sp>
      <p:pic>
        <p:nvPicPr>
          <p:cNvPr id="6" name="Picture 5" descr="zundamon-an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#10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https://www.youtube.com/watch?v=mLa7akRDml4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【検証】初心者が8時間ルールに関与し続けたらXP2000に到達できるのか？【スプラ13日目】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GON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124,660  👍 3,486  💬 485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1:02:21  ·  📅 公開22時間前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公開22時間で急上昇入り！　10万再生突破の話題作　いいね率2.8%と好評価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#9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https://www.youtube.com/watch?v=SlQR9iu09bQ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SON TUNG M-TP x TYGA | COME MY WAY | OFFICIAL MUSIC VIDEO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Sơn Tùng M-TP Official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15,669,932  👍 1,050,566  💬 140,528  📈+25.2%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4:18  ·  📅 公開60時間前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公開2日で急上昇　500万再生超の超バズ動画　前日比+25.2%で着実に成長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#8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https://www.youtube.com/watch?v=K-jNtieSLiU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FNCS メジャー1 サミット DAY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フォートナイト 公式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285,418  👍 4,697  💬 126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5:30:41  ·  📅 公開28時間前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10万再生突破の話題作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#7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https://www.youtube.com/watch?v=83C3TZ4Zm_o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aespa 에스파 'LEMONADE' MV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SMTOWN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8,773,185  👍 446,547  💬 27,295  📈+111.9%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3:12  ·  📅 公開45時間前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500万再生超の超バズ動画　前日比+111.9%と急拡散中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#6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https://www.youtube.com/watch?v=-bQgJsOGyYo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ゾンビだらけの世界を船に乗って生き残る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まいぜんシスターズ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152,701  👍 2,458  💬 113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33:44  ·  📅 公開23時間前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公開23時間で急上昇入り！　10万再生突破の話題作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#5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https://www.youtube.com/watch?v=Wx4-lfsgUlo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なにわ男子 - Celebrate [Official Music Video]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なにわ男子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346,432  👍 35,255  💬 5,356  📈+594.8%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4:04  ·  📅 公開38時間前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10万再生突破の話題作　前日比+594.8%の爆発的な伸び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FFFFFF"/>
                </a:solidFill>
                <a:latin typeface="Arial Black"/>
              </a:rPr>
              <a:t>#4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https://www.youtube.com/watch?v=lDSBe18Sn18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【マインクラフト】全ての行動がポイントになる可能性がある世界【日常組】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日常組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FFFFFF"/>
                </a:solidFill>
                <a:latin typeface="Arial"/>
              </a:rPr>
              <a:t>👁 506,812  👍 18,507  💬 681  📈+213.7%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54:36  ·  📅 公開41時間前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前日比+213.7%の爆発的な伸び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https://www.youtube.com/watch?v=dXsTd3xZi5k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きゃりーぱみゅぱみゅ - キミに100パーセント / THE FIRST TAKE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THE FIRST TAKE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D7F32"/>
                </a:solidFill>
                <a:latin typeface="Arial"/>
              </a:rPr>
              <a:t>👁 636,281  👍 38,795  💬 1,810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4:39  ·  📅 公開36時間前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いいね率6.1%と視聴者の支持が非常に高い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91440"/>
            <a:ext cx="182880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8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pic>
        <p:nvPicPr>
          <p:cNvPr id="4" name="Picture 3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960120"/>
            <a:ext cx="3657600" cy="20574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0040" y="3090672"/>
            <a:ext cx="1005840" cy="1005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417320" y="3246120"/>
            <a:ext cx="26060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https://www.youtube.com/watch?v=dab8DsN4Lkw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60520" y="777240"/>
            <a:ext cx="466344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【4人実況】NGワードを言ったら「仲間が死ぬ」おもしろホラーゲーム『 Cursed Companions 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60520" y="2331720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📺  キヨ。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2670048"/>
            <a:ext cx="4663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1">
                <a:solidFill>
                  <a:srgbClr val="C0C0C0"/>
                </a:solidFill>
                <a:latin typeface="Arial"/>
              </a:rPr>
              <a:t>👁 554,930  👍 17,246  💬 953  📈+461.9%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60520" y="3035808"/>
            <a:ext cx="4663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100" b="0">
                <a:solidFill>
                  <a:srgbClr val="AAAAAA"/>
                </a:solidFill>
                <a:latin typeface="Arial"/>
              </a:rPr>
              <a:t>⏱ 1:21:05  ·  📅 公開39時間前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" y="4160520"/>
            <a:ext cx="85039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4EC9B0"/>
                </a:solidFill>
                <a:latin typeface="Arial"/>
              </a:rPr>
              <a:t>💡 公開1日で急上昇　50万再生の注目コンテンツ　前日比+461.9%の爆発的な伸び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8080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029200"/>
            <a:ext cx="9144000" cy="109728"/>
          </a:xfrm>
          <a:prstGeom prst="rect">
            <a:avLst/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0" y="109728"/>
            <a:ext cx="91440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600" b="1">
                <a:solidFill>
                  <a:srgbClr val="FFD700"/>
                </a:solidFill>
                <a:latin typeface="Arial Black"/>
              </a:rPr>
              <a:t>🏆  NO. 1  🏆</a:t>
            </a:r>
          </a:p>
        </p:txBody>
      </p:sp>
      <p:pic>
        <p:nvPicPr>
          <p:cNvPr id="6" name="Picture 5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86000" y="1024128"/>
            <a:ext cx="4572000" cy="2569464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18120" y="3639312"/>
            <a:ext cx="1005840" cy="1005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274320" y="3657600"/>
            <a:ext cx="7406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u="sng">
                <a:solidFill>
                  <a:srgbClr val="FFFFFF"/>
                </a:solidFill>
                <a:latin typeface="Arial"/>
                <a:hlinkClick r:id="rId4"/>
              </a:rPr>
              <a:t>M!LK - アイドルパワー (Official Promotion Video)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74320" y="4160520"/>
            <a:ext cx="7406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100" b="0">
                <a:solidFill>
                  <a:srgbClr val="FFD700"/>
                </a:solidFill>
                <a:latin typeface="Arial"/>
              </a:rPr>
              <a:t>👁 925,951  👍 81,759  💬 6,339  ⏱ 3:52  📅 公開38時間前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74320" y="4498848"/>
            <a:ext cx="740664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>
                <a:solidFill>
                  <a:srgbClr val="4EC9B0"/>
                </a:solidFill>
                <a:latin typeface="Arial"/>
              </a:rPr>
              <a:t>💡 公開1日で急上昇　50万再生の注目コンテンツ　いいね率8.8%と視聴者の支持が非常に高い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" y="4828032"/>
            <a:ext cx="740664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700" b="0">
                <a:solidFill>
                  <a:srgbClr val="AAAAAA"/>
                </a:solidFill>
                <a:latin typeface="Arial"/>
              </a:rPr>
              <a:t>https://www.youtube.com/watch?v=e4M8z1xGTw0</a:t>
            </a:r>
          </a:p>
        </p:txBody>
      </p:sp>
      <p:pic>
        <p:nvPicPr>
          <p:cNvPr id="12" name="Picture 11" descr="zundamon-an.gif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26680" y="3726180"/>
            <a:ext cx="1371600" cy="13716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🎬 エンタメ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いや勝つんかいw　 #おもしろ #エンタメ #ネタ #バズれ #shorts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19,148,384  👍 158,046  ⏱ 0:10  📅 2025-08-09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https://www.youtube.com/watch?v=fBQOV3jiST0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無反応挑戦　w#おもしろ＃おもしろ動画＃エンタメ#お笑い#バラエティ#テレビ#バズれ…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ネタ秒  👁 14,609,655  👍 41,772  ⏱ 0:17  📅 2025-09-26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https://www.youtube.com/watch?v=9nXbYZL8V9E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クビの真相は？【GOKKO】【ごっこ倶楽部】【企業研究】【エンタメ業界】【IT業界】…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ごっこ倶楽部のウラ垢 - STUDIO GOKKO -  👁 12,781,157  👍 170,545  ⏱ 1:28  📅 2025-04-14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https://www.youtube.com/watch?v=i5TSvrhVH94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狩野英孝のマイクラ実況が面白いwww#エンタメ #マイクラ #狩野英孝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はるえもん  👁 11,709,055  👍 185,671  ⏱ 1:33  📅 2025-07-05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https://www.youtube.com/watch?v=21eblauBPy8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ネプリーグ放送事故w #おもしろ #面白い #テレビ #エンタメ #お笑い #芸人 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やっさん2  👁 11,475,916  👍 132,365  ⏱ 0:18  📅 2025-11-01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https://www.youtube.com/watch?v=fGaa5iluMIQ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🎮 ゲーム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感動のダブルスイカ‼️ #スイカゲーム #ゲーム実況 #サワヤンゲームズ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にこみチャンネル  👁 20,447,411  👍 362,509  ⏱ 0:59  📅 2023-12-22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https://www.youtube.com/watch?v=mhCy0IgobIw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全部ひっかかる人【しょぼんのアクション3D】 #ゲーム実況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タン  👁 19,798,500  👍 389,762  ⏱ 1:00  📅 2023-09-28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https://www.youtube.com/watch?v=XGbduoPa_-0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見たことの無い落ち方をする配信者#葉 #ゲーム実況 #切り抜き #onlyup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葉ちゅべ  👁 18,456,839  👍 350,951  ⏱ 0:38  📅 2023-07-07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https://www.youtube.com/watch?v=0cjKg-Z3xak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世界一の脱出ゲーム中にドッキリ【Human: Fall Flat】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まいぜんシスターズ  👁 12,035,797  👍 45,400  ⏱ 10:03  📅 2019-03-03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https://www.youtube.com/watch?v=F3C59iyfYPo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絶対に風邪を引きたいマッチョ #shorts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ドズル社  👁 11,665,219  👍 150,068  ⏱ 0:24  📅 2024-03-30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https://www.youtube.com/watch?v=CraZ3Q-I44g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✨ アニメ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ヒグチアイ / 悪魔の子 (アニメスペシャルVer.) | Ai Higuchi “…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ヒグチアイ  👁 212,588,725  👍 1,996,721  ⏱ 3:50  📅 2022-01-24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https://www.youtube.com/watch?v=WPl10ZrhCtk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TVアニメ『呪術廻戦』第2期「懐玉・玉折」ノンクレジットOPムービー／OPテーマ：キ…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TOHO animation チャンネル  👁 141,454,225  👍 0  ⏱ 1:31  📅 2023-07-07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https://www.youtube.com/watch?v=gcgKUcJKxIs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Mrs. GREEN APPLE「ライラック」MV - TVアニメ『忘却バッテリー』…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Mrs. GREEN APPLE  👁 52,971,309  👍 180,328  ⏱ 4:53  📅 2024-07-04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https://www.youtube.com/watch?v=-NFhRWhkp7I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バスボールを使ってみよう！#アニメキッズ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アニメキッズanimekids  👁 44,867,430  👍 0  ⏱ 29:47  📅 2017-09-15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https://www.youtube.com/watch?v=TFYnqEqeGqY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アイナ・ジ・エンド / 革命道中 - On The Way × TVアニメ『ダンダダ…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アイナ・ジ・エンド Official  👁 43,608,659  👍 186,428  ⏱ 3:22  📅 2025-08-20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https://www.youtube.com/watch?v=ScWlFcYn_FI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0F0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137160"/>
            <a:ext cx="8229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200" b="1">
                <a:solidFill>
                  <a:srgbClr val="FFFFFF"/>
                </a:solidFill>
                <a:latin typeface="Arial Black"/>
              </a:rPr>
              <a:t>🍿 映画 人気動画 TOP 5</a:t>
            </a:r>
          </a:p>
        </p:txBody>
      </p:sp>
      <p:sp>
        <p:nvSpPr>
          <p:cNvPr id="4" name="Rectangle 3"/>
          <p:cNvSpPr/>
          <p:nvPr/>
        </p:nvSpPr>
        <p:spPr>
          <a:xfrm>
            <a:off x="274320" y="749808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0040" y="749808"/>
            <a:ext cx="1737360" cy="97840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2194560" y="786384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FFD700"/>
                </a:solidFill>
                <a:latin typeface="Arial Black"/>
              </a:rPr>
              <a:t>#1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697480" y="786384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3"/>
              </a:rPr>
              <a:t>#film #映画red #恋愛 #映画紹介 #ドラマ #movie #映画</a:t>
            </a:r>
          </a:p>
        </p:txBody>
      </p:sp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0" y="804672"/>
            <a:ext cx="685800" cy="6858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697480" y="1207008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ドゥックの映画レビューへ  👁 5,595,359  👍 34,340  ⏱ 1:41  📅 2026-05-21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97480" y="1389888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https://www.youtube.com/watch?v=pMTUitjC-48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627632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image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20040" y="1627632"/>
            <a:ext cx="1737360" cy="9784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2194560" y="1664208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0C0C0"/>
                </a:solidFill>
                <a:latin typeface="Arial Black"/>
              </a:rPr>
              <a:t>#2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697480" y="1664208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6"/>
              </a:rPr>
              <a:t>市川團十郎が語る映画「国宝」の率直な感想と歌舞伎への想い</a:t>
            </a:r>
          </a:p>
        </p:txBody>
      </p:sp>
      <p:pic>
        <p:nvPicPr>
          <p:cNvPr id="15" name="Picture 14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046720" y="1682496"/>
            <a:ext cx="685800" cy="6858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697480" y="2084832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KABUKU. / 市川團十郎。  👁 3,492,603  👍 45,059  ⏱ 17:48  📅 2025-07-12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697480" y="2267712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https://www.youtube.com/watch?v=OhHzzl4Z6qU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74320" y="2505456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image.jp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20040" y="2505456"/>
            <a:ext cx="1737360" cy="978408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2194560" y="2542032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CD7F32"/>
                </a:solidFill>
                <a:latin typeface="Arial Black"/>
              </a:rPr>
              <a:t>#3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97480" y="2542032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9"/>
              </a:rPr>
              <a:t>秘技、ナルト投げ!! #映画 #タンポポ #伊丹十三 #映画レビュー #ラーメン #…</a:t>
            </a:r>
          </a:p>
        </p:txBody>
      </p:sp>
      <p:pic>
        <p:nvPicPr>
          <p:cNvPr id="22" name="Picture 21" descr="image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46720" y="2560320"/>
            <a:ext cx="685800" cy="6858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2697480" y="2962656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max leo  👁 2,839,491  👍 16,585  ⏱ 0:58  📅 2025-12-19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697480" y="3145536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https://www.youtube.com/watch?v=IDdcUb3zyYQ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74320" y="3383280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image.jp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20040" y="3383280"/>
            <a:ext cx="1737360" cy="978408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2194560" y="3419856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97480" y="3419856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2"/>
              </a:rPr>
              <a:t>女性300人に聞いたつまらないジブリ作品ランキング　#shorts #映画 #解説 …</a:t>
            </a:r>
          </a:p>
        </p:txBody>
      </p:sp>
      <p:pic>
        <p:nvPicPr>
          <p:cNvPr id="29" name="Picture 28" descr="image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46720" y="3438144"/>
            <a:ext cx="685800" cy="685800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2697480" y="3840480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ゾノの映画トーク  👁 2,199,288  👍 33,530  ⏱ 0:47  📅 2024-03-27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697480" y="4023360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https://www.youtube.com/watch?v=6YwedUNbpdQ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74320" y="4261104"/>
            <a:ext cx="8595360" cy="804672"/>
          </a:xfrm>
          <a:prstGeom prst="rect">
            <a:avLst/>
          </a:prstGeom>
          <a:solidFill>
            <a:srgbClr val="1E1E1E"/>
          </a:solidFill>
          <a:ln w="6350"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3" name="Picture 32" descr="image.jp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20040" y="4261104"/>
            <a:ext cx="1737360" cy="978408"/>
          </a:xfrm>
          <a:prstGeom prst="rect">
            <a:avLst/>
          </a:prstGeom>
        </p:spPr>
      </p:pic>
      <p:sp>
        <p:nvSpPr>
          <p:cNvPr id="34" name="TextBox 33"/>
          <p:cNvSpPr txBox="1"/>
          <p:nvPr/>
        </p:nvSpPr>
        <p:spPr>
          <a:xfrm>
            <a:off x="2194560" y="4297680"/>
            <a:ext cx="5486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500" b="1">
                <a:solidFill>
                  <a:srgbClr val="AAAAAA"/>
                </a:solidFill>
                <a:latin typeface="Arial Black"/>
              </a:rPr>
              <a:t>#5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697480" y="4297680"/>
            <a:ext cx="5212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u="sng">
                <a:solidFill>
                  <a:srgbClr val="FFFFFF"/>
                </a:solidFill>
                <a:latin typeface="Arial"/>
                <a:hlinkClick r:id="rId15"/>
              </a:rPr>
              <a:t>#film #映画red #movie #恋愛 #映画紹介 #ドラマ #映画</a:t>
            </a:r>
          </a:p>
        </p:txBody>
      </p:sp>
      <p:pic>
        <p:nvPicPr>
          <p:cNvPr id="36" name="Picture 35" descr="image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8046720" y="4315968"/>
            <a:ext cx="685800" cy="685800"/>
          </a:xfrm>
          <a:prstGeom prst="rect">
            <a:avLst/>
          </a:prstGeom>
        </p:spPr>
      </p:pic>
      <p:sp>
        <p:nvSpPr>
          <p:cNvPr id="37" name="TextBox 36"/>
          <p:cNvSpPr txBox="1"/>
          <p:nvPr/>
        </p:nvSpPr>
        <p:spPr>
          <a:xfrm>
            <a:off x="2697480" y="4718304"/>
            <a:ext cx="52120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AAAAAA"/>
                </a:solidFill>
                <a:latin typeface="Arial"/>
              </a:rPr>
              <a:t>📺 ドゥックの映画レビューへ  👁 2,151,169  👍 22,187  ⏱ 2:56  📅 2026-05-22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697480" y="4901184"/>
            <a:ext cx="5212080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700" b="0">
                <a:solidFill>
                  <a:srgbClr val="666666"/>
                </a:solidFill>
                <a:latin typeface="Arial"/>
              </a:rPr>
              <a:t>https://www.youtube.com/watch?v=hDRG1-qk3bs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