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「アベンジャーズ／エンドゲーム：アンコール」予告映像｜9月23日(水・祝)より期…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マーベル公式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82万回　👍 5,619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Motoki Ohmori -「灰色」Official MV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大森元貴 / Motoki Ohmori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83万回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モンストニュース[8/27]モンストの最新情報をお届けします！【モンスト公式】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44万回　👍 4,986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『ペルソナ４ リバイバル』STORY TRAILER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atlustube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18万回　👍 7,351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Snow Man 'show time...'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179万回　👍 10万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