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-iuG8oCIp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hikve2lv6E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EJhsl8zZhd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Pz29ehcGsF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UQlgf5cfMbA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Zl4igAf4Yh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1hSOOSaPZZ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7V2ScEMyV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VXKN5pxbcI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7IFjVUUb_E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WPl10ZrhCtk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krs11bLvpo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https://www.youtube.com/watch?v=R-iuG8oCIpg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宇多田ヒカル　パッパパラダイス feat.甲本ヒロト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Hikaru Utada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1,147,970  👍 46,381  💬 1,772  📈+43.5%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4:08  ·  📅 公開77時間前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100万再生超の大ヒット　前日比+43.5%で着実に成長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https://www.youtube.com/watch?v=hikve2lv6EQ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【原神】エピソード サンドローネ「朝の日の温もり」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原神-Genshin-公式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409,447  👍 34,300  💬 1,316  📈+16.7%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3:27  ·  📅 公開40時間前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前日比+16.7%で着実に成長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https://www.youtube.com/watch?v=EJhsl8zZhdc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映画『HiGH&amp;LOW THE 新世界』超特報映像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HiGH&amp;LOW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245,649  👍 5,438  💬 694  📈+26.0%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2:34  ·  📅 公開60時間前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10万再生突破の話題作　前日比+26.0%で着実に成長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https://www.youtube.com/watch?v=Pz29ehcGsFk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Dance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466,234  👍 28,902  💬 1,587  📈+16.7%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3:57  ·  📅 公開77時間前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10万再生突破の話題作　前日比+16.7%で着実に成長　いいね率6.2%と視聴者の支持が非常に高い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https://www.youtube.com/watch?v=UQlgf5cfMbA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ホラーが嫌いすぎる友人に「 今年最も怖いと言われた５本のビデオ 」を見せてみた 【 Don't Play This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910,292  👍 25,289  💬 1,406  📈+18.3%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1:35:09  ·  📅 公開60時間前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前日比+18.3%で着実に成長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https://www.youtube.com/watch?v=Zl4igAf4Yhc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「THE ONE PIECE」ティーザー予告編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1,071,285  👍 27,815  💬 2,728  📈+11.1%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1:10  ·  📅 公開55時間前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前日比+11.1%で着実に成長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https://www.youtube.com/watch?v=1hSOOSaPZZc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モーニング娘。'26『Lonely...But not Alone』Promotion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モーニング娘。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270,807  👍 14,150  💬 2,342  📈+21.1%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4:38  ·  📅 公開56時間前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10万再生突破の話題作　前日比+21.1%で着実に成長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https://www.youtube.com/watch?v=C7V2ScEMyVU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モンストニュース[6/25]超究極「ペイン天道」降臨！新イベント「掟と抗争のカルコサ PART Ⅲ」など、モンストの最新情報をお届けします！【モンスト公式】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408,636  👍 4,718  💬 226  📈+2.1%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28:35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https://www.youtube.com/watch?v=zVXKN5pxbcI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【THE ONE PIECE】ティザー予告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ONE PIECE公式YouTubeチャンネル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909,018  👍 30,714  💬 2,317  📈+13.1%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0:58  ·  📅 公開55時間前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前日比+13.1%で着実に成長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Stray Kids "RUN IT"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18,091,089  👍 1,140,562  💬 109,344  ⏱ 3:49  📅 公開64時間前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500万再生超の超バズ動画　前日比+23.8%で着実に成長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https://www.youtube.com/watch?v=Q7IFjVUUb_E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19,153,959  👍 157,980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14,609,793  👍 41,739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11,734,429  👍 185,978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11,524,083  👍 132,975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10,548,835  👍 98,001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24,908,296  👍 378,757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20,959,009  👍 378,597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20,451,309  👍 362,354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19,805,571  👍 389,636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12,219,600  👍 159,856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ヒグチアイ / 悪魔の子 (アニメスペシャルVer.) | Ai Higuchi “…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215,573,819  👍 2,014,779  ⏱ 3:50  📅 2022-01-24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144,457,125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【公式】Pokémon Day記念！歴代のパートナーのポケモンたちが踊り出す “PO…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ポケモン公式YouTubeチャンネル  👁 71,113,472  👍 0  ⏱ 1:20  📅 2024-02-27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https://www.youtube.com/watch?v=Wkrs11bLvpo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45,673,738  👍 190,602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37,824,306  👍 532,542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6,818,526  👍 119,598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6,236,369  👍 92,272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6,134,670  👍 28,439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5,267,679  👍 83,644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3,669,574  👍 46,408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