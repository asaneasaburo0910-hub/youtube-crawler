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qf4kjBYR3O0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ctXgt6Zt3n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rKqcvvut8pw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WXKMjlLti0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7wRXibXE7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CqB2h09Yyp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WKCkRz5ULh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oLU-AvdRm5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BPJ97kmvbK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ikFaEAlO5N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17J3AXVK5w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y_fYd3ZwP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88uap7ImJ88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OIBODIPC_8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WPl10ZrhCt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5yb2N3pnztU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t3a3C-FDrxw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mEAhcCWMAa4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https://www.youtube.com/watch?v=qf4kjBYR3O0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星野源 - 好き [Official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星野源 Gen Hoshino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639,222  👍 49,501  💬 2,289  📈+72.5%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3:53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前日比+72.5%と急拡散中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https://www.youtube.com/watch?v=ctXgt6Zt3n0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妖怪たちとの別れを受け入れられずに泣く天野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260,153  👍 7,661  💬 721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1:09:44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https://www.youtube.com/watch?v=rKqcvvut8pw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T-Pablow &amp; Zeebra vs  CHEHON &amp; Red Eye/BATTLE SUMMIT III(2026.8.11)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戦極MCBATTLE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600,750  👍 15,268  💬 1,497  📈+66.1%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8:31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前日比+66.1%と急拡散中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https://www.youtube.com/watch?v=WXKMjlLti0U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親戚の子供が号泣した欲望まみれの虚無【もしかしておばけの射的屋 switch2】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268,920  👍 6,205  💬 908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18:42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https://www.youtube.com/watch?v=G7wRXibXE7s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マイオンリー -Dance Performance Only ver.-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235,043  👍 34,270  💬 1,718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2:27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10万再生突破の話題作　いいね率14.6%と視聴者の支持が非常に高い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https://www.youtube.com/watch?v=CqB2h09Yypw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地面に『100回』足をつけたらリセットされる世界でエンドラ討伐【マイクラ】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317,818  👍 10,626  💬 555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1:01:49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https://www.youtube.com/watch?v=WKCkRz5ULhg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【期間限定公開】M!LK – アイドルパワー (from CDTVライブ！ライブ！)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364,474  👍 43,107  💬 1,872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3:54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いいね率11.8%と視聴者の支持が非常に高い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https://www.youtube.com/watch?v=oLU-AvdRm54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【マインクラフト】50個ある駅で制限時間内に合流できるまで終われません【日常組】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427,334  👍 16,775  💬 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59:52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https://www.youtube.com/watch?v=BPJ97kmvbKc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「アベンジャーズ／ドゥームズデイ」ティザー予告｜2026年12月18日(金)劇場公開｜MARVEL(マーベル)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マーベル公式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623,830  👍 11,931  💬 1,005  📈+47.2%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2:26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前日比+47.2%で着実に成長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 21st Single『恋、はじめました。』【MV full】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687,887  👍 50,510  💬 5,654  ⏱ 3:45  📅 公開4時間前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　いいね率7.3%と視聴者の支持が非常に高い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https://www.youtube.com/watch?v=ikFaEAlO5N0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AVENGERS: DOOMSDAY CLOCK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34,434,167  👍 858,269  ⏱ 不明  📅 2025-12-16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27,246,896  👍 67,523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19,712,232  👍 11,241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19,164,656  👍 157,837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El Chavo del 8 EN VIVO 24/7 🔴 Maratón de t…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17,834,156  👍 60,717  ⏱ 不明  📅 2025-12-25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22,295,215  👍 396,886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20,464,380  👍 362,217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19,825,755  👍 389,557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18,656,638  👍 546,315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17,501,809  👍 543,922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737,416,441  👍 3,388,236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赤ちゃん・子供向け 知育アニメ★数字をおぼえよう・アイスクリーム★Learn To 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256,019,462  👍 543,183  ⏱ 3:23  📅 2018-05-11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https://www.youtube.com/watch?v=88uap7ImJ88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YOASOBI「勇者」 Official Music Video／TVアニメ『葬送の…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221,527,435  👍 1,226,381  ⏱ 3:24  📅 2023-09-29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ヒグチアイ / 悪魔の子 (アニメスペシャルVer.) | Ai Higuchi “…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220,021,134  👍 2,037,943  ⏱ 3:50  📅 2022-01-24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163,545,550  👍 0  ⏱ 1:31  📅 2023-09-01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6,848,478  👍 119,780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6,736,806  👍 103,595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妻が夫を死んだと思い込ませた理由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4,469,070  👍 78,984  ⏱ 2:30  📅 2026-08-06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https://www.youtube.com/watch?v=t3a3C-FDrxw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4,372,054  👍 23,260  ⏱ 0:12  📅 2026-07-09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3,731,327  👍 46,834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