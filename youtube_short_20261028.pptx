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映画『人生を変えたコント』本予告　12月18日（金）公開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ギャガ公式チャンネル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1,585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ILLIT (아일릿) '체포하겠어 (You’re Under Arrest)…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892万回　👍 39万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「ストリートファイターリーグ JAPAN 2026」Division F 第5節…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93万回　👍 6,113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『僕の狂ったフェミ彼女』予告編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37万回　👍 1,410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ザッツ！超常 (Dance Performance Movie)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629万回　👍 12万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