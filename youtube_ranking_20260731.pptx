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0U0l5RU3Pg4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3ELvRLq9llg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XvyrabxW3IM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xeYiCU7W9as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iD7TqJvfRwI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HRlAGIcl2n0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zfYGdSqliRU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QQiDX9Vpf4U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1zip1rNaNYs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RUEnyZLCtW4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RHUauMcYlX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fBQOV3jiST0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P8QordVAUyU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21eblauBPy8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fGaa5iluMIQ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mhCy0IgobIw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XGbduoPa_-0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ffE0CxNxrII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kWxVkRGq_uI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fl2pxqBkENQ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1JrBFDwE-jo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2pECnr5MNuU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gcgKUcJKxIs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Z8xvh9B1JZk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ScWlFcYn_F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OhHzzl4Z6qU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KWYewgdSAOI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HQDUEU-Zhyc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2026年07月31日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https://www.youtube.com/watch?v=0U0l5RU3Pg4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JO1 | 'WHATCHA DOIN' Teaser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JO1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54,973  👍 8,830  💬 664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0:19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急上昇中の新興コンテンツ　いいね率16.1%と視聴者の支持が非常に高い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https://www.youtube.com/watch?v=3ELvRLq9llg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日本応援！DFM vs VL / ZETA vs FS - Group Stage Week3 - VCT Pacific 2026 Stage2【VALORANT】#VCTWatchParty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Lazvell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344,211  👍 1,809  💬 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7:25:51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https://www.youtube.com/watch?v=XvyrabxW3IM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『THE RIBBON HERO リボンヒーロー』| 第3弾予告編 | Netflix Japan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Netflix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18,930  👍 416  💬 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1:59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急上昇中の新興コンテンツ　いいね率2.2%と好評価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https://www.youtube.com/watch?v=xeYiCU7W9as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あいみょん - RING DING【OFFICIAL MUSIC VIDEO】【#あいみょんMVリクエスト 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あいみょん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117,935  👍 9,520  💬 803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4:10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いいね率8.1%と視聴者の支持が非常に高い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https://www.youtube.com/watch?v=iD7TqJvfRwI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【にじさんじ】熱狂！にじさんじ甲子園2026#7【 #にじ甲2026】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舞元啓介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541,179  👍 8,007  💬 278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5:54:10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https://www.youtube.com/watch?v=HRlAGIcl2n0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『THE RIBBON HERO リボンヒーロー』第3弾予告公開 / 2026年8月8日(土)　Netflix世界独占配信開始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TWIN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22,164  👍 696  💬 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1:44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急上昇中の新興コンテンツ　いいね率3.1%と好評価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https://www.youtube.com/watch?v=zfYGdSqliRU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【original MV】BooooM!!!【hololive/宝鐘マリン】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Marine Ch. 宝鐘マリン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310,349  👍 41,420  💬 1,381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2:55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いいね率13.3%と視聴者の支持が非常に高い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https://www.youtube.com/watch?v=QQiDX9Vpf4U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VCT Pacific 2026 : STAGE 2 - DAY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VALORANT //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523,698  👍 2,955  💬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7:52:19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https://www.youtube.com/watch?v=1zip1rNaNYs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RAMAYANA - Official Trailer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Sony Pictures Entertainment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10,137,771  👍 296,087  💬 28,449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4:10  ·  📅 公開15時間前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公開15時間で急上昇入り！　500万再生超の超バズ動画　いいね率2.9%と好評価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≒JOY（ニアリーイコールジョイ）/ 5th Single c/w『わたし注意報』【MV full】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131,542  👍 10,253  💬 1,305  ⏱ 4:47  📅 公開8時間前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いいね率7.8%と視聴者の支持が非常に高い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https://www.youtube.com/watch?v=RUEnyZLCtW4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🔴LIVE: 24 HOURS+ Bluey Episodes in HD! ✨ 💙…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- Official Channel  👁 24,389,142  👍 60,700  ⏱ 不明  📅 2026-04-02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https://www.youtube.com/watch?v=RHUauMcYlX0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いや勝つんかいw　 #おもしろ #エンタメ #ネタ #バズれ #shorts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19,162,296  👍 157,871  ⏱ 0:10  📅 2025-08-09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[🔴LIVE]  깔깔티비 💫1박2일💫 화질UP 🔥24시간 무한 스트리밍🔥 ㅣ…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19,117,577  👍 10,960  ⏱ 不明  📅 2025-04-07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狩野英孝のマイクラ実況が面白いwww#エンタメ #マイクラ #狩野英孝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11,758,587  👍 186,247  ⏱ 1:33  📅 2025-07-05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11,548,717  👍 133,119  ⏱ 0:18  📅 2025-11-01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感動のダブルスイカ‼️ #スイカゲーム #ゲーム実況 #サワヤンゲームズ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20,456,379  👍 362,154  ⏱ 0:59  📅 2023-12-22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全部ひっかかる人【しょぼんのアクション3D】 #ゲーム実況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19,819,930  👍 389,572  ⏱ 1:00  📅 2023-09-28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息子の扱いが酷すぎる男。#ゲーム実況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14,760,921  👍 216,733  ⏱ 0:58  📅 2026-03-12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ホラゲーに舐められている配信者www#葉 #ゲーム実況 #theclassroom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9,214,172  👍 247,676  ⏱ 0:57  📅 2024-06-15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https://www.youtube.com/watch?v=kWxVkRGq_uI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1㎜も知らないけど世界一のプレイヤーを解説実況する【Apex Legends編】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六丸の工房  👁 8,375,631  👍 128,510  ⏱ 6:03  📅 2019-03-10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https://www.youtube.com/watch?v=fl2pxqBkENQ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いえでマネしないでね！@MashaBearJAPAN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マーシャとくま - Masha and the Bear Japan  👁 1,838,602,560  👍 14,028,206  ⏱ 0:53  📅 2023-12-30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https://www.youtube.com/watch?v=1JrBFDwE-jo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TVアニメ「ダンベル何キロ持てる？」OPテーマ Muscle Video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KADOKAWAanime  👁 282,865,638  👍 791,806  ⏱ 1:44  📅 2019-07-11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https://www.youtube.com/watch?v=2pECnr5MNuU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147,726,661  👍 0  ⏱ 1:31  📅 2023-07-07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ピンポン玉チャレンジLv100【アニメ】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ゆずざくろ  👁 67,343,525  👍 233,130  ⏱ 0:22  📅 2026-06-08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https://www.youtube.com/watch?v=Z8xvh9B1JZk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アイナ・ジ・エンド / 革命道中 - On The Way × TVアニメ『ダンダダ…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48,272,078  👍 196,313  ⏱ 3:22  📅 2025-08-20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6,837,223  👍 119,702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6,458,877  👍 100,125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市川團十郎が語る映画「国宝」の率直な感想と歌舞伎への想い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3,722,778  👍 46,764  ⏱ 17:48  📅 2025-07-12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名作映画を見た感想を嘘ついてる奴は誰だ！映画人狼バトル開始！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3,487,902  👍 30,433  ⏱ 34:45  📅 2024-09-26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ディズニー１００周年のゴミ『ウィッシュ』レビュー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3,465,504  👍 44,630  ⏱ 12:56  📅 2023-12-19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https://www.youtube.com/watch?v=HQDUEU-Zhyc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