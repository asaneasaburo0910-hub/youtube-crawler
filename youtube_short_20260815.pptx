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2026年08月15日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地面に『100回』足をつけたらリセットされる世界でエンドラ討伐【マイクラ】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ドズル社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31万回　👍 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【期間限定公開】M!LK – アイドルパワー (from CDTVライブ！ライブ…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M!LK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36万回　👍 4万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【マインクラフト】50個ある駅で制限時間内に合流できるまで終われません【日常組】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日常組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42万回　👍 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「アベンジャーズ／ドゥームズデイ」ティザー予告｜2026年12月18日(金)劇場…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マーベル公式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62万回　👍 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＝LOVE（イコールラブ）/ 21st Single『恋、はじめました。』【MV…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＝LOVE（イコールラブ）公式チャンネル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68万回　👍 5万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