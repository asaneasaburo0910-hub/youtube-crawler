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2026年07月02日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【ついに7/17公開！】ファイナル予告篇〝友近サスペンス劇場Ⅱ〟寝台特急「はつゆ…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フィルムエストTV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5万回　👍 3,357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Kvi Baba - BPM feat. KREVA / THE FIRST T…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THE FIRST 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35万回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1人で新作リズム天国を先行プレイして俺より壊れてる奴いんの？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キヨ。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89万回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【予告2】劇場版『TOKYO MER～走る緊急救命室～CAPITAL CRISI…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9万回　👍 2,149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BE:FIRST / Missing -Dance Practice-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32万回　👍 3万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