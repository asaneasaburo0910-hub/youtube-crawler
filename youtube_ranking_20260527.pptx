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0cItU0VafE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TMfy2y-GAm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KN4p3kptkv0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Ve7bndFhW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gV9GmcW-1O8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DgpA8_aeJMQ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vcuFsQj0L2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cKGHbcwGyI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AQEct00Ks5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OR8h4197xJo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ZZvIVRQ4E7I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2026年05月27日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https://www.youtube.com/watch?v=0cItU0VafEA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ROIROM 'Pa Ri Ra!!'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ROIROM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25,650  👍 5,124  💬 1,049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4:02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いいね率20.0%と視聴者の支持が非常に高い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https://www.youtube.com/watch?v=TMfy2y-GAmw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2人の想像を超える出来事が起きる…観察５日目『トモダチコレクションわくわく生活』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183,580  👍 6,066  💬 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45:55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　いいね率3.3%と好評価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https://www.youtube.com/watch?v=KN4p3kptkv0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映画『ヒトラーの毒見役』予告編｜食べて死ぬか撃たれて死ぬか…実在した毒見役の証言に基づく世界的ベストセラーを映画化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48,909  👍 666  💬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1:40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https://www.youtube.com/watch?v=Ve7bndFhWNg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[INI STUDIO] 藤牧京介 - Yourself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43,273  👍 8,399  💬 1,391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3:33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いいね率19.4%と視聴者の支持が非常に高い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https://www.youtube.com/watch?v=gV9GmcW-1O8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プレイヤーがいない間にマイクラのMOBは何をしているのか？【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136,715  👍 1,920  💬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19:45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https://www.youtube.com/watch?v=DgpA8_aeJMQ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TREASURE - ‘IF I’ M/V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TREASURE (트레저)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1,873,385  👍 66,056  💬 9,967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0:36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100万再生超の大ヒット　いいね率3.5%と好評価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https://www.youtube.com/watch?v=vcuFsQj0L28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The Theme of ND⁵ -Let’s celebrate!!-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56,209  👍 11,733  💬 487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0:28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いいね率20.9%と視聴者の支持が非常に高い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https://www.youtube.com/watch?v=cKGHbcwGyII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最後まで生き残るのは誰だ！？シャトルランサバイバル！【マイクラ】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141,768  👍 6,503  💬 299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1:04:30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いいね率4.6%と好評価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https://www.youtube.com/watch?v=AQEct00Ks5s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【主題歌入り予告】米津玄師「夜鷹」に決定！｜映画『キングダム 魂の決戦』7月17日(金)公開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367,920  👍 10,291  💬 647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いいね率2.8%と好評価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MANATO (BE:FIRST) / Rain on me -Special Video-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111,998  👍 25,599  💬 1,301  ⏱ 4:03  📅 公開-5時間前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10万再生突破の話題作　いいね率22.9%と視聴者の支持が非常に高い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https://www.youtube.com/watch?v=OR8h4197xJo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19,147,553  👍 158,056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14,609,642  👍 41,775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12,781,106  👍 170,553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11,705,644  👍 185,644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11,471,513  👍 132,310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24,803,399  👍 378,540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20,446,866  👍 362,532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19,797,948  👍 389,779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18,347,931  👍 348,991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16,595,759  👍 195,466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141,138,322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52,817,324  👍 180,193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43,393,204  👍 186,041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34,948,818  👍 516,820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TVアニメ「しかのこのこのここしたんたん」ノンクレジットオープニング映像『シカ色デイ…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TWIN ENGINE  👁 34,911,574  👍 506,192  ⏱ 1:31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https://www.youtube.com/watch?v=ZZvIVRQ4E7I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6,800,889  👍 119,476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3,491,434  👍 45,046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3,345,483  👍 29,889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3,286,917  👍 43,392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2,991,774  👍 35,674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