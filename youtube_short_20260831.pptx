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2026年08月31日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【4人実況】2ヶ月で2000万本を売り上げた大傑作かくれんぼゲーム『 めっちゃカ…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キヨ。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116万回　👍 2万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点描の唄  / 戌亥とこ × 甲斐田晴 (cover) 【歌ってみた】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甲斐田 晴 / Kaida Haru【にじさんじ】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22万回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【＃ホロぷよテト大会】ホロライブぷよテト大会2026！！！！！！！！！！！！！！…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Pekora Ch. 兎田ぺこら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178万回　👍 4万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劇場アニメ「青春ブタ野郎はディアフレンドの夢を見ない」本予告第2弾｜2026年1…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アニプレックス チャンネル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18万回　👍 4,528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KEY TO LIT【Never Fade Love】Arena Tour 20…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ジュニアCHANNEL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60万回　👍 2万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