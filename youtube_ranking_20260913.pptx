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kD9whzsWBqU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MgZtD3y7SMk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ZNZMlB4I17g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HG8ZYbr0GZo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gCXi7FuubYE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3P4k8TSwkos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qR2pggPX_Sc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qm0wtk1SczA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Q1s93-kSQ5M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3rTOBRwAi24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RHUauMcYlX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fy_fYd3ZwPE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BQOV3jiST0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21eblauBPy8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fGaa5iluMIQ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k3pCB0OwN1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ytBtKVEAmGQ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1JrBFDwE-jo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OIBODIPC_8Y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WPl10ZrhCtk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5yb2N3pnztU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gcgKUcJKxIs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5ElBjw-6F3s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myP46pO9xsU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lyZZdUUM_GM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2a1YM7MCXng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mEAhcCWMAa4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2026年09月13日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https://www.youtube.com/watch?v=kD9whzsWBqU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EBiDAN(恵比寿学園男子部) 「好きだから走れ！！！！！！！」Lyric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EBiDAN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706,627  👍 46,356  💬 2,968  📈+25.2%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4:32  ·  📅 公開39時間前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前日比+25.2%で着実に成長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https://www.youtube.com/watch?v=MgZtD3y7SMk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加藤純一と見る「Nintendo Direct 2026.9.9」【2026/09/12】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加藤純一切り抜き集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215,161  👍 1,076  💬 526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53:09  ·  📅 公開4時間前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公開4時間で急上昇入り！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https://www.youtube.com/watch?v=ZNZMlB4I17g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【MV】Shoot Me Down - 3SKM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3SKM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171,161  👍 16,489  💬 677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3:00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10万再生突破の話題作　いいね率9.6%と視聴者の支持が非常に高い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https://www.youtube.com/watch?v=HG8ZYbr0GZo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【環境激変】ガチ勢大歓喜！ポケモンチャンピオンズ""新ルール""が神ゲー確定しすぎてヤバいwww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今日ポケch.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378,627  👍 2,826  💬 358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50:43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https://www.youtube.com/watch?v=gCXi7FuubYE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BE:FIRST / WATCH ME -Global EP Digest-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BE:FIRST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267,493  👍 21,846  💬 943  📈+179.1%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2:21  ·  📅 公開22時間前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公開22時間で急上昇入り！　10万再生突破の話題作　前日比+179.1%と急拡散中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https://www.youtube.com/watch?v=3P4k8TSwkos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Ver.7.1「冥府へのレクイエム」予告番組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原神-Genshin-公式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966,094  👍 22,751  💬 1,071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1:16:54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50万再生の注目コンテンツ　いいね率2.4%と好評価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https://www.youtube.com/watch?v=qR2pggPX_Sc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【オリジナル楽曲】Wishing Umbrella / しぐれうい【堀江晶太】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しぐれうい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449,701  👍 30,553  💬 1,898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3:39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10万再生突破の話題作　いいね率6.8%と視聴者の支持が非常に高い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https://www.youtube.com/watch?v=qm0wtk1SczA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【ドラゴンボールZ ドッカンバトル】GLOBAL DOKKAN CAMPAIGN 2026 第2弾 記念生放送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Bandai Namco Entertainment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213,572  👍 0  💬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3:11:02  ·  📅 公開-8時間前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公開-8時間で急上昇入り！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https://www.youtube.com/watch?v=Q1s93-kSQ5M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映画『八つ墓村』特別主題歌予告【9月18日(金)全国公開】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松竹チャンネル/SHOCHIKUch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48,999  👍 1,014  💬 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0:56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急上昇中の新興コンテンツ　いいね率2.1%と好評価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JO1｜'IGNITE' PRACTICE VIDEO (MOVING VER.)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208,228  👍 14,587  💬 2,116  ⏱ 3:30  📅 公開17時間前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公開17時間で急上昇入り！　10万再生突破の話題作　いいね率7.0%と視聴者の支持が非常に高い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https://www.youtube.com/watch?v=3rTOBRwAi24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🔴LIVE: 24 HOURS+ Bluey Episodes in HD! ✨ 💙…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Bluey - Official Channel  👁 32,732,659  👍 79,846  ⏱ 不明  📅 2026-04-02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https://www.youtube.com/watch?v=RHUauMcYlX0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El Chavo del 8 EN VIVO 24/7 🔴 Maratón de t…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El Chavo del 8  👁 19,451,872  👍 64,491  ⏱ 不明  📅 2025-12-25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https://www.youtube.com/watch?v=fy_fYd3ZwPE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いや勝つんかいw　 #おもしろ #エンタメ #ネタ #バズれ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19,165,068  👍 157,738  ⏱ 0:10  📅 2025-08-09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狩野英孝のマイクラ実況が面白いwww#エンタメ #マイクラ #狩野英孝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11,798,107  👍 186,765  ⏱ 1:33  📅 2025-07-05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11,586,919  👍 133,334  ⏱ 0:18  📅 2025-11-01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22,937,390  👍 406,059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20,474,305  👍 362,097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19,842,570  👍 389,576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ロシア人を質問責めしたら反応がカワイイwwwww【Liar’s Bar/ライアーズバ…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ゼロ / ZERO  👁 18,662,131  👍 546,094  ⏱ 0:44  📅 2024-12-11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https://www.youtube.com/watch?v=k3pCB0OwN10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ホラーゲームを全力で楽しむ男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キシタク店長-DVR-  👁 17,636,448  👍 545,557  ⏱ 1:00  📅 2022-10-19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https://www.youtube.com/watch?v=ytBtKVEAmGQ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いえでマネしないでね！@MashaBearJAPAN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マーシャとくま - Masha and the Bear Japan  👁 1,906,936,908  👍 14,349,601  ⏱ 0:53  📅 2023-12-30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https://www.youtube.com/watch?v=1JrBFDwE-jo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YOASOBI「勇者」 Official Music Video／TVアニメ『葬送の…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223,901,964  👍 1,232,082  ⏱ 3:24  📅 2023-09-29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ヒグチアイ / 悪魔の子 (アニメスペシャルVer.) | Ai Higuchi “…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222,542,125  👍 2,049,743  ⏱ 3:50  📅 2022-01-24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165,867,160  👍 0  ⏱ 1:31  📅 2023-09-01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150,847,644  👍 0  ⏱ 1:31  📅 2023-07-07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映画館が一瞬でパニックに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教えてショート  👁 8,343,217  👍 153,853  ⏱ 0:29  📅 2026-09-04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https://www.youtube.com/watch?v=5ElBjw-6F3s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ってるワイフ#film #映画レビュー #映画紹介 #映画 #映画解説 #ドラマ #…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7,385,683  👍 106,433  ⏱ 2:59  📅 2025-06-30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https://www.youtube.com/watch?v=myP46pO9xsU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シンクロ率100％だった映画『Michael』の裏側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7,121,402  👍 107,671  ⏱ 0:56  📅 2026-05-18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6,943,102  👍 120,615  ⏱ 1:00  📅 2025-03-15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トイストーリー5面白くなかった。1と2が最高すぎたから見ない方がよかったと後悔してま…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かえぽん  👁 4,592,794  👍 24,327  ⏱ 0:12  📅 2026-07-09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https://www.youtube.com/watch?v=mEAhcCWMAa4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