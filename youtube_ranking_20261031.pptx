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lY2lnWCoWoU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A61ke4S3k_g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bHJ4IMV5cro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GBZpkNWjy0U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TySNu7V18P4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q2o1cGwhUKE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2Vty_NMVew8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r5HYlMePaFQ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_qY_Hc4xaQY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ys3y_rjIbiI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crwxJBQKWj4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f17J3AXVK5w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BQOV3jiST0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OBe-ehVPKKk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NGsjOrzwjZk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ffE0CxNxrII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XGbduoPa_-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Snd181QDquI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WPl10ZrhCtk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5yb2N3pnztU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gcgKUcJKxIs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Z8xvh9B1JZk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myP46pO9xsU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2a1YM7MCXng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YmRxFhtYydY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a8niMJ2Intc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2026年10月31日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https://www.youtube.com/watch?v=lY2lnWCoWoU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『崩壊：スターレイル』Ver.4.7「いま、群星は笑いに包まれる」予告番組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崩壊：スターレイル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460,442  👍 10,941  💬 251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55:21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いいね率2.4%と好評価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https://www.youtube.com/watch?v=A61ke4S3k_g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【syudou】だってさ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syudou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139,397  👍 11,513  💬 280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3:13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いいね率8.3%と視聴者の支持が非常に高い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https://www.youtube.com/watch?v=bHJ4IMV5cro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「ストリートファイターリーグ JAPAN 2026」Division S 第6節　☆☆18時40分より初心者必見！SFリーグ: ウォームアップ☆☆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Capcom Fighters JP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886,036  👍 5,845  💬 175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4:16:53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https://www.youtube.com/watch?v=GBZpkNWjy0U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BE:FIRST “WATCH ME” (Live Performance) | Open Mic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Genius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265,092  👍 22,868  💬 783  📈+96.1%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2:50  ·  📅 公開32時間前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前日比+96.1%と急拡散中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https://www.youtube.com/watch?v=TySNu7V18P4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【マインクラフト】クソボスを全部倒すまで終われません【日常組】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日常組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881,368  👍 18,948  💬 488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1:32:07  ·  📅 公開15時間前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公開15時間で急上昇入り！　50万再生の注目コンテンツ　いいね率2.1%と好評価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https://www.youtube.com/watch?v=q2o1cGwhUKE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【予告編（15秒）】「仮面ライダーシノビ　最終忍ＰＯＷ！！！」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東映特撮YouTube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165,283  👍 1,927  💬 265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0:16  ·  📅 公開15時間前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公開15時間で急上昇入り！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https://www.youtube.com/watch?v=2Vty_NMVew8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なにわ男子 - Poppin' Hoppin' Lovin' [なにわ男子 1st DOME LIVE 'VoyAGE']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なにわ男子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167,669  👍 12,187  💬 468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2:38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10万再生突破の話題作　いいね率7.3%と視聴者の支持が非常に高い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https://www.youtube.com/watch?v=r5HYlMePaFQ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【JP】ALGS Year 6 Split 2 Playoffs | Group Stage - Day 2 Part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esports_RAGE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417,563  👍 1,193  💬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4:51:03  ·  📅 公開-7時間前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公開-7時間で急上昇入り！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https://www.youtube.com/watch?v=_qY_Hc4xaQY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FINAL FANTASY XIV: EVERCOLD Full Trailer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FINAL FANTASY XIV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42,236  👍 1,772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6:15  ·  📅 公開-5時間前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公開-5時間で急上昇入り！　急上昇中の新興コンテンツ　いいね率4.2%と好評価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Fever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202,205  👍 7,123  💬 382  ⏱ 3:38  📅 公開32時間前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前日比+124.1%と急拡散中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https://www.youtube.com/watch?v=ys3y_rjIbiI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Yaprak Dökümü Canlı Yayın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Yaprak Dökümü  👁 90,112,739  👍 38,808  ⏱ 不明  📅 2025-02-24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https://www.youtube.com/watch?v=crwxJBQKWj4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AVENGERS: DOOMSDAY CLOCK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Marvel Entertainment  👁 63,345,346  👍 1,160,905  ⏱ 不明  📅 2025-12-16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https://www.youtube.com/watch?v=f17J3AXVK5w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いや勝つんかいw　 #おもしろ #エンタメ #ネタ #バズれ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19,165,599  👍 157,567  ⏱ 0:10  📅 2025-08-09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🔴AO VIVO: Bluey Episódios Completos em HD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Português Brasil - Canal Oficial  👁 17,934,064  👍 60,790  ⏱ 不明  📅 2026-01-13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https://www.youtube.com/watch?v=OBe-ehVPKKk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Avrupa Yakası Bölümler 7/24 #canlıyayın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Avrupa Yakası  👁 13,408,629  👍 8,196  ⏱ 不明  📅 2025-10-30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https://www.youtube.com/watch?v=NGsjOrzwjZk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23,880,194  👍 418,935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20,486,872  👍 361,793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息子の扱いが酷すぎる男。#ゲーム実況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20,438,473  👍 279,782  ⏱ 0:58  📅 2026-03-12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全部ひっかかる人【しょぼんのアクション3D】 #ゲーム実況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19,861,508  👍 389,381  ⏱ 1:00  📅 2023-09-28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月のクレーターをトイレにする男🌙 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17,191,960  👍 227,371  ⏱ 1:04  📅 2026-06-10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https://www.youtube.com/watch?v=Snd181QDquI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228,020,568  👍 1,242,374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ヒグチアイ / 悪魔の子 (アニメスペシャルVer.) | Ai Higuchi “…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227,335,894  👍 2,070,691  ⏱ 3:50  📅 2022-01-24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169,821,636  👍 0  ⏱ 1:31  📅 2023-09-01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154,929,498  👍 0  ⏱ 1:31  📅 2023-07-07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ピンポン玉チャレンジLv100【アニメ】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ゆずざくろ  👁 142,016,896  👍 466,186  ⏱ 0:22  📅 2026-06-08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https://www.youtube.com/watch?v=Z8xvh9B1JZk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ってるワイフ#film #映画レビュー #映画紹介 #映画 #映画解説 #ドラマ #…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7,388,314  👍 106,347  ⏱ 2:59  📅 2025-06-30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https://www.youtube.com/watch?v=myP46pO9xsU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7,291,290  👍 109,167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6,996,080  👍 120,911  ⏱ 1:00  📅 2025-03-15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ただの不倫じゃない…。難解だけど超名作と評判の愛と社会の“正しさ”を問う感動作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映画ドラマ二アック  👁 4,243,194  👍 8,566  ⏱ 20:56  📅 2026-08-27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https://www.youtube.com/watch?v=YmRxFhtYydY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話題のちいかわ映画、一番の罪人を決めます。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Stardy -河野玄斗の神授業  👁 3,822,814  👍 53,138  ⏱ 10:10  📅 2026-08-04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https://www.youtube.com/watch?v=a8niMJ2Intc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