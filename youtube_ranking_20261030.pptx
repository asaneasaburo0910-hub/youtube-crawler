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OrStYLFzbZ8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_SKF2hJAxdo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UYh_SVGNX5w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GBZpkNWjy0U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E8gqYmkVWpw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MGMZKJCCaW8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ys3y_rjIbiI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LnZJHaCrefw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yQ9LVy4DR9U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LIDOl79xhss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crwxJBQKWj4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f17J3AXVK5w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BQOV3jiST0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OBe-ehVPKKk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NGsjOrzwjZk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ffE0CxNxrII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XGbduoPa_-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Snd181QDquI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WPl10ZrhCtk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5yb2N3pnztU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gcgKUcJKxIs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Z8xvh9B1JZk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lyZZdUUM_GM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YmRxFhtYydY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a8niMJ2Intc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2026年10月30日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https://www.youtube.com/watch?v=OrStYLFzbZ8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【#にじイカ祭り2026】説明会＆抽選会【長尾景/倉持めると/にじさんじ】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長尾 景 / Nagao Kei【にじさんじ】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614,916  👍 12,790  💬 156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1:59:00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50万再生の注目コンテンツ　いいね率2.1%と好評価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https://www.youtube.com/watch?v=_SKF2hJAxdo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back number - ブルーアンバー / from『“Grateful Yesterdays Tour 2026” at 日産スタジアム』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back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197,747  👍 6,263  💬 144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3:38  ·  📅 公開14時間前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公開14時間で急上昇入り！　10万再生突破の話題作　いいね率3.2%と好評価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https://www.youtube.com/watch?v=UYh_SVGNX5w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【4人実況】絵描き歌を同時に描いて化け物を生むゲーム『えかきうた大合戦』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レトルト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712,159  👍 15,844  💬 1,186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1:20:29  ·  📅 公開16時間前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公開16時間で急上昇入り！　50万再生の注目コンテンツ　いいね率2.2%と好評価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https://www.youtube.com/watch?v=GBZpkNWjy0U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BE:FIRST “WATCH ME” (Live Performance) | Open Mic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Genius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135,208  👍 17,456  💬 658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2:50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いいね率12.9%と視聴者の支持が非常に高い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https://www.youtube.com/watch?v=E8gqYmkVWpw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【JP】ALGS Year 6 Split 2 Playoffs | Group Stage - Day 1 Part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esports_RAGE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372,176  👍 1,528  💬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8:43:20  ·  📅 公開-4時間前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公開-4時間で急上昇入り！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https://www.youtube.com/watch?v=MGMZKJCCaW8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'Eagle's Shadow' Update Trailer / War Thunder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War Thunder. Official channel.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261,382  👍 13,205  💬 2,291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1:57  ·  📅 公開1時間前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公開1時間で急上昇入り！　10万再生突破の話題作　いいね率5.1%と視聴者の支持が非常に高い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https://www.youtube.com/watch?v=ys3y_rjIbiI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Fever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ONE OK ROCK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90,239  👍 4,861  💬 304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3:38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急上昇中の新興コンテンツ　いいね率5.4%と視聴者の支持が非常に高い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https://www.youtube.com/watch?v=LnZJHaCrefw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モンストニュース[10/29]モンストの最新情報をお届けします！【モンスト公式】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モンスト（モンスターストライク）公式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640,632  👍 5,856  💬 194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1:14:19  ·  📅 公開14時間前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公開14時間で急上昇入り！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https://www.youtube.com/watch?v=yQ9LVy4DR9U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Apex Legends: Cipher Gameplay Trailer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Apex Legends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501,032  👍 11,514  💬 808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1:37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50万再生の注目コンテンツ　いいね率2.3%と好評価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Slidin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498,839  👍 18,485  💬 792  ⏱ 2:40  📅 公開32時間前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前日比+115.4%と急拡散中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https://www.youtube.com/watch?v=LIDOl79xhss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Yaprak Dökümü Canlı Yayın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Yaprak Dökümü  👁 89,907,408  👍 38,777  ⏱ 不明  📅 2025-02-24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https://www.youtube.com/watch?v=crwxJBQKWj4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AVENGERS: DOOMSDAY CLOCK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Marvel Entertainment  👁 62,213,133  👍 1,155,998  ⏱ 不明  📅 2025-12-16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https://www.youtube.com/watch?v=f17J3AXVK5w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いや勝つんかいw　 #おもしろ #エンタメ #ネタ #バズれ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19,165,593  👍 157,568  ⏱ 0:10  📅 2025-08-09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🔴AO VIVO: Bluey Episódios Completos em HD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Português Brasil - Canal Oficial  👁 17,867,629  👍 60,618  ⏱ 不明  📅 2026-01-13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https://www.youtube.com/watch?v=OBe-ehVPKKk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Avrupa Yakası Bölümler 7/24 #canlıyayın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Avrupa Yakası  👁 13,359,542  👍 8,186  ⏱ 不明  📅 2025-10-30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https://www.youtube.com/watch?v=NGsjOrzwjZk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23,865,195  👍 418,723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20,486,593  👍 361,789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息子の扱いが酷すぎる男。#ゲーム実況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20,351,822  👍 278,432  ⏱ 0:58  📅 2026-03-12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全部ひっかかる人【しょぼんのアクション3D】 #ゲーム実況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19,860,939  👍 389,375  ⏱ 1:00  📅 2023-09-28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月のクレーターをトイレにする男🌙 #ゲーム実況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17,037,769  👍 225,793  ⏱ 1:04  📅 2026-06-10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https://www.youtube.com/watch?v=Snd181QDquI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227,928,010  👍 1,242,130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ヒグチアイ / 悪魔の子 (アニメスペシャルVer.) | Ai Higuchi “…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227,223,326  👍 2,070,170  ⏱ 3:50  📅 2022-01-24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169,733,105  👍 0  ⏱ 1:31  📅 2023-09-01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154,840,298  👍 0  ⏱ 1:31  📅 2023-07-07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ピンポン玉チャレンジLv100【アニメ】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ゆずざくろ  👁 140,513,969  👍 461,605  ⏱ 0:22  📅 2026-06-08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https://www.youtube.com/watch?v=Z8xvh9B1JZk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シンクロ率100％だった映画『Michael』の裏側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7,287,728  👍 109,148  ⏱ 0:56  📅 2026-05-18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6,995,406  👍 120,908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ただの不倫じゃない…。難解だけど超名作と評判の愛と社会の“正しさ”を問う感動作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映画ドラマ二アック  👁 4,234,858  👍 8,560  ⏱ 20:56  📅 2026-08-27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https://www.youtube.com/watch?v=YmRxFhtYydY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話題のちいかわ映画、一番の罪人を決めます。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Stardy -河野玄斗の神授業  👁 3,817,651  👍 53,129  ⏱ 10:10  📅 2026-08-04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https://www.youtube.com/watch?v=a8niMJ2Intc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3,812,761  👍 47,118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