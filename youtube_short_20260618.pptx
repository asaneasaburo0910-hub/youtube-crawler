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2026年06月18日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TVアニメ『攻殻機動隊 THE GHOST IN THE SHELL』予告編｜2…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Ghost in the Shell Official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9万回　👍 6,430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I Want You Back - Live from B…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18万回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『ストリートファイター6』ヤスミン（Yasmine）ゲームプレイトレーラー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29万回　👍 8,728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かつてない進化を遂げる #スパイダーマン、新たな物語がいま始まる！『スパイダーマ…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38万回　👍 9,175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真・運命 (曽野舜太&amp;山中柔太朗) (Official Music…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80万回　👍 7万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