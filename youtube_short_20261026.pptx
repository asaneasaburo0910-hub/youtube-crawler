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2026年10月26日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NIJISANJI Extreme Match / Overwatch【#にじE…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にじさんじ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122万回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RIIZE 라이즈 'Insomnia' MV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SMTOWN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264万回　👍 5万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【4人実況】13年前に発売した絶大な人気を誇る名作ゲーム『 Wii Party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95万回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Avengers: Doomsday | In Theaters Decembe…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Marvel Entertainment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1181万回　👍 23万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ザッツ！超常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36万回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