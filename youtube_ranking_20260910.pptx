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F-NcvXY8_vU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gbKL87nduek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CxuJF4y1j2w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QzNd53mcPL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ltcuGGKR8a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ikDd0xDtyfc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y1obzZVKw_o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avtRda5IgeY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F_1FnUxXk8E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DHts_OiIwVc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rdSgwQTqW0Y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k3pCB0OwN10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5ElBjw-6F3s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mEAhcCWMAa4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2026年09月10日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https://www.youtube.com/watch?v=F-NcvXY8_vU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&amp;TEAM 'Mark on Me'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5,755,631  👍 80,378  💬 10,777  📈+163.6%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3:09  ·  📅 公開37時間前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　前日比+163.6%と急拡散中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https://www.youtube.com/watch?v=gbKL87nduek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【祝】最強最年少！おんりー誕生日スペシャル！【マイクラ】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464,116  👍 13,743  💬 678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1:21:17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いいね率3.0%と好評価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https://www.youtube.com/watch?v=CxuJF4y1j2w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映画『呪いのスマホ』予告／𝟣𝟣.𝟣𝟥 (金)公開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松竹チャンネル/SHOCHIKUch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372,129  👍 1,918  💬 274  📈+143.3%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公開24時間前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公開24時間で急上昇入り！　10万再生突破の話題作　前日比+143.3%と急拡散中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https://www.youtube.com/watch?v=QzNd53mcPLU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日向坂46『風にキンモクセイ』MUSIC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日向坂46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228,778  👍 11,002  💬 2,034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5:59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いいね率4.8%と好評価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https://www.youtube.com/watch?v=ltcuGGKR8aU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『ロマンシング サガ3 デスティニーユナイテッド』 発表トレーラー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スクウェア・エニックス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717,491  👍 12,335  💬 2,528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2:24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50万再生の注目コンテンツ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https://www.youtube.com/watch?v=ikDd0xDtyfc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【ゴジラ】『ゴジラ-0.0』本予告が遂に解禁！とんでもない情報量に圧倒！そして敵怪獣の正体が明らかに！#ゴジラ #ゴジラマイナスワン #ゴジラマイナスゼロ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だいちゃんの映画部屋。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76,654  👍 791  💬 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25:47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https://www.youtube.com/watch?v=y1obzZVKw_o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LEE JISOO / MISMATCH -Music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HANA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1,706,412  👍 65,150  💬 2,918  📈+47.0%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3:48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前日比+47.0%で着実に成長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https://www.youtube.com/watch?v=avtRda5IgeY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Nintendo Direct 2026.9.9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Nintendo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7,985,988  👍 114,627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47:20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500万再生超の超バズ動画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https://www.youtube.com/watch?v=F_1FnUxXk8E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『ゴジラ-0.0』予告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2,565,282  👍 33,866  💬 4,360  📈+63.2%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1:24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前日比+63.2%と急拡散中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Snow Man '奇跡' Animated 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849,063  👍 66,170  💬 4,094  ⏱ 3:40  📅 公開14時間前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50万再生の注目コンテンツ　いいね率7.8%と視聴者の支持が非常に高い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https://www.youtube.com/watch?v=DHts_OiIwVc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19,165,036  👍 157,743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12,785,669  👍 170,307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11,795,311  👍 186,726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11,583,809  👍 133,319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10,655,128  👍 99,255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22,878,030  👍 405,215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20,473,234  👍 362,084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最高のモンスター #マイクラ #minecraft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ぱるん  👁 20,020,496  👍 147,928  ⏱ 0:12  📅 2025-07-20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https://www.youtube.com/watch?v=rdSgwQTqW0Y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19,841,426  👍 389,573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ロシア人を質問責めしたら反応がカワイイwwwww【Liar’s Bar/ライアーズバ…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18,661,627  👍 546,101  ⏱ 0:44  📅 2024-12-11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223,658,615  👍 1,231,417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222,255,232  👍 2,048,321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165,605,556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150,588,016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51,005,399  👍 202,499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7,385,593  👍 106,436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7,088,849  👍 107,315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6,939,807  👍 120,576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映画館が一瞬でパニックに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教えてショート  👁 6,114,695  👍 119,249  ⏱ 0:29  📅 2026-09-04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https://www.youtube.com/watch?v=5ElBjw-6F3s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4,581,961  👍 24,271  ⏱ 0:12  📅 2026-07-09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