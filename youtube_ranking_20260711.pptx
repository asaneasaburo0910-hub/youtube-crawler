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H076ELEUZ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v37PmGxqIb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qb9FrRbAC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6V3QjGvXVP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ApBlBJP-RN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Op7mNTN03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hvuwqlGHXs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HZgFb9umLj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EHK82NBwp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14jAAHFYe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yHmPWzkhcZ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LZwXKrx7ECs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1oMxrHXzOs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https://www.youtube.com/watch?v=lH076ELEUZ4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サンダーボルト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Yuuri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88,066  👍 3,097  💬 234  📈+122.7%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前日比+122.7%と急拡散中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https://www.youtube.com/watch?v=v37PmGxqIb8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クセが強い『5大ボスの赤ちゃん』になってエンドラ討伐！！【マイクラ】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340,282  👍 10,047  💬 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36:47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https://www.youtube.com/watch?v=cqb9FrRbACk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『スパイダーマン：ブランド・ニュー・デイ』日本語吹替版予告　7月31日（金）＜新章開幕＞ #BrandNew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277,911  👍 3,482  💬 139  📈+166.2%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10万再生突破の話題作　前日比+166.2%と急拡散中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https://www.youtube.com/watch?v=6V3QjGvXVPY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SUPER EIGHT - Do it!!!!!(ORANGE RANGE提供曲) [Recording Movie]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Storm Labels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26,596  👍 0  💬 422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2:40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https://www.youtube.com/watch?v=ApBlBJP-RNE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1 Playoffs at EWC | Survival Stage - Day 4 |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363,483  👍 0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6:32:04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https://www.youtube.com/watch?v=iOp7mNTN03k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「仮面ライダーカブト20th」天道総司は行方知れず… ZECTが新たなライダーシステム開発『仮面ライダーカブト20th　天を継ぐもの』本予告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417,580  👍 8,809  💬 1,474  📈+329.0%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前日比+329.0%の爆発的な伸び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https://www.youtube.com/watch?v=ihvuwqlGHXs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YEONJUN (연준) 'Ice Cream'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1,162,748  👍 178,593  💬 12,958  📈+555.9%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2:43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100万再生超の大ヒット　前日比+555.9%の爆発的な伸び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https://www.youtube.com/watch?v=HZgFb9umLjI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【マインクラフト】日常組には最強の軍師がいます【日常組】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663,598  👍 21,745  💬 749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1:48:44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https://www.youtube.com/watch?v=zEHK82NBwp0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『ゴジラ-0.0』特報＜11月3日(火・祝)公開＞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1,116,277  👍 25,807  💬 1,975  📈+46.4%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前日比+46.4%で着実に成長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Number_i - BUGS LIFE (Official Music Video Teaser)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125,188  👍 18,944  💬 942  ⏱ 0:16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いいね率15.1%と視聴者の支持が非常に高い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https://www.youtube.com/watch?v=L14jAAHFYeU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19,156,237  👍 157,934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18,353,174  👍 10,569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15,836,249  👍 55,227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14,609,852  👍 41,723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 LIVE! 24 HOURS Mickey Mouse Full Episode…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14,169,361  👍 22,287  ⏱ 不明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24,925,297  👍 378,522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20,453,092  👍 362,269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19,809,255  👍 389,565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【青鬼TA】営業成績一位の男にガチ実況させてみた   コメント有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doragon draque  👁 15,793,624  👍 250,982  ⏱ 15:07  📅 2013-12-04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https://www.youtube.com/watch?v=LZwXKrx7ECs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12,580,974  👍 42,640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160,628,584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106,558,814  👍 0  ⏱ 4:17  📅 2017-12-18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54,929,664  👍 181,991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46,769,687  👍 193,047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41,897,048  👍 160,512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7,378,773  👍 106,503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6,825,666  👍 119,646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5,946,694  👍 93,462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3,705,243  👍 46,646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3,586,824  👍 64,137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