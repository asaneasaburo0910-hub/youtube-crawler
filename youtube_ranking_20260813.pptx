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ypgtn5aFmN0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jJQvFV1s0aw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chl0R8C4NJ8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zNafWrdfuf4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NiZuFHfyQxU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u0nwqSkbUig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Cb-i3Ixhjt8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rjNtGQN8l_g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CbCtXxMAArk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-H4bB6hxeEs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82O6yOy_XwE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RHUauMcYlX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P8QordVAUyU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BQOV3jiST0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fy_fYd3ZwPE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ytBtKVEAmGQ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-tKVN2mAKRI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mLW35YMzELE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OIBODIPC_8Y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WPl10ZrhCtk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-NFhRWhkp7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KS_MNNd9cNE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t3a3C-FDrxw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D5ef2T7O-GY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2026年08月13日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https://www.youtube.com/watch?v=ypgtn5aFmN0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RADWIMPS - トアルハルノヒ / One spring day [Official Live Video from "RADWIMPS 20th ANNIVERSARY LIVE TOUR"]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RADWIMPS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53,737  👍 4,775  💬 240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7:34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急上昇中の新興コンテンツ　いいね率8.9%と視聴者の支持が非常に高い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https://www.youtube.com/watch?v=jJQvFV1s0aw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【日本語/Japanese】eFootball™ CONNECT Version6.0.0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eFootball 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146,209  👍 3,338  💬 593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19:05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いいね率2.3%と好評価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https://www.youtube.com/watch?v=chl0R8C4NJ8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Hearts2Hearts 하츠투하츠 'ICONIC HEART'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SMTOWN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2,037,808  👍 224,649  💬 14,409  📈+131.6%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3:53  ·  📅 公開28時間前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前日比+131.6%と急拡散中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https://www.youtube.com/watch?v=zNafWrdfuf4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全滅からの神引きでドーパミンが止まらない天野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274,932  👍 8,161  💬 779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55:47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いいね率3.0%と好評価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https://www.youtube.com/watch?v=NiZuFHfyQxU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Gradation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ShowMinorSavage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137,781  👍 11,084  💬 410  📈+149.0%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3:31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前日比+149.0%と急拡散中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https://www.youtube.com/watch?v=u0nwqSkbUig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スキルを上げないと進めない世界でエンドラ討伐【マイクラ】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329,082  👍 10,086  💬 335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1:03:55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いいね率3.1%と好評価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https://www.youtube.com/watch?v=Cb-i3Ixhjt8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遺書 / キタニタツヤ - Final Draft / Tatsuya Kitani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キタニタツヤ / Tatsuya Kitani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70,333  👍 6,856  💬 267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3:06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急上昇中の新興コンテンツ　いいね率9.7%と視聴者の支持が非常に高い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https://www.youtube.com/watch?v=rjNtGQN8l_g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Fate/Grand Order カルデア放送局 ライト版 ～水着イベント2026～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【公式】Fate/Grand Order 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669,050  👍 12,608  💬 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1:21:20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https://www.youtube.com/watch?v=CbCtXxMAArk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映画『逃げろお嬢さん』10.2 [Fri] 本予告　井口理（King Gnu）×吉田修一（『国宝』）×伊藤ちひろ監督（『ひとりぼっちじゃない』）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【公式】ナカチカピクチャーズ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9,156  👍 379  💬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1:07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公開-2時間で急上昇入り！　急上昇中の新興コンテンツ　いいね率4.1%と好評価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【original anime MV】きゃぴ【宝鐘マリン / hololive】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598,750  👍 75,809  💬 2,283  ⏱ 3:22  📅 公開30時間前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前日比+68.6%と急拡散中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https://www.youtube.com/watch?v=-H4bB6hxeEs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Star TV - Canlı Yayın (Full HD)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STAR TV  👁 174,961,473  👍 385,401  ⏱ 不明  📅 2023-08-10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https://www.youtube.com/watch?v=82O6yOy_XwE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🔴LIVE: 24 HOURS+ Bluey Episodes in HD! ✨ 💙…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26,857,667  👍 66,656  ⏱ 不明  📅 2026-04-02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[🔴LIVE]  깔깔티비 💫1박2일💫 화질UP 🔥24시간 무한 스트리밍🔥 ㅣ…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19,641,524  👍 11,212  ⏱ 不明  📅 2025-04-07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いや勝つんかいw　 #おもしろ #エンタメ #ネタ #バズれ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19,164,617  👍 157,850  ⏱ 0:10  📅 2025-08-09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El Chavo del 8 EN VIVO 24/7 🔴 Maratón de t…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17,723,499  👍 60,456  ⏱ 不明  📅 2025-12-25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22,236,334  👍 396,028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20,463,729  👍 362,244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19,824,965  👍 389,576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18,656,320  👍 546,356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ホラーゲームを全力で楽しむ男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キシタク店長-DVR-  👁 17,489,187  👍 543,774  ⏱ 1:00  📅 2022-10-19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https://www.youtube.com/watch?v=ytBtKVEAmGQ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DAOKO × 米津玄師『打上花火』MUSIC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daoko_jp  👁 737,085,546  👍 3,387,582  ⏱ 4:53  📅 2017-08-10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https://www.youtube.com/watch?v=-tKVN2mAKRI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Creepy Nuts｢Bling-Bang-Bang-Born｣ × TV Ani…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Creepy Nuts  👁 507,745,861  👍 3,026,701  ⏱ 2:53  📅 2024-03-03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https://www.youtube.com/watch?v=mLW35YMzELE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YOASOBI「勇者」 Official Music Video／TVアニメ『葬送の…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221,319,057  👍 1,225,953  ⏱ 3:24  📅 2023-09-29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ヒグチアイ / 悪魔の子 (アニメスペシャルVer.) | Ai Higuchi “…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219,849,044  👍 2,037,204  ⏱ 3:50  📅 2022-01-24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Mrs. GREEN APPLE「ライラック」MV - TVアニメ『忘却バッテリー』…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56,671,910  👍 183,365  ⏱ 4:53  📅 2024-07-04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6,846,247  👍 119,760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6,707,878  👍 103,200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老人を追い出そうとしたマネージャーの末路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ベベムービー映画レビュー  👁 4,889,896  👍 52,186  ⏱ 2:54  📅 2026-08-05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https://www.youtube.com/watch?v=KS_MNNd9cNE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妻が夫を死んだと思い込ませた理由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ベベムービー映画レビュー  👁 4,068,101  👍 72,071  ⏱ 2:30  📅 2026-08-06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https://www.youtube.com/watch?v=t3a3C-FDrxw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ピーターのクモの糸を放つポーズに隠された秘密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3,916,285  👍 49,385  ⏱ 0:45  📅 2026-08-07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https://www.youtube.com/watch?v=D5ef2T7O-GY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