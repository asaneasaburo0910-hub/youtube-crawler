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gAas3bTlzuU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R67c47htyDU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bG9zvaNMOoU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1XFEtAx5i7E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89oEM8AQOPw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65Pk_HopvyA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h8rZAMiRTTo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Fp3cx6e0tp0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5d4CbvA3D2U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QERKD90hG98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0cjKg-Z3xa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PkDfrVdCwCs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TFYnqEqeGqY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hHzzl4Z6qU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KWYewgdSAOI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HQDUEU-Zhyc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J4JTp1tNrkk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2026年06月02日  ·  急上昇 TOP 10 発表</a:t>
            </a:r>
          </a:p>
        </p:txBody>
      </p:sp>
      <p:pic>
        <p:nvPicPr>
          <p:cNvPr id="6" name="Picture 5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https://www.youtube.com/watch?v=gAas3bTlzuU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【Minecraft】#ホロ金策サバイバル2 お金を稼ぎたい( ^ω^ ) DAY1 ぺこ！【ホロライブ/兎田ぺこら】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Pekora Ch. 兎田ぺこら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482,458  👍 15,506  💬 214  📈+7.9%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4:29:19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いいね率3.2%と好評価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https://www.youtube.com/watch?v=R67c47htyDU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カリスマックス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Snow Man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82,887  👍 672  💬 5  📈+35.0%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2:58  ·  📅 公開41時間前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急上昇中の新興コンテンツ　前日比+35.0%で着実に成長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https://www.youtube.com/watch?v=bG9zvaNMOoU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【4人実況】共通のお財布でギャンブルして借金返済するゲーム『Gamble With Your Friends』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レトルト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449,543  👍 8,911  💬 397  📈+32.9%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1:51:54  ·  📅 公開20時間前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公開20時間で急上昇入り！　10万再生突破の話題作　前日比+32.9%で着実に成長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https://www.youtube.com/watch?v=1XFEtAx5i7E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SHINee 샤이니 'Atmos'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SMTOWN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413,174  👍 61,731  💬 5,353  📈+49.3%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3:23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公開18時間で急上昇入り！　10万再生突破の話題作　前日比+49.3%で着実に成長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https://www.youtube.com/watch?v=89oEM8AQOPw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【ついに】超豪華スプラ大会で、練習初日にイブラヒムチームと対戦をするも衝撃の結果にｗｗ【VCC SPLATOON】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123,463  👍 4,063  💬 608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1:02:18  ·  📅 公開3時間前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公開3時間で急上昇入り！　10万再生突破の話題作　いいね率3.3%と好評価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https://www.youtube.com/watch?v=65Pk_HopvyA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映画『開戦前夜』本予告【7月31日（金）公開】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東京テアトル公式チャンネル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94,604  👍 1,021  💬 152  📈+51.1%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1:19  ·  📅 公開26時間前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急上昇中の新興コンテンツ　前日比+51.1%と急拡散中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https://www.youtube.com/watch?v=h8rZAMiRTTo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Official髭男dism - Pretender [Official Live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Official髭男dism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163,982  👍 14,420  💬 903  📈+39.0%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5:45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公開18時間で急上昇入り！　10万再生突破の話題作　前日比+39.0%で着実に成長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https://www.youtube.com/watch?v=Fp3cx6e0tp0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#V最協第二幕 出場選手＆チーム発表【 #VTuber最協決定戦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渋谷ハル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522,732  👍 10,051  💬 264  📈+5.2%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1:43:10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公開16時間で急上昇入り！　50万再生の注目コンテンツ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https://www.youtube.com/watch?v=5d4CbvA3D2U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映画『オークストリートの異変』本予告｜2026年8月14日（金）日米同時公開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ワーナー ブラザース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81,940  👍 1,258  💬 213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2:27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公開14時間で急上昇入り！　急上昇中の新興コンテンツ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TREASURE - ‘IF I’ M/V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5,592,642  👍 255,129  💬 50,359  ⏱ 3:08  📅 公開18時間前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公開18時間で急上昇入り！　500万再生超の超バズ動画　前日比+88.0%と急拡散中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https://www.youtube.com/watch?v=QERKD90hG98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19,149,246  👍 158,038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14,609,674  👍 41,764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12,781,251  👍 170,533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11,712,699  👍 185,725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11,482,734  👍 132,444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24,839,362  👍 378,688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20,447,961  👍 362,479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19,799,168  👍 389,743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見たことの無い落ち方をする配信者#葉 #ゲーム実況 #切り抜き #onlyup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18,711,138  👍 354,816  ⏱ 0:38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16,596,462  👍 195,430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映画「アンパンマンが生まれた日」【アンパンマンアニメ公式】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それいけ!アンパンマン【アニメ公式】  👁 147,510,829  👍 0  ⏱ 11:16  📅 2021-02-18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https://www.youtube.com/watch?v=PkDfrVdCwCs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141,770,644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バスボールを使ってみよう！#アニメキッズ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アニメキッズanimekids  👁 44,893,578  👍 0  ⏱ 29:47  📅 2017-09-15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https://www.youtube.com/watch?v=TFYnqEqeGqY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43,821,668  👍 186,798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35,500,756  👍 519,750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6,804,572  👍 119,502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市川團十郎が語る映画「国宝」の率直な感想と歌舞伎への想い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3,493,832  👍 45,072  ⏱ 17:48  📅 2025-07-12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名作映画を見た感想を嘘ついてる奴は誰だ！映画人狼バトル開始！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3,360,098  👍 29,950  ⏱ 34:45  📅 2024-09-26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ディズニー１００周年のゴミ『ウィッシュ』レビュー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3,302,467  👍 43,524  ⏱ 12:56  📅 2023-12-19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【2ch有益スレ】今まで見た映画の中で「一番最悪だった映画」挙げてけｗ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3,005,847  👍 35,790  ⏱ 0:59  📅 2023-10-19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https://www.youtube.com/watch?v=J4JTp1tNrkk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