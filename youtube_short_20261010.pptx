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2026年10月10日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全世界で大ヒット🌎『バイオハザード』＜15秒予告＞映画館で大ヒット上映中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ソニー・ピクチャーズ 映画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32万回　👍 215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RADWIMPS - 夕星 -ゆうづつ- / Yuzutsu [Official…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RADWIMPS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28万回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【マインクラフト】オリジナルの超本格的なメダルゲームが面白過ぎてやめられないんで…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日常組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79万回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『ドラゴンボール超 ビルス』超開幕トレーラー | プライムビデオ​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Prime Video JP - プライムビデオ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29万回　👍 2,664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Aぇ! group - Mrs.Vampire（Dance Practice）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Aぇ! group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42万回　👍 3万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