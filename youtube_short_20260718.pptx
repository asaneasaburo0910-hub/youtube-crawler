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2026年07月18日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B&amp;ZAI【Ready for B&amp;ZAI】LIVE TOUR 2026 -RO…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ジュニアCHANNEL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14万回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【#にじ甲2026】あの日夏に破壊された俺たちが、今度は夏を破壊する feat.…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ローレン・イロアス / Lauren Iroas【にじさんじ】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46万回　👍 6,668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SixTONES – マイオンリー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SixTONES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136万回　👍 5万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【マインクラフト】ランダムな文字でニワトリが鳴き続けたらキーワードはいつ完成する…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日常組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53万回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You!Joy!Parade! (Official Music V…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118万回　👍 8万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