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2026年08月07日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劇場シリーズ【第一部】メイドインアビス 目覚める神秘｜本予告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KADOKAWAanime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2万回　👍 5,243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【Ado】モンストロ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53万回　👍 9万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モンストニュース[8/6]新たに「彩・獣神祭」が開催！「未開の幻洞」や「コースを…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モンスト（モンスターストライク）公式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47万回　👍 5,812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映画『八つ墓村』本予告【9月18日(金)全国公開】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松竹チャンネル/SHOCHIKUch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1万回　👍 339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Mrs. GREEN APPLE – クスシキ | MUSIC AWARDS J…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Mrs. GREEN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33万回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