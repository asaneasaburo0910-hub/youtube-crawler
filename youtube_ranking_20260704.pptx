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a1b50_ht97c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8CM5QXzwiUM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xDDXgfNgzGk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Jv3OMBTB0w4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NQR1n2GLueM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k7OooFaXW5Q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KsHKaP50FBE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jTbvnBGOeC8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HP5wg0kTh54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Y6kCZTIkQw4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ytBtKVEAmGQ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CJ1A1aYvTe4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4cpyl0ffMJc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v8bZVdTgXoY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WNXS2QCVxYo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OhHzzl4Z6q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Yl2iS_vIVa8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b2Rq8po2mAo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9RMui4rQWz8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2026年07月04日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https://www.youtube.com/watch?v=a1b50_ht97c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Missing -Behind The Scenes-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259,144  👍 25,575  💬 902  📈+41.0%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1:36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前日比+41.0%で着実に成長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https://www.youtube.com/watch?v=8CM5QXzwiUM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『崩壊：スターレイル』Ver.4.4「汽笛は轟く、帰寂のさなかに」予告番組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崩壊：スターレイル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357,373  👍 11,607  💬 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1:05:05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https://www.youtube.com/watch?v=xDDXgfNgzGk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「スティール・ボール・ラン ジョジョの奇妙な冒険」2nd STAGE｜予告編｜Netflix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69,854  👍 3,816  💬 290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1:58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　いいね率5.5%と視聴者の支持が非常に高い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https://www.youtube.com/watch?v=Jv3OMBTB0w4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 LOUNGE - 君が眩しいから僕は星が見えない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57,754  👍 4,726  💬 262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4:54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いいね率8.2%と視聴者の支持が非常に高い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https://www.youtube.com/watch?v=NQR1n2GLueM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二度と帰れない！？別世界に飛ばされてしまいました…【マイクラ】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268,647  👍 7,243  💬 165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54:11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https://www.youtube.com/watch?v=k7OooFaXW5Q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【特報】『劇場版 俺だけレベルアップな件 -Beyond the System-』制作決定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アニプレックス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202,976  👍 13,444  💬 587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1:29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いいね率6.6%と視聴者の支持が非常に高い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https://www.youtube.com/watch?v=KsHKaP50FBE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EBiDAN(恵比寿学園男子部) 「Yes! 東京」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EBiDAN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2,373,005  👍 67,793  💬 6,770  📈+81.6%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5:30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前日比+81.6%と急拡散中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https://www.youtube.com/watch?v=jTbvnBGOeC8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【マインクラフト】地下の強制労働施設で埋蔵金を探すことになりました【日常組】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575,751  👍 22,645  💬 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1:34:58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https://www.youtube.com/watch?v=HP5wg0kTh54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『劇場版 薬屋のひとりごと 亡妃の秘宝』予告｜2026年12月11日（金）公開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TOHO animation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565,740  👍 25,906  💬 729  📈+365.5%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0:52  ·  📅 公開23時間前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公開23時間で急上昇入り！　50万再生の注目コンテンツ　前日比+365.5%の爆発的な伸び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チラチLOVE (from M!LK ARENA TOUR 2025-2026 "SMILE POP!")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429,216  👍 54,117  💬 6,184  ⏱ 3:18  📅 公開9時間前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いいね率12.6%と視聴者の支持が非常に高い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https://www.youtube.com/watch?v=Y6kCZTIkQw4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19,154,706  👍 157,959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14,609,812  👍 41,730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11,737,958  👍 186,030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11,529,271  👍 133,002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10,552,261  👍 98,027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21,059,587  👍 379,946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20,452,157  👍 362,301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19,807,471  👍 389,605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ホラーゲームを全力で楽しむ男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17,286,089  👍 541,039  ⏱ 1:00  📅 2022-10-19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崩れる時は一瞬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ひろちんくん  👁 16,779,383  👍 292,646  ⏱ 0:58  📅 2023-06-11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https://www.youtube.com/watch?v=CJ1A1aYvTe4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282,797,139  👍 791,748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145,194,831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【♪うたアニメ】やさいのうた〈うた：いっちー＆なる〉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87,571,033  👍 38,173  ⏱ 1:36  📅 2021-11-27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TVアニメ『呪術廻戦』ノンクレジットOPムービー／OPテーマ：Eve「廻廻奇譚」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75,660,624  👍 0  ⏱ 1:31  📅 2020-10-03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https://www.youtube.com/watch?v=v8bZVdTgXoY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【♪うたアニメ】ことりのうた〈うた：いっちー＆なる〉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65,628,298  👍 34,414  ⏱ 1:35  📅 2019-08-02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https://www.youtube.com/watch?v=WNXS2QCVxYo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市川團十郎が語る映画「国宝」の率直な感想と歌舞伎への想い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3,687,873  👍 46,546  ⏱ 17:48  📅 2025-07-12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トイストーリー5でウッディのお腹が出ている理由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3,654,135  👍 65,892  ⏱ 1:02  📅 2026-06-27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https://www.youtube.com/watch?v=Yl2iS_vIVa8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3,432,745  👍 30,226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化粧品の誕生によって、彼らは美しくなった。#映画 #シネマ #ショートフィルム #レ…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Movie切り抜き  👁 2,169,574  👍 36,754  ⏱ 0:56  📅 2026-06-26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https://www.youtube.com/watch?v=b2Rq8po2mAo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高齢者が無視されている生理的ニーズ。65歳の老人は生活のため、公園で立ちんぼをせざる…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猫の映画レビュー  👁 1,796,116  👍 6,046  ⏱ 18:45  📅 2026-02-07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https://www.youtube.com/watch?v=9RMui4rQWz8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