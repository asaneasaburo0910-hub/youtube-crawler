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FbQjV8ezmc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jtx03a1uK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XTa4qEvQVm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IFjudT_uhy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Yeo2O2ATq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oLJFJSNFklU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SWzfm9PED6s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HsGgFsQmqpI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fNu7pcR0e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br6ntQkeY7k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crwxJBQKWj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17J3AXVK5w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OBe-ehVPKK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YmRxFhtYydY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a8niMJ2Int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https://www.youtube.com/watch?v=hFbQjV8ezmc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ヤンデレの吸血鬼がいる刑務所から脱獄できるのか？【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518,997  👍 3,519  💬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19:44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https://www.youtube.com/watch?v=bjtx03a1uK0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【期間限定公開】Travis Japan - ‘EGO’ (from TBS系「CDTV ライブ！ライブ！」)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Travis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203,526  👍 18,664  💬 1,657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いいね率9.2%と視聴者の支持が非常に高い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https://www.youtube.com/watch?v=XTa4qEvQVm8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脱出できるか？♨誘拐旅館「婆楽」からの脱出！～後編～【 マイクラ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543,662  👍 13,409  💬 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56:00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https://www.youtube.com/watch?v=IFjudT_uhyM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Hey! Say! JUMP - 再会愛 Lie 期待して Cry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Hey! Say! JUMP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257,069  👍 23,711  💬 2,074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いいね率9.2%と視聴者の支持が非常に高い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https://www.youtube.com/watch?v=LYeo2O2ATqE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おじリーグvsストリーマー軍 Supported by Yogibo ❘ NURO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REJECT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1,274,878  👍 9,500  💬 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5:10:53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https://www.youtube.com/watch?v=oLJFJSNFklU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EXCLUSIVE PREVIEW ⚾ MLB Crosses Over Into Avengers: Doomsday 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2,416,273  👍 47,969  💬 1,779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https://www.youtube.com/watch?v=SWzfm9PED6s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Mrs. GREEN APPLE「シンデレラ」Official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3,986,080  👍 76,300  💬 6,742  📈+107.9%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4:51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前日比+107.9%と急拡散中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https://www.youtube.com/watch?v=HsGgFsQmqpI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【整理整頓】100万アイテム全てかたづけるまで終われません！【マイクラ】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556,578  👍 14,113  💬 546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54:19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https://www.youtube.com/watch?v=UfNu7pcR0e8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Avengers: Doomsday | In Theaters December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Marvel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4,289,374  👍 136,585  💬 4,939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100万再生超の大ヒット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KEY TO LIT - KEY TERUYA2 ～キテルヤツ～ [Music Video with lyri…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1,589,220  👍 82,102  💬 21,140  ⏱ 3:32  📅 公開33時間前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前日比+103.8%と急拡散中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https://www.youtube.com/watch?v=br6ntQkeY7k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190,288,183  👍 400,255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Yaprak Dökümü Canlı Yayın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88,766,857  👍 38,589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AVENGERS: DOOMSDAY CLOCK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59,664,371  👍 1,140,284  ⏱ 不明  📅 2025-12-16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19,165,556  👍 157,606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🔴AO VIVO: Bluey Episódios Completos em HD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17,545,889  👍 59,929  ⏱ 不明  📅 2026-01-13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23,796,480  👍 417,860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20,485,630  👍 361,881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19,926,600  👍 273,355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16,616,256  👍 194,626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16,586,847  👍 220,877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227,532,792  👍 1,241,316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226,716,316  👍 2,068,264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137,036,002  👍 451,381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59,686,450  👍 185,453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41,478,007  👍 220,230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7,275,423  👍 109,075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6,989,801  👍 120,892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4,191,724  👍 8,480  ⏱ 20:56  📅 2026-08-27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3,809,466  👍 47,120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話題のちいかわ映画、一番の罪人を決めます。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3,786,067  👍 52,937  ⏱ 10:10  📅 2026-08-04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