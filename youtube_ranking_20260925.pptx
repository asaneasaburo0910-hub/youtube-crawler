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YBetvNAkHuo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0WzUWCS6-X0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frKFScqZi7o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BXbQO2ZcwQ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rKVVyWun1rI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-ecRudbgFuM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vjQ0APeuHg4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ja0YM96y9K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mz8d0HxP1kM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2t4FLH7wm30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ffE0CxNxrII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WxiU5sFAF3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hGjyPxe_tw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-gJhW-zRyz8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KWYewgdSAOI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https://www.youtube.com/watch?v=YBetvNAkHuo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【凸待ちアリ同時視聴】#アソビまわり隊 初配信を見る‼‼🤩【星街すいせい / #miComet】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Suisei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850,410  👍 0  💬 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2:39:09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https://www.youtube.com/watch?v=0WzUWCS6-X0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Snow Man '奇跡' SnowMotion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Snow 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1,063,284  👍 62,802  💬 3,175  📈+31.2%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3:55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前日比+31.2%で着実に成長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https://www.youtube.com/watch?v=frKFScqZi7o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モンストニュースフラッシュ！【モンスト公式】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444,558  👍 5,155  💬 334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4:12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https://www.youtube.com/watch?v=BXbQO2ZcwQk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【MV】TEAM KAWAII LAB. 『Over Drive』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KAWAII 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325,542  👍 7,222  💬 979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3:37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https://www.youtube.com/watch?v=rKVVyWun1rI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【マイクラアプデ】新バイオーム『まだらな森』を見つけるまで終われません【マイクラ】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490,285  👍 11,013  💬 441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41:49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https://www.youtube.com/watch?v=-ecRudbgFuM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映画『マッチング TRUE LOVE』ファイナル予告【絶賛公開中】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KADOKAWA映画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12,133  👍 849  💬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1:59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いいね率7.0%と視聴者の支持が非常に高い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https://www.youtube.com/watch?v=vjQ0APeuHg4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You (Acapella)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Fujii Kaze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67,275  👍 5,427  💬 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急上昇中の新興コンテンツ　いいね率8.1%と視聴者の支持が非常に高い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https://www.youtube.com/watch?v=ja0YM96y9KU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【地獄】進化前アヌビスwith虹の番人でヘラ降臨をクリアする。【パズドラ】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2,049,787  👍 6,809  💬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7:00:41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https://www.youtube.com/watch?v=mz8d0HxP1kM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予告 鴻池紗良 (20代女性) 編 | ダウンタイム | Netflix Japan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304,237  👍 658  💬 127  📈+689.7%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0:44  ·  📅 公開18時間前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公開18時間で急上昇入り！　10万再生突破の話題作　前日比+689.7%の爆発的な伸び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DND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262,475  👍 24,419  💬 929  ⏱ 3:06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いいね率9.3%と視聴者の支持が非常に高い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https://www.youtube.com/watch?v=2t4FLH7wm30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82,196,105  👍 37,277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22,102,871  👍 11,978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19,165,230  👍 157,708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12,786,104  👍 170,247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11,811,533  👍 186,875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23,206,363  👍 409,842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20,478,090  👍 362,022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19,847,744  👍 389,520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息子の扱いが酷すぎる男。#ゲーム実況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17,724,428  👍 247,415  ⏱ 0:58  📅 2026-03-12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カンタン迷路かと思いきや...😭😭😭 #パズル #錯視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Kerofen Games  👁 13,485,003  👍 96,477  ⏱ 0:30  📅 2024-09-12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https://www.youtube.com/watch?v=WxiU5sFAF3c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ふみきり | こどもアニメ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573,917,865  👍 1,136,854  ⏱ 1:47  📅 2016-10-17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224,938,469  👍 1,234,560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223,773,134  👍 2,055,018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166,901,356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151,889,659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7,177,248  👍 108,210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6,954,906  👍 120,698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4,299,337  👍 89,165  ⏱ 3:00  📅 2025-06-20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3,783,249  👍 47,040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名作映画を見た感想を嘘ついてる奴は誰だ！映画人狼バトル開始！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3,597,873  👍 30,829  ⏱ 34:45  📅 2024-09-26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