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2026年06月08日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『BIOHAZARD RE:Veronica』 Announcement Tra…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BIOHAZARD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96万回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【MV】FRUITS ZIPPER『ぱわーオブらぶ』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KAWAII LAB.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18万回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『ペルソナ４ リバイバル』プレオーダートレーラー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atlustube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59万回　👍 3万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『うるわしの宵の月』予告｜2026年10月23日(金)公開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東宝MOVIEチャンネル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3万回　👍 1,508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BABYMONSTER - 'SUGAR HONEY ICE TEA' M/V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BABYMONSTER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861万回　👍 62万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