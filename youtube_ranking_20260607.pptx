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lw7ZNpLTdN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pxIoUN16Ir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4aVoaSixc0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HG2cf7JJ-yI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9zf8aiRO9Cc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7z-mf3a4X2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Xi7fQG5mpFk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TWQmQjcZ8iQ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mhzX_E5O7O0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YVv3XZFLSOA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6uuRH_iMBT4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DuEKgK2B2p8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0cjKg-Z3xa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ScWlFcYn_F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9AIwtVPWzAE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Xr032EhUDPw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oodunTw0k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T9R-NPhRi1M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Qut46hqaMvw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2026年06月07日  ·  急上昇 TOP 10 発表</a:t>
            </a:r>
          </a:p>
        </p:txBody>
      </p:sp>
      <p:pic>
        <p:nvPicPr>
          <p:cNvPr id="6" name="Picture 5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https://www.youtube.com/watch?v=lw7ZNpLTdN4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【MUSIC AWARDS JAPAN 2026】HANA / Burning Flower, ROSE, Blue Jeans -『BMSG FES'25』 Live Performance-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HANA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179,829  👍 11,889  💬 501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9:05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いいね率6.6%と視聴者の支持が非常に高い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https://www.youtube.com/watch?v=pxIoUN16IrY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スプラ3初めての加藤純一、スプラキッズの洗礼を受ける【2026/06/06】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加藤純一切り抜き集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110,094  👍 1,370  💬 423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23:41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https://www.youtube.com/watch?v=4aVoaSixc0E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Stellar Blade: Blood Rain - Official Reveal Trailer | IGN Summer of 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946,485  👍 55,944  💬 5,631  📈+131.3%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3:31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公開22時間で急上昇入り！　50万再生の注目コンテンツ　前日比+131.3%と急拡散中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https://www.youtube.com/watch?v=HG2cf7JJ-yI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M!LK ARENA TOUR 2025-2026 "SMILE POP!" (MUSIC AWARDS JAPAN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597,954  👍 48,747  💬 3,103  📈+38.5%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21:40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前日比+38.5%で着実に成長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https://www.youtube.com/watch?v=9zf8aiRO9Cc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『モンスターハンターワイルズ：アセンダンス』アナウンストレーラー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CapcomChannel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484,023  👍 15,691  💬 0  📈+104.7%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2:01  ·  📅 公開22時間前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公開22時間で急上昇入り！　10万再生突破の話題作　前日比+104.7%と急拡散中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https://www.youtube.com/watch?v=7z-mf3a4X2E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主題歌はAdo「モンストロ」｜映画『ブル―ロック』予告②【8月7日(金)公開】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映画『ブルーロック』チャンネル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439,708  👍 15,339  💬 782  📈+35.8%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1:31  ·  📅 公開49時間前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公開2日で急上昇　10万再生突破の話題作　前日比+35.8%で着実に成長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https://www.youtube.com/watch?v=Xi7fQG5mpFk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モニタリング / DECO*27【加賀美ハヤト Cover】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加賀美 ハヤト/Hayato Kagami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351,606  👍 43,047  💬 2,410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3:02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いいね率12.2%と視聴者の支持が非常に高い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https://www.youtube.com/watch?v=TWQmQjcZ8iQ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【日本語実況】Blink Respawn- Day2「CAPCOM Pro Tour 2026 Premier」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539,372  👍 3,148  💬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11:11:24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50万再生の注目コンテンツ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https://www.youtube.com/watch?v=mhzX_E5O7O0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『BIOHAZARD RE:Veronica』 Announcement Trailer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BIOHAZARD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809,253  👍 23,216  💬 0  📈+159.2%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4:00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公開21時間で急上昇入り！　50万再生の注目コンテンツ　前日比+159.2%と急拡散中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Snow Man 'Miss Brand-New Friday Night' Live Performance…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664,154  👍 67,958  💬 2,689  ⏱ 4:22  📅 公開13時間前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いいね率10.2%と視聴者の支持が非常に高い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https://www.youtube.com/watch?v=YVv3XZFLSOA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37261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19,150,680  👍 158,030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14,609,688  👍 41,759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12,781,367  👍 170,522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11,718,418  👍 185,807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11,495,914  👍 132,646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金に触れたら死ぬ #shorts #minecraft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ヒロたまゲームズ  👁 80,426,338  👍 1,753,530  ⏱ 0:46  📅 2025-04-24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https://www.youtube.com/watch?v=6uuRH_iMBT4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たくさん食べてすくすく育つ！【MOD紹介】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ウッドリィ  👁 24,861,186  👍 378,771  ⏱ 0:37  📅 2024-09-30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https://www.youtube.com/watch?v=DuEKgK2B2p8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20,448,717  👍 362,439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19,800,048  👍 389,712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見たことの無い落ち方をする配信者#葉 #ゲーム実況 #切り抜き #onlyup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19,029,475  👍 360,285  ⏱ 0:38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アイナ・ジ・エンド / 革命道中 - On The Way × TVアニメ『ダンダダ…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44,194,537  👍 187,557  ⏱ 3:22  📅 2025-08-20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2017 乗り物 人気動画まとめ★赤ちゃん・子供向けアニメ★はたらくくるま いっぱい…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41,375,299  👍 36,390  ⏱ 20:48  📅 2017-12-29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https://www.youtube.com/watch?v=9AIwtVPWzAE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35,979,634  👍 522,400  ⏱ 1:31  📅 2026-01-09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TVアニメ『ダンダダン』HAYASii「Hunting Soul」【lyric vi…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MBS animation 公式チャンネル  👁 31,959,883  👍 457,420  ⏱ 4:04  📅 2025-08-08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https://www.youtube.com/watch?v=XoodunTw0kw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夢をかなえてドラえもん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mao - Topic  👁 27,491,360  👍 91,136  ⏱ 4:09  📅 2018-07-11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https://www.youtube.com/watch?v=T9R-NPhRi1M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6,807,678  👍 119,521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6,122,243  👍 28,418  ⏱ 18:03  📅 2024-04-04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3,503,832  👍 45,179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3,371,967  👍 29,992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3,313,376  👍 43,617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