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板井佐緒里 (30代女性) 編 | ダウンタイム | Netflix Ja…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38万回　👍 500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ラブリーズン (short ver.)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GNJB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7,594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このボスの仕様に初見で気付ける小学生はいない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16万回　👍 6,065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宮沢りえの圧倒的存在感に魅了される『しびれ』母親・亜樹にフォーカスした特別予告編…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オリコン洋画館 ORICON NEWS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8万回　👍 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'show time...' SnowMotion Studi…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92万回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