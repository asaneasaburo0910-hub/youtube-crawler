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2026年10月20日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客との距離が近すぎるラーメン屋を始めたよ【Japanese Ramen Simu…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牛沢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55万回　👍 9,164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原因は自分にある。「ラブリーズン」Music Video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原因は自分にある。Official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42万回　👍 3万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【制御不能】ブロックを巻き込み巨大化する世界でエンドラ討伐【マイクラ】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ドズル社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37万回　👍 7,983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鈴木伸之×超特急・柏木悠、BL作品でW主演！純愛か偽愛か…危険なロマンスが誕生　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oricon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8万回　👍 2,164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MAZZEL / Touch -Music Video-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MAZZEL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82万回　👍 4万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