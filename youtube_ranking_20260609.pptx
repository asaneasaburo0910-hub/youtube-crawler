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4SdeuouXcWI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oWGxH_SNvFw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y1y1ZjVz1c0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naoGk-Zjc1s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_BE6aVJgM98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l4XZtIPhpbQ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zGsj0fDHB_s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BJFxCztMMaA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AQm1-BvcdR4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dquDQx8HoHw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i5TSvrhVH94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6uuRH_iMBT4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DuEKgK2B2p8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mhCy0IgobIw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XGbduoPa_-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0cjKg-Z3xak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gcgKUcJKxIs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ScWlFcYn_FI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9AIwtVPWzAE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Xr032EhUDPw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8fdR698a9NM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Qut46hqaMvw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OhHzzl4Z6qU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KWYewgdSAOI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HQDUEU-Zhyc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2026年06月09日  ·  急上昇 TOP 10 発表</a:t>
            </a:r>
          </a:p>
        </p:txBody>
      </p:sp>
      <p:pic>
        <p:nvPicPr>
          <p:cNvPr id="6" name="Picture 5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https://www.youtube.com/watch?v=4SdeuouXcWI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櫻坂46 『What's “KAZOKU”?』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櫻坂46 OFFICIAL YouTube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177,376  👍 17,954  💬 2,606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4:03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いいね率10.1%と視聴者の支持が非常に高い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https://www.youtube.com/watch?v=oWGxH_SNvFw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【LOL】 レオカスにより久々のLOL【しゃかちゃ らむね3 イブラヒム  叶 焼きパン3 ローレン  ひなの3 k4sen代表】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Kuzuha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360,449  👍 5,404  💬 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4:59:53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公開4時間で急上昇入り！　10万再生突破の話題作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https://www.youtube.com/watch?v=y1y1ZjVz1c0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Castlevania: Belmont‘s Curse（ キャッスルヴァニア ベルモンドカース）Release Date Trailer (CERO) | KONAMI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KONAMI公式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133,259  👍 2,975  💬 250  📈+84.4%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1:52  ·  📅 公開25時間前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10万再生突破の話題作　前日比+84.4%と急拡散中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https://www.youtube.com/watch?v=naoGk-Zjc1s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BABYMONSTER - 'SUGAR HONEY ICE TEA' M/V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BABYMONSTER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17,630,745  👍 779,138  💬 72,298  📈+104.7%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3:07  ·  📅 公開30時間前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500万再生超の超バズ動画　前日比+104.7%と急拡散中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https://www.youtube.com/watch?v=_BE6aVJgM98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FORMULA BRAWL RACE #1 #FormulaBrawl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Brawl Stars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5,217,092  👍 129,767  💬 18,839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2:59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公開6時間で急上昇入り！　500万再生超の超バズ動画　いいね率2.5%と好評価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https://www.youtube.com/watch?v=l4XZtIPhpbQ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『うるわしの宵の月』予告｜2026年10月23日(金)公開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145,050  👍 3,941  💬 118  📈+371.3%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1:01  ·  📅 公開22時間前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公開22時間で急上昇入り！　10万再生突破の話題作　前日比+371.3%の爆発的な伸び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https://www.youtube.com/watch?v=zGsj0fDHB_s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BOYNEXTDOOR (보이넥스트도어) 'VIRAL' Official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HYBE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2,028,794  👍 119,835  💬 13,433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3:29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公開12時間で急上昇入り！　100万再生超の大ヒット　いいね率5.9%と視聴者の支持が非常に高い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https://www.youtube.com/watch?v=BJFxCztMMaA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体力1万しかないゲームで、なんと2万ダメージ出るコンボをリスナーが持ってきた【スト6・カワノ】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カワノKawano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D7F32"/>
                </a:solidFill>
                <a:latin typeface="Arial"/>
              </a:rPr>
              <a:t>👁 181,263  👍 3,666  💬 184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18:06  ·  📅 公開-3時間前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公開-3時間で急上昇入り！　10万再生突破の話題作　いいね率2.0%と好評価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https://www.youtube.com/watch?v=AQm1-BvcdR4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「ガス人間」 予告編 - Netflix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0C0C0"/>
                </a:solidFill>
                <a:latin typeface="Arial"/>
              </a:rPr>
              <a:t>👁 92,106  👍 1,441  💬 243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2:08  ·  📅 公開-1時間前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公開-1時間で急上昇入り！　急上昇中の新興コンテンツ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吉田仁人 - 東京(Official Music Video)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244,198  👍 36,614  💬 3,239  ⏱ 4:00  📅 公開9時間前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いいね率15.0%と視聴者の支持が非常に高い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https://www.youtube.com/watch?v=dquDQx8HoHw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19,151,130  👍 158,025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14,609,693  👍 41,755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12,781,438  👍 170,519  ⏱ 1:28  📅 2025-04-14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11,720,505  👍 185,842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11,499,542  👍 132,683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金に触れたら死ぬ #shorts #minecraft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ヒロたまゲームズ  👁 80,453,292  👍 1,753,445  ⏱ 0:46  📅 2025-04-24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https://www.youtube.com/watch?v=6uuRH_iMBT4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たくさん食べてすくすく育つ！【MOD紹介】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24,868,147  👍 378,778  ⏱ 0:37  📅 2024-09-30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https://www.youtube.com/watch?v=DuEKgK2B2p8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感動のダブルスイカ‼️ #スイカゲーム #ゲーム実況 #サワヤンゲームズ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20,448,946  👍 362,429  ⏱ 0:59  📅 2023-12-22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全部ひっかかる人【しょぼんのアクション3D】 #ゲーム実況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19,800,412  👍 389,698  ⏱ 1:00  📅 2023-09-28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見たことの無い落ち方をする配信者#葉 #ゲーム実況 #切り抜き #onlyup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19,184,308  👍 362,274  ⏱ 0:38  📅 2023-07-07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142,553,284  👍 0  ⏱ 1:31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アイナ・ジ・エンド / 革命道中 - On The Way × TVアニメ『ダンダダ…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44,332,698  👍 187,807  ⏱ 3:22  📅 2025-08-20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2017 乗り物 人気動画まとめ★赤ちゃん・子供向けアニメ★はたらくくるま いっぱい…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ノッカーナアニメーション nokkana animation  👁 41,387,017  👍 36,394  ⏱ 20:48  📅 2017-12-29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https://www.youtube.com/watch?v=9AIwtVPWzAE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36,160,290  👍 523,443  ⏱ 1:31  📅 2026-01-09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女子にモテるポケモンとは【アニメ】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マイ部アニメ  👁 22,255,123  👍 326,933  ⏱ 0:50  📅 2023-10-27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https://www.youtube.com/watch?v=8fdR698a9NM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6,808,897  👍 119,524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人食い村に赴任した新入巡査、衝撃的な素材と演出、面白さで世界で大好評！隠れた秀作日本…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映画少女  👁 6,123,803  👍 28,419  ⏱ 18:03  📅 2024-04-04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https://www.youtube.com/watch?v=Qut46hqaMvw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市川團十郎が語る映画「国宝」の率直な感想と歌舞伎への想い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3,528,514  👍 45,421  ⏱ 17:48  📅 2025-07-12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名作映画を見た感想を嘘ついてる奴は誰だ！映画人狼バトル開始！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3,378,132  👍 30,018  ⏱ 34:45  📅 2024-09-26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ディズニー１００周年のゴミ『ウィッシュ』レビュー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3,316,972  👍 43,645  ⏱ 12:56  📅 2023-12-19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