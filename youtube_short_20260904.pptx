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2026年09月04日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『モンスターハンターワイルズ：アセンダンス』プロモーション映像①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87万回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抜錨 - ナナホシ管弦楽団 / 町田ちま(Cover)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町田ちま【にじさんじ】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52万回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State of Play | 2026年9月3日[日本語]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PlayStation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75万回　👍 7,393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【ティザー予告 第2弾】「ハリー・ポッターと賢者の石」2026年クリスマス HB…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ワーナー ブラザース 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88万回　👍 5,217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XG - NO GOOD (Performance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XG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71万回　👍 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