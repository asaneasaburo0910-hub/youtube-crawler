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2026年06月15日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【ヒカコレ】放送事故…ブチ切れ台パン…ヒカキン、マスオのせいで失恋 #3『 トモ…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HikakinGames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【歌ってみた】おしゃかしゃま/星導ショウ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星導ショウ / Hoshirube Sho【にじさんじ】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52万回　👍 5万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クソゲーの弱すぎるラスボスTOP10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からすまAチャンネル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30万回　👍 6,680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素晴らしき新世界 | 最終予告編 |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3万回　👍 224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烏 - Raven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Kenshi Yonezu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28万回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