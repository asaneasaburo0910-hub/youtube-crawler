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2026年07月27日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ブルーアーカイブ5.5周年生放送 ～これが本当のごー！ごー！！です♪～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ブルーアーカイブ-Blue Archive-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130万回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ILLIT (아일릿) 'I Got Your Back (Feat. JISO…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263万回　👍 26万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大事件でニュースになった話題の「白栄大学」が舞台のホラーゲーム『 白栄大学 0号…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83万回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《人生はちゃんと狂っていく》映画『mentor』本予告【10月16日(金) 全国…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avex pictures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1万回　👍 1,358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ACEes【真夜中のZOO】Arena Tour 2026 "V" より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64万回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