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絶　望　の　真　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Ayumu Imazu - 結び [Live Performance @ BMS…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Ayumu Imazu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17万回　👍 6,990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世界中で話題となった完全新作『 Switch Sports Resort 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113万回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永作博美「私の怒りはこんなもんじゃねぇからな！！！」　映画『あきらめません！』予…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シネマトゥデイ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18万回　👍 529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忘れらんねえよ - なんもねえ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100万回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