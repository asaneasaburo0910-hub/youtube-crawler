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2026年10月17日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「なぜアスランをドラァグクイーンに？」ネットフリックス映画「ナルニア：魔術師のお…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プク太の世界時事ニュース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26万回　👍 4,804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Da-iCE /「うららか」Dance Performance Video（フジ…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Da-iCE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【マインクラフト】仲間を助ける為に帽子を探します【日常組】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71万回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【予習映像】-0.0までの2分40秒 ｜『ゴジラ-0.0』11月3日(火・祝)公…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85万回　👍 9,408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SixTONES –「S.I.X」from LIVE DVD/BD「MILESi…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35万回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