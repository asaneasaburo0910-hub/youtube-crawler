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fGaJ5s3muv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11pCqiELOV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uWKFyDPajeo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OrEikn3zJo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JofSrfFV4K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tQ4z_gAngH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_Pk6xfju3l0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n6UiEGd4i1s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4AsPVelcRq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TfvYFX06Me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yHmPWzkhcZ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ru5Gp72W17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Z8xvh9B1JZ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STbdqo-j74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AWEm4tA2hMc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EoY46IjI_j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yGPAXsz8L7E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2026年07月27日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https://www.youtube.com/watch?v=fGaJ5s3muv4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【期間限定公開】BE:FIRST Stadium Live 2026 We are the “BE:ST” -BMSG MUSIC SHOP盤 特典映像Digest-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268,052  👍 26,655  💬 661  📈+570.1%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3:04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前日比+570.1%の爆発的な伸び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https://www.youtube.com/watch?v=11pCqiELOV0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100人100分でいくつ進捗達成できるのか！？【マイクラ】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283,957  👍 9,143  💬 356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1:32:39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https://www.youtube.com/watch?v=uWKFyDPajeo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モエチャッカファイア／Cover - ヒューゴ、狛野真斗、ライト、セヴェリアン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HoYoFair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575,839  👍 58,780  💬 2,401  📈+113.6%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2:37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前日比+113.6%と急拡散中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https://www.youtube.com/watch?v=XOrEikn3zJo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のせひなの圧に焦るはなび、GTAぶりにあった搾乳県警に爆笑、露出度や彼シャツアピなどギャルらむちの交渉が刺さらないSasaに爆笑するひなーの達ｗｗ【VCR RUST/橘ひなの/ぶいすぽ】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ぶいすぽ倉庫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117,186  👍 1,486  💬 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49:58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https://www.youtube.com/watch?v=JofSrfFV4Kw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Snow Man - グッタイム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3,984,971  👍 163,095  💬 12,154  📈+41.2%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5:27  ·  📅 公開55時間前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前日比+41.2%で着実に成長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https://www.youtube.com/watch?v=tQ4z_gAngHc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ブルーアーカイブ5.5周年生放送 ～これが本当のごー！ごー！！です♪～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ブルーアーカイブ-Blue Archive-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1,308,951  👍 21,766  💬 896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8:22:37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https://www.youtube.com/watch?v=_Pk6xfju3l0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ILLIT (아일릿) 'I Got Your Back (Feat. JISOO, MOMOKA of HANA)'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2,638,137  👍 264,462  💬 23,556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　いいね率10.0%と視聴者の支持が非常に高い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https://www.youtube.com/watch?v=n6UiEGd4i1s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大事件でニュースになった話題の「白栄大学」が舞台のホラーゲーム『 白栄大学 0号館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831,374  👍 25,483  💬 1,490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3:20:48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https://www.youtube.com/watch?v=4AsPVelcRqA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《人生はちゃんと狂っていく》映画『mentor』本予告【10月16日(金) 全国公開】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avex pictures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13,271  👍 1,358  💬 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　いいね率10.2%と視聴者の支持が非常に高い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ACEes【真夜中のZOO】Arena Tour 2026 "V" より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642,338  👍 24,422  💬 23,348  ⏱ 3:45  📅 公開33時間前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前日比+103.1%と急拡散中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https://www.youtube.com/watch?v=TfvYFX06Mes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23,654,245  👍 59,026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19,160,936  👍 157,882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18,969,389  👍 10,884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 LIVE! 24 HOURS Mickey Mouse Full Episode…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15,148,780  👍 23,494  ⏱ 不明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14,609,914  👍 41,697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21,570,484  👍 386,674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20,455,606  👍 362,158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19,817,564  👍 389,566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溶岩ダイブ！？ #shorts #マイクラ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14,715,664  👍 138,699  ⏱ 0:52  📅 2025-03-25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12,342,874  👍 160,561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219,752,907  👍 1,221,905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ピンポン玉チャレンジLv100【アニメ】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65,724,496  👍 229,147  ⏱ 0:22  📅 2026-06-08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【Lyric Video】結束バンド「星座になれたら」／ TVアニメ「ぼっち・ざ・ろ…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56,167,021  👍 356,217  ⏱ 4:15  📅 2022-12-25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https://www.youtube.com/watch?v=wSTbdqo-j74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TVアニメ『呪術廻戦』ノンクレジットEDムービー／EDテーマ：ALI「LOST IN…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41,664,863  👍 0  ⏱ 1:31  📅 2020-10-10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https://www.youtube.com/watch?v=AWEm4tA2hMc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40,524,613  👍 546,480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6,834,501  👍 119,688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6,392,639  👍 99,173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マイケル・ジャクソンが心から笑った瞬間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4,038,114  👍 70,800  ⏱ 0:41  📅 2026-05-24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3,720,520  👍 46,748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世にも奇妙な物語 2007 秋の特別編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1分シネマ365  👁 3,537,251  👍 53,152  ⏱ 2:06  📅 2026-07-21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https://www.youtube.com/watch?v=yGPAXsz8L7E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