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aHM2RKeMaeM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yMeRwFn5UEA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R67c47htyDU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gAas3bTlzuU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1XFEtAx5i7E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bG9zvaNMOoU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h8rZAMiRTTo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Fp3cx6e0tp0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65Pk_HopvyA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QERKD90hG98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i5TSvrhVH94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21eblauBPy8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fGaa5iluMIQ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Mr8II4SLhaI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DuEKgK2B2p8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mhCy0IgobIw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XGbduoPa_-0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0cjKg-Z3xak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1JT-CjiNVok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PkDfrVdCwCs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gcgKUcJKxIs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-NFhRWhkp7I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TFYnqEqeGqY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ScWlFcYn_FI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2a1YM7MCXng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KWYewgdSAOI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HQDUEU-Zhyc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J4JTp1tNrkk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2026年06月01日  ·  急上昇 TOP 10 発表</a:t>
            </a:r>
          </a:p>
        </p:txBody>
      </p:sp>
      <p:pic>
        <p:nvPicPr>
          <p:cNvPr id="6" name="Picture 5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https://www.youtube.com/watch?v=aHM2RKeMaeM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MEOVV(미야오) - ‘DDI RO RI’ M/V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THEBLACKLABEL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981,595  👍 0  💬 7,991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3:20  ·  📅 公開1時間前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公開1時間で急上昇入り！　50万再生の注目コンテンツ　コメント1000件超と議論が活発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https://www.youtube.com/watch?v=yMeRwFn5UEA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見ろ！早抜け！【マイクラ】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ドズル社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247,733  👍 8,871  💬 359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41:56  ·  📅 公開1時間前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公開1時間で急上昇入り！　10万再生突破の話題作　いいね率3.6%と好評価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https://www.youtube.com/watch?v=R67c47htyDU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カリスマックス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Snow Man - Topic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61,418  👍 559  💬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2:58  ·  📅 公開24時間前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公開24時間で急上昇入り！　急上昇中の新興コンテンツ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https://www.youtube.com/watch?v=gAas3bTlzuU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【Minecraft】#ホロ金策サバイバル2 お金を稼ぎたい( ^ω^ ) DAY1 ぺこ！【ホロライブ/兎田ぺこら】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Pekora Ch. 兎田ぺこら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447,048  👍 14,957  💬 146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4:29:19  ·  📅 公開-5時間前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公開-5時間で急上昇入り！　10万再生突破の話題作　いいね率3.3%と好評価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https://www.youtube.com/watch?v=1XFEtAx5i7E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SHINee 샤이니 'Atmos' MV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SMTOWN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276,828  👍 48,798  💬 4,473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3:23  ·  📅 公開1時間前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公開1時間で急上昇入り！　10万再生突破の話題作　いいね率17.6%と視聴者の支持が非常に高い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https://www.youtube.com/watch?v=bG9zvaNMOoU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【4人実況】共通のお財布でギャンブルして借金返済するゲーム『Gamble With Your Friends』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レトルト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338,281  👍 7,553  💬 351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1:51:54  ·  📅 公開3時間前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公開3時間で急上昇入り！　10万再生突破の話題作　いいね率2.2%と好評価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https://www.youtube.com/watch?v=h8rZAMiRTTo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Official髭男dism - Pretender [Official Live Video]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Official髭男dism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117,998  👍 11,644  💬 790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5:45  ·  📅 公開1時間前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公開1時間で急上昇入り！　10万再生突破の話題作　いいね率9.9%と視聴者の支持が非常に高い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https://www.youtube.com/watch?v=Fp3cx6e0tp0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#V最協第二幕 出場選手＆チーム発表【 #VTuber最協決定戦 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渋谷ハル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496,675  👍 9,746  💬 228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1:43:10  ·  📅 公開0時間前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公開0時間で急上昇入り！　10万再生突破の話題作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https://www.youtube.com/watch?v=65Pk_HopvyA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映画『開戦前夜』本予告【7月31日（金）公開】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東京テアトル公式チャンネル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62,629  👍 807  💬 117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1:19  ·  📅 公開9時間前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公開9時間で急上昇入り！　急上昇中の新興コンテンツ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TREASURE - ‘IF I’ M/V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2,975,448  👍 220,874  💬 38,619  ⏱ 3:08  📅 公開1時間前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公開1時間で急上昇入り！　100万再生超の大ヒット　いいね率7.4%と視聴者の支持が非常に高い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https://www.youtube.com/watch?v=QERKD90hG98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19,149,165  👍 158,043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12,781,248  👍 170,542  ⏱ 1:28  📅 2025-04-14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狩野英孝のマイクラ実況が面白いwww#エンタメ #マイクラ #狩野英孝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11,712,507  👍 185,731  ⏱ 1:33  📅 2025-07-05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11,481,603  👍 132,440  ⏱ 0:18  📅 2025-11-01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入れないと蝶野に制裁ビンタされる⁉️ #エンタメ #ガキ使 #ダウンタウン#方正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10,531,617  👍 97,839  ⏱ 0:57  📅 2025-10-17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https://www.youtube.com/watch?v=Mr8II4SLhaI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たくさん食べてすくすく育つ！【MOD紹介】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ウッドリィ  👁 24,837,310  👍 378,763  ⏱ 0:37  📅 2024-09-30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https://www.youtube.com/watch?v=DuEKgK2B2p8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感動のダブルスイカ‼️ #スイカゲーム #ゲーム実況 #サワヤンゲームズ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20,447,929  👍 362,505  ⏱ 0:59  📅 2023-12-22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全部ひっかかる人【しょぼんのアクション3D】 #ゲーム実況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19,799,127  👍 389,758  ⏱ 1:00  📅 2023-09-28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見たことの無い落ち方をする配信者#葉 #ゲーム実況 #切り抜き #onlyup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18,683,863  👍 354,333  ⏱ 0:38  📅 2023-07-07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デビルレベルpart9 #switch2 #ゲーム実況 #shorts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ぐりげんの南極第二拠点  👁 16,596,423  👍 195,442  ⏱ 1:02  📅 2025-08-18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https://www.youtube.com/watch?v=1JT-CjiNVok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映画「アンパンマンが生まれた日」【アンパンマンアニメ公式】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それいけ!アンパンマン【アニメ公式】  👁 147,497,833  👍 0  ⏱ 11:16  📅 2021-02-18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https://www.youtube.com/watch?v=PkDfrVdCwCs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141,724,791  👍 0  ⏱ 1:31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Mrs. GREEN APPLE「ライラック」MV - TVアニメ『忘却バッテリー』…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53,096,422  👍 180,449  ⏱ 4:53  📅 2024-07-04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バスボールを使ってみよう！#アニメキッズ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アニメキッズanimekids  👁 44,891,365  👍 0  ⏱ 29:47  📅 2017-09-15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https://www.youtube.com/watch?v=TFYnqEqeGqY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アイナ・ジ・エンド / 革命道中 - On The Way × TVアニメ『ダンダダ…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43,795,943  👍 186,781  ⏱ 3:22  📅 2025-08-20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https://www.youtube.com/watch?v=ScWlFcYn_FI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歌舞伎町タワーの日本一高い映画館「109シネマズプレミアム新宿」を正直レビュー！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正直レビュー 🍰🍛  👁 6,804,435  👍 119,505  ⏱ 1:00  📅 2025-03-15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https://www.youtube.com/watch?v=2a1YM7MCXng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3,493,631  👍 45,069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名作映画を見た感想を嘘ついてる奴は誰だ！映画人狼バトル開始！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東海オンエア  👁 3,358,940  👍 29,947  ⏱ 34:45  📅 2024-09-26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https://www.youtube.com/watch?v=KWYewgdSAOI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ディズニー１００周年のゴミ『ウィッシュ』レビュー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ホッカイロレン  👁 3,301,787  👍 43,519  ⏱ 12:56  📅 2023-12-19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https://www.youtube.com/watch?v=HQDUEU-Zhyc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【2ch有益スレ】今まで見た映画の中で「一番最悪だった映画」挙げてけｗ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2ch有益プラネット【ゆっくり解説】  👁 3,005,414  👍 35,791  ⏱ 0:59  📅 2023-10-19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https://www.youtube.com/watch?v=J4JTp1tNrkk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