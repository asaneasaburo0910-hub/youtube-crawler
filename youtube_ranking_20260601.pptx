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aHM2RKeMaeM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yMeRwFn5UE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67c47htyD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gAas3bTlzu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1XFEtAx5i7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bG9zvaNMOoU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8rZAMiRTT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Fp3cx6e0tp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65Pk_Hopvy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ERKD90hG9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PkDfrVdCwC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TFYnqEqeGq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2026年06月01日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https://www.youtube.com/watch?v=aHM2RKeMaeM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MEOVV(미야오) - ‘DDI RO RI’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THEBLACKLABEL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981,595  👍 0  💬 7,991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3:20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公開3時間で急上昇入り！　50万再生の注目コンテンツ　コメント1000件超と議論が活発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https://www.youtube.com/watch?v=yMeRwFn5UEA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見ろ！早抜け！【マイクラ】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247,733  👍 8,871  💬 359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41:56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いいね率3.6%と好評価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https://www.youtube.com/watch?v=R67c47htyDU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カリスマックス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Snow Man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61,418  👍 559  💬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2:58  ·  📅 公開27時間前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https://www.youtube.com/watch?v=gAas3bTlzuU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【Minecraft】#ホロ金策サバイバル2 お金を稼ぎたい( ^ω^ ) DAY1 ぺこ！【ホロライブ/兎田ぺこら】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447,048  👍 14,957  💬 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4:29:19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　いいね率3.3%と好評価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https://www.youtube.com/watch?v=1XFEtAx5i7E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SHINee 샤이니 'Atmos'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276,828  👍 48,798  💬 4,473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3:23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いいね率17.6%と視聴者の支持が非常に高い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https://www.youtube.com/watch?v=bG9zvaNMOoU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【4人実況】共通のお財布でギャンブルして借金返済するゲーム『Gamble With Your Friends』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レトルト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338,281  👍 7,553  💬 351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1:51:54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いいね率2.2%と好評価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https://www.youtube.com/watch?v=h8rZAMiRTTo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Official髭男dism - Pretender [Official Live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Official髭男dism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117,998  👍 11,644  💬 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5:45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いいね率9.9%と視聴者の支持が非常に高い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https://www.youtube.com/watch?v=Fp3cx6e0tp0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#V最協第二幕 出場選手＆チーム発表【 #VTuber最協決定戦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渋谷ハル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496,675  👍 9,746  💬 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1:43:10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https://www.youtube.com/watch?v=65Pk_HopvyA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映画『開戦前夜』本予告【7月31日（金）公開】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東京テアトル公式チャンネル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62,629  👍 807  💬 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TREASURE - ‘IF I’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2,975,448  👍 220,874  💬 38,619  ⏱ 3:08  📅 公開4時間前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100万再生超の大ヒット　いいね率7.4%と視聴者の支持が非常に高い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https://www.youtube.com/watch?v=QERKD90hG98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19,149,165  👍 158,043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12,781,248  👍 170,542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11,712,507  👍 185,731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11,481,603  👍 132,440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10,531,617  👍 97,839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24,837,310  👍 378,763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20,447,929  👍 362,505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19,799,127  👍 389,758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18,683,863  👍 354,333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16,596,423  👍 195,442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映画「アンパンマンが生まれた日」【アンパンマンアニメ公式】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147,497,833  👍 0  ⏱ 11:16  📅 2021-02-18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141,724,791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53,096,422  👍 180,449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バスボールを使ってみよう！#アニメキッズ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44,891,365  👍 0  ⏱ 29:47  📅 2017-09-15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43,795,943  👍 186,781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6,804,435  👍 119,505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3,493,631  👍 45,069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3,358,940  👍 29,947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3,301,787  👍 43,519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3,005,414  👍 35,791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