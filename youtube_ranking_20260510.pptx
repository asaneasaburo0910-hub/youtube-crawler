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AAAAAA"/>
                </a:solidFill>
                <a:latin typeface="Arial"/>
              </a:rPr>
              <a:t>2026年05月10日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ALPHA DRIVE ONE (알파드라이브원) 'Beautiful' Dance Practice｜KCON JAPAN 2026 ver.(Original Song - Wanna One)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ALPHA DRIVE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51,140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https://www.youtube.com/watch?v=X0RBz4_DzvQ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【ツムツム】新ツムのやつをやる！！ガーディアンルーク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とある高校生がツムツムをしてみた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141,385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https://www.youtube.com/watch?v=rxl5S0tSoOM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BE:FIRST / Rondo -Behind The Scenes-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BE:FIRST 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230,399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https://www.youtube.com/watch?v=uS2q1mmyGk8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【対決】1日かけてポケGOで捕まえたポケモン同士を戦わせたらまさかの結果に！？！！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Lazy Lie Crazy【レイクレ】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341,232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https://www.youtube.com/watch?v=G1w-XgyfbLM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『ルージュの伝言｜松任谷由実』 acoustic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優里ちゃんねる【公式】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98,243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https://www.youtube.com/watch?v=7DbiY5492zU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100日間ポピープレイタイムのキャラに変身して生き残る【 マイクラ / マインクラフト 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ウォーターチャレンジ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102,084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https://www.youtube.com/watch?v=JoielG-k8ik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かりゆし58 - アンマー / THE FIRST 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449,107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https://www.youtube.com/watch?v=OUGCI8DZ12k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宇多田さんとテトリスをしました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佐藤 健 / Satoh Takeru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D7F32"/>
                </a:solidFill>
                <a:latin typeface="Arial"/>
              </a:rPr>
              <a:t>👁  1,272,180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https://www.youtube.com/watch?v=YcoyPs1Og2Y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『フォルティクス 配信！推しを継ぐもの』予告編30秒（バイオテック Ｍ編）【2026年6月7日（日）配信】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東映特撮YouTube 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C0C0"/>
                </a:solidFill>
                <a:latin typeface="Arial"/>
              </a:rPr>
              <a:t>👁  11,148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https://www.youtube.com/watch?v=7tjPP7RP9z8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188720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6908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Replace to be - VACHSS 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D700"/>
                </a:solidFill>
                <a:latin typeface="Arial"/>
              </a:rPr>
              <a:t>📺 夢追翔のJUKE BOX  ·  👁 724,783 回視聴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いや勝つんかいw　 #おもしろ #エンタメ #ネタ #バズれ #shorts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19,138,283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無反応挑戦　w#おもしろ＃おもしろ動画＃エンタメ#お笑い#バラエティ#テレビ#バズれ #s…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ネタ秒  ·  👁 14,609,561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クビの真相は？【GOKKO】【ごっこ倶楽部】【企業研究】【エンタメ業界】【IT業界】【映画…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ごっこ倶楽部のウラ垢 - STUDIO GOKKO -  ·  👁 12,780,661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狩野英孝のマイクラ実況が面白いwww#エンタメ #マイクラ #狩野英孝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はるえもん  ·  👁 11,678,282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ネプリーグ放送事故w #おもしろ #面白い #テレビ #エンタメ #お笑い #芸人 #バズ…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11,440,257 回視聴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たくさん食べてすくすく育つ！【MOD紹介】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ウッドリィ  ·  👁 24,655,913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感動のダブルスイカ‼️ #スイカゲーム #ゲーム実況 #サワヤンゲームズ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にこみチャンネル  ·  👁 20,444,539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全部ひっかかる人【しょぼんのアクション3D】 #ゲーム実況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タン  ·  👁 19,793,347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ロシア人を質問責めしたら反応がカワイイwwwww【Liar’s Bar/ライアーズバー/ゲ…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ゼロ / ZERO  ·  👁 18,634,979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見たことの無い落ち方をする配信者#葉 #ゲーム実況 #切り抜き #onlyup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葉ちゅべ  ·  👁 18,294,512 回視聴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カプセルくるくるお皿でポン！たのしい回転ずしDX #アニメキッズ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アニメキッズanimekids  ·  👁 44,202,450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2017 乗り物 人気動画まとめ★赤ちゃん・子供向けアニメ★はたらくくるま いっぱい！赤ち…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ノッカーナアニメーション nokkana animation  ·  👁 41,169,267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TVアニメ『呪術廻戦』第3期「死滅回游 前編」ノンクレジットOPムービー／OPテーマ：Ki…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TOHO animation チャンネル  ·  👁 33,171,563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『SPY×FAMILY』第2クールオープニング主題歌アニメ映像(ノンクレジット)／“SPY…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TOHO animation チャンネル  ·  👁 30,332,898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EGOIST『咲かせや咲かせ』Original Movie（劇場中編アニメ－ション『甲鉄城…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EGOIST Official YouTube Channel  ·  👁 23,761,918 回視聴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歌舞伎町タワーの日本一高い映画館「109シネマズプレミアム新宿」を正直レビュー！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正直レビュー 🍰🍛  ·  👁 6,788,194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市川團十郎が語る映画「国宝」の率直な感想と歌舞伎への想い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KABUKU. / 市川團十郎。  ·  👁 3,484,137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名作映画を見た感想を嘘ついてる奴は誰だ！映画人狼バトル開始！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東海オンエア  ·  👁 3,299,527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ディズニー１００周年のゴミ『ウィッシュ』レビュー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ホッカイロレン  ·  👁 3,252,875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【2ch有益スレ】今まで見た映画の中で「一番最悪だった映画」挙げてけｗ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2ch有益プラネット【ゆっくり解説】  ·  👁 2,939,730 回視聴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