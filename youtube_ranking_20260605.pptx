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OaGNEbxOh_o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reClpoBrFfk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32_I_QfbPFw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DgICfgTeCCI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6GDKDNLg9cQ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DcphpBvdt28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9yFyQJWofMM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IZozKvDhp5s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7z-mf3a4X2E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Zv6JKobJyFY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i5TSvrhVH94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DuEKgK2B2p8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G-gXirMbzFY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mhCy0IgobIw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XGbduoPa_-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0cjKg-Z3xak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gcgKUcJKxIs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ScWlFcYn_FI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Xr032EhUDPw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XoodunTw0kw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dN020llYLQU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OhHzzl4Z6qU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KWYewgdSAOI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HQDUEU-Zhyc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J4JTp1tNrkk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2026年06月05日  ·  急上昇 TOP 10 発表</a:t>
            </a:r>
          </a:p>
        </p:txBody>
      </p:sp>
      <p:pic>
        <p:nvPicPr>
          <p:cNvPr id="6" name="Picture 5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https://www.youtube.com/watch?v=OaGNEbxOh_o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SEKAI NO OWARI「RPG」from「Du Gara Di Du」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SEKAI NO OWARI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91,769  👍 5,836  💬 436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7:59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公開10時間で急上昇入り！　急上昇中の新興コンテンツ　いいね率6.4%と視聴者の支持が非常に高い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https://www.youtube.com/watch?v=reClpoBrFfk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【#ホロ金策サバイバル2】４日目！！！もうこうなったらやるしかねぇよ・・・・【ホロライブ/さくらみこ】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Miko Ch. さくらみこ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652,039  👍 16,412  💬 245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5:28:02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公開4時間で急上昇入り！　50万再生の注目コンテンツ　いいね率2.5%と好評価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https://www.youtube.com/watch?v=32_I_QfbPFw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『映画クレヨンしんちゃん 奇々怪々！オラの妖怪バケ～ション』予告②【7月31日(金)夏休み公開！】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105,703  👍 1,677  💬 0  📈+162.6%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1:41  ·  📅 公開24時間前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公開24時間で急上昇入り！　10万再生突破の話題作　前日比+162.6%と急拡散中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https://www.youtube.com/watch?v=DgICfgTeCCI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&amp;TEAM TAKI - ねっこ (King Gnu)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&amp;TEAM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97,750  👍 17,712  💬 2,666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4:14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公開7時間で急上昇入り！　急上昇中の新興コンテンツ　いいね率18.1%と視聴者の支持が非常に高い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https://www.youtube.com/watch?v=6GDKDNLg9cQ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【スプラ3】 本番 大好物はねイカのから揚げ 【vccスプラ】うるか イブラヒム 笹ティック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Kuzuha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508,818  👍 7,629  💬 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4:38:42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公開6時間で急上昇入り！　50万再生の注目コンテンツ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https://www.youtube.com/watch?v=DcphpBvdt28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ACE COMBAT 8: WINGS OF THEVE | Walkthrough 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Bandai Namco Entertainment America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170,455  👍 12,835  💬 1,514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9:45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いいね率7.5%と視聴者の支持が非常に高い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https://www.youtube.com/watch?v=9yFyQJWofMM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SUPER EIGHT - ダンダーラ [Official Music Video]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Storm Labels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119,073  👍 0  💬 4,124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3:34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公開10時間で急上昇入り！　10万再生突破の話題作　コメント1000件超と議論が活発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https://www.youtube.com/watch?v=IZozKvDhp5s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【Minecraft】#ホロ金策サバイバル2 お金を稼ぎたい( ^ω^ ) DAY4 ぺこ！【ホロライブ/兎田ぺこら】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Pekora Ch. 兎田ぺこら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D7F32"/>
                </a:solidFill>
                <a:latin typeface="Arial"/>
              </a:rPr>
              <a:t>👁 686,538  👍 13,915  💬 184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6:11:57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公開4時間で急上昇入り！　50万再生の注目コンテンツ　いいね率2.0%と好評価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https://www.youtube.com/watch?v=7z-mf3a4X2E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主題歌はAdo「モンストロ」｜映画『ブル―ロック』予告②【8月7日(金)公開】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映画『ブルーロック』チャンネル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0C0C0"/>
                </a:solidFill>
                <a:latin typeface="Arial"/>
              </a:rPr>
              <a:t>👁 99,033  👍 6,675  💬 359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1:31  ·  📅 公開1時間前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公開1時間で急上昇入り！　急上昇中の新興コンテンツ　いいね率6.7%と視聴者の支持が非常に高い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BTS (방탄소년단) 'Hooligan' Official Performance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2,109,146  👍 499,053  💬 22,119  ⏱ 3:16  📅 公開6時間前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100万再生超の大ヒット　いいね率23.7%と視聴者の支持が非常に高い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https://www.youtube.com/watch?v=Zv6JKobJyFY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19,150,010  👍 158,031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12,781,327  👍 170,527  ⏱ 1:28  📅 2025-04-14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11,716,013  👍 185,779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11,488,434  👍 132,537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10,533,384  👍 97,853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たくさん食べてすくすく育つ！【MOD紹介】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24,851,156  👍 378,771  ⏱ 0:37  📅 2024-09-30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https://www.youtube.com/watch?v=DuEKgK2B2p8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クオリティが高すぎて鳥肌が立つホラーゲーム『 狂い月 』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キヨ。  👁 24,557,042  👍 141,731  ⏱ 3:52:12  📅 2020-01-12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https://www.youtube.com/watch?v=G-gXirMbzFY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感動のダブルスイカ‼️ #スイカゲーム #ゲーム実況 #サワヤンゲームズ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20,448,413  👍 362,458  ⏱ 0:59  📅 2023-12-22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全部ひっかかる人【しょぼんのアクション3D】 #ゲーム実況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19,799,668  👍 389,720  ⏱ 1:00  📅 2023-09-28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見たことの無い落ち方をする配信者#葉 #ゲーム実況 #切り抜き #onlyup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18,881,828  👍 357,706  ⏱ 0:38  📅 2023-07-07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142,098,668  👍 0  ⏱ 1:31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アイナ・ジ・エンド / 革命道中 - On The Way × TVアニメ『ダンダダ…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44,030,422  👍 187,204  ⏱ 3:22  📅 2025-08-20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35,777,089  👍 521,274  ⏱ 1:31  📅 2026-01-09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TVアニメ『ダンダダン』HAYASii「Hunting Soul」【lyric vi…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MBS animation 公式チャンネル  👁 31,870,457  👍 456,824  ⏱ 4:04  📅 2025-08-08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https://www.youtube.com/watch?v=XoodunTw0kw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EGOIST『咲かせや咲かせ』Original Movie（劇場中編アニメ－ション『…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EGOIST Official YouTube Channel  👁 24,098,949  👍 125,991  ⏱ 3:21  📅 2021-12-26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https://www.youtube.com/watch?v=dN020llYLQU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6,806,474  👍 119,517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市川團十郎が語る映画「国宝」の率直な感想と歌舞伎への想い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3,495,060  👍 45,082  ⏱ 17:48  📅 2025-07-12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名作映画を見た感想を嘘ついてる奴は誰だ！映画人狼バトル開始！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3,368,378  👍 29,979  ⏱ 34:45  📅 2024-09-26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ディズニー１００周年のゴミ『ウィッシュ』レビュー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3,308,754  👍 43,573  ⏱ 12:56  📅 2023-12-19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【2ch有益スレ】今まで見た映画の中で「一番最悪だった映画」挙げてけｗ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2ch有益プラネット【ゆっくり解説】  👁 3,012,400  👍 35,834  ⏱ 0:59  📅 2023-10-19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https://www.youtube.com/watch?v=J4JTp1tNrkk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