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2026年10月08日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ドクターX ～白衣のマフィア～ | オフィシャル予告編 | Netflix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Netflix Japan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1万回　👍 76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なにわ男子 - Moonlit [Official Music Video]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なにわ男子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92万回　👍 4万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配信者がめちゃくちゃ身バレして大事件になるホラーゲーム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キヨ。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117万回　👍 2万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【天涯孤独になった55歳の男に】リリー・フランキー、“孤独のない国”フィリピンへ…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moviecollectionjp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6万回　👍 255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LEE JISOO - Movie Star / THE FIRST TAKE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THE FIRST 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45万回　👍 1万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