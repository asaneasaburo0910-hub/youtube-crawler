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2026年08月30日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Kvi Baba / BPM feat. KREVA (Live at YOKO…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Kvi Baba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16万回　👍 5,209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【まとめ】ここまでの謎を説明、濃すぎる序章が終わるｗｗｗ【叶/にじさんじ切り抜き…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白瀬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19万回　👍 2,597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＝LOVE（イコールラブ）/ 21st Single『恋、はじめました。』360…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＝LOVE（イコールラブ）公式チャンネル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31万回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俺たちは「ブラックファイル」を手に入れられるのか？【スパイ大作戦 9日目】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カラフルピーチ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60万回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なにわ男子 - Moonlit [なにわ男子 LIVE TOUR 2026 「N…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なにわ男子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67万回　👍 3万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