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4vmNHmTAwK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eLgZR6yO_E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hCZi_R0Mnv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Fw87KQpeMwQ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Up1WsGK7A4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q8pxi-FzJIM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SnXUiCtbE-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7-vwOKNY3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We3rt2uQpo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z12U3ZWckqU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gmVaJn2hgJM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210R0ozmLwg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https://www.youtube.com/watch?v=4vmNHmTAwKY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Travis Japan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66,228  👍 5,799  💬 418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いいね率8.8%と視聴者の支持が非常に高い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https://www.youtube.com/watch?v=eLgZR6yO_EE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ラストチャンスでTOP8に入り、CC権利を獲得しそうな立川を応援するカワノ【スト6・EVOFLANCE】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カワノKawano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288,122  👍 2,411  💬 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41:49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https://www.youtube.com/watch?v=hCZi_R0MnvE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NARUTO×NINKŪ | Teaser | NARUTO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NARUTO / BORUTO Official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1,169,660  👍 17,384  💬 1,653  📈+177.2%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1:47  ·  📅 公開25時間前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前日比+177.2%と急拡散中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https://www.youtube.com/watch?v=Fw87KQpeMwQ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エトランス・フィーバー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Chotokkyu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127,595  👍 10,415  💬 580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いいね率8.2%と視聴者の支持が非常に高い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https://www.youtube.com/watch?v=Up1WsGK7A4o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真　打　登　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542,632  👍 10,302  💬 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1:29:41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https://www.youtube.com/watch?v=q8pxi-FzJIM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『ゴジラ-0.0』ファイナル予告を細かすぎるほど解説・考察：典子の眼帯の下の秘密とは？謎の気球は？ギドラに第二形態？ゴジラは一度負ける…最後の切り札は明子？＜2026年11月3日(火・祝)劇場公開＞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Japan Sci-Fi 【SF解説・創作】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151,923  👍 839  💬 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22:56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https://www.youtube.com/watch?v=SnXUiCtbE-E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It’s not a bad life -Special Movie-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271,933  👍 22,608  💬 811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いいね率8.3%と視聴者の支持が非常に高い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https://www.youtube.com/watch?v=c7-vwOKNY3s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【日本語実況】Evo France 2026 - Day３「CAPCOM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945,608  👍 11,777  💬 186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5:15:57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https://www.youtube.com/watch?v=We3rt2uQpoY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『ゴジラ-0.0』ファイナル予告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1,270,989  👍 24,010  💬 2,230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KEY TO LIT【Strawberry Breakfast(SixTONES)】Arena Tour 20…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398,322  👍 24,865  💬 5,917  ⏱ 3:32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いいね率6.2%と視聴者の支持が非常に高い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https://www.youtube.com/watch?v=z12U3ZWckqU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19,165,404  👍 157,674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12,786,452  👍 170,225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11,825,639  👍 186,979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11,623,066  👍 133,672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10,696,095  👍 99,610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23,592,235  👍 415,252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20,483,024  👍 362,050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19,853,386  👍 389,581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19,083,350  👍 262,686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波平専用の美容師 #shorts #ゲーム実況 #爆笑 #ビビッター #リズムゲーム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関西夫婦ゲーマーズ(カンフー)  👁 17,783,710  👍 375,065  ⏱ 0:32  📅 2024-05-05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https://www.youtube.com/watch?v=gmVaJn2hgJM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226,412,127  👍 1,238,576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225,431,954  👍 2,062,989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168,337,049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153,360,884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TVアニメ「マッシュル-MASHLE-」第2期ノンクレジットOPムービー｜Creep…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134,496,459  👍 1,360,081  ⏱ 1:31  📅 2024-01-07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7,237,438  👍 108,766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6,966,606  👍 120,781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4,666,270  👍 24,725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3,910,277  👍 7,908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3,800,084  👍 47,105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