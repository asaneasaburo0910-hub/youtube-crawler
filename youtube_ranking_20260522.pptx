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hyperlink" Target="https://www.youtube.com/watch?v=Z_pIMIxA4Dc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hyperlink" Target="https://www.youtube.com/watch?v=Gy32XOFT2ww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hyperlink" Target="https://www.youtube.com/watch?v=ClItEA5oKWo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hyperlink" Target="https://www.youtube.com/watch?v=iR5vQeUQ32Q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hyperlink" Target="https://www.youtube.com/watch?v=oQpgRncS2JU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hyperlink" Target="https://www.youtube.com/watch?v=7qldrlRavKI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hyperlink" Target="https://www.youtube.com/watch?v=7hMHYXR76AU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Relationship Id="rId4" Type="http://schemas.openxmlformats.org/officeDocument/2006/relationships/hyperlink" Target="https://www.youtube.com/watch?v=eDkDzcG98Xo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hyperlink" Target="https://www.youtube.com/watch?v=egw9O06SmBA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png"/><Relationship Id="rId4" Type="http://schemas.openxmlformats.org/officeDocument/2006/relationships/hyperlink" Target="https://www.youtube.com/watch?v=V1Lr-_AxeR8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2.png"/><Relationship Id="rId5" Type="http://schemas.openxmlformats.org/officeDocument/2006/relationships/image" Target="../media/image23.jpg"/><Relationship Id="rId6" Type="http://schemas.openxmlformats.org/officeDocument/2006/relationships/hyperlink" Target="https://www.youtube.com/watch?v=9nXbYZL8V9E" TargetMode="External"/><Relationship Id="rId7" Type="http://schemas.openxmlformats.org/officeDocument/2006/relationships/image" Target="../media/image24.png"/><Relationship Id="rId8" Type="http://schemas.openxmlformats.org/officeDocument/2006/relationships/image" Target="../media/image25.jpg"/><Relationship Id="rId9" Type="http://schemas.openxmlformats.org/officeDocument/2006/relationships/hyperlink" Target="https://www.youtube.com/watch?v=i5TSvrhVH94" TargetMode="External"/><Relationship Id="rId10" Type="http://schemas.openxmlformats.org/officeDocument/2006/relationships/image" Target="../media/image26.png"/><Relationship Id="rId11" Type="http://schemas.openxmlformats.org/officeDocument/2006/relationships/image" Target="../media/image27.jpg"/><Relationship Id="rId12" Type="http://schemas.openxmlformats.org/officeDocument/2006/relationships/hyperlink" Target="https://www.youtube.com/watch?v=21eblauBPy8" TargetMode="External"/><Relationship Id="rId13" Type="http://schemas.openxmlformats.org/officeDocument/2006/relationships/image" Target="../media/image28.png"/><Relationship Id="rId14" Type="http://schemas.openxmlformats.org/officeDocument/2006/relationships/image" Target="../media/image29.jpg"/><Relationship Id="rId15" Type="http://schemas.openxmlformats.org/officeDocument/2006/relationships/hyperlink" Target="https://www.youtube.com/watch?v=fGaa5iluMIQ" TargetMode="External"/><Relationship Id="rId16" Type="http://schemas.openxmlformats.org/officeDocument/2006/relationships/image" Target="../media/image3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hyperlink" Target="https://www.youtube.com/watch?v=DuEKgK2B2p8" TargetMode="External"/><Relationship Id="rId4" Type="http://schemas.openxmlformats.org/officeDocument/2006/relationships/image" Target="../media/image32.png"/><Relationship Id="rId5" Type="http://schemas.openxmlformats.org/officeDocument/2006/relationships/image" Target="../media/image33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4.png"/><Relationship Id="rId8" Type="http://schemas.openxmlformats.org/officeDocument/2006/relationships/image" Target="../media/image35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6.png"/><Relationship Id="rId11" Type="http://schemas.openxmlformats.org/officeDocument/2006/relationships/image" Target="../media/image37.jpg"/><Relationship Id="rId12" Type="http://schemas.openxmlformats.org/officeDocument/2006/relationships/hyperlink" Target="https://www.youtube.com/watch?v=0cjKg-Z3xak" TargetMode="External"/><Relationship Id="rId13" Type="http://schemas.openxmlformats.org/officeDocument/2006/relationships/image" Target="../media/image38.png"/><Relationship Id="rId14" Type="http://schemas.openxmlformats.org/officeDocument/2006/relationships/image" Target="../media/image39.jpg"/><Relationship Id="rId15" Type="http://schemas.openxmlformats.org/officeDocument/2006/relationships/hyperlink" Target="https://www.youtube.com/watch?v=1JT-CjiNVok" TargetMode="External"/><Relationship Id="rId16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hyperlink" Target="https://www.youtube.com/watch?v=210R0ozmLwg" TargetMode="External"/><Relationship Id="rId4" Type="http://schemas.openxmlformats.org/officeDocument/2006/relationships/image" Target="../media/image42.png"/><Relationship Id="rId5" Type="http://schemas.openxmlformats.org/officeDocument/2006/relationships/image" Target="../media/image43.jpg"/><Relationship Id="rId6" Type="http://schemas.openxmlformats.org/officeDocument/2006/relationships/hyperlink" Target="https://www.youtube.com/watch?v=-NFhRWhkp7I" TargetMode="External"/><Relationship Id="rId7" Type="http://schemas.openxmlformats.org/officeDocument/2006/relationships/image" Target="../media/image44.png"/><Relationship Id="rId8" Type="http://schemas.openxmlformats.org/officeDocument/2006/relationships/image" Target="../media/image45.jpg"/><Relationship Id="rId9" Type="http://schemas.openxmlformats.org/officeDocument/2006/relationships/hyperlink" Target="https://www.youtube.com/watch?v=ScWlFcYn_FI" TargetMode="External"/><Relationship Id="rId10" Type="http://schemas.openxmlformats.org/officeDocument/2006/relationships/image" Target="../media/image46.png"/><Relationship Id="rId11" Type="http://schemas.openxmlformats.org/officeDocument/2006/relationships/image" Target="../media/image47.jpg"/><Relationship Id="rId12" Type="http://schemas.openxmlformats.org/officeDocument/2006/relationships/hyperlink" Target="https://www.youtube.com/watch?v=Xr032EhUDPw" TargetMode="External"/><Relationship Id="rId13" Type="http://schemas.openxmlformats.org/officeDocument/2006/relationships/image" Target="../media/image48.png"/><Relationship Id="rId14" Type="http://schemas.openxmlformats.org/officeDocument/2006/relationships/image" Target="../media/image49.jpg"/><Relationship Id="rId15" Type="http://schemas.openxmlformats.org/officeDocument/2006/relationships/hyperlink" Target="https://www.youtube.com/watch?v=T9R-NPhRi1M" TargetMode="External"/><Relationship Id="rId16" Type="http://schemas.openxmlformats.org/officeDocument/2006/relationships/image" Target="../media/image5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2.png"/><Relationship Id="rId5" Type="http://schemas.openxmlformats.org/officeDocument/2006/relationships/image" Target="../media/image53.jpg"/><Relationship Id="rId6" Type="http://schemas.openxmlformats.org/officeDocument/2006/relationships/hyperlink" Target="https://www.youtube.com/watch?v=OhHzzl4Z6qU" TargetMode="External"/><Relationship Id="rId7" Type="http://schemas.openxmlformats.org/officeDocument/2006/relationships/image" Target="../media/image54.png"/><Relationship Id="rId8" Type="http://schemas.openxmlformats.org/officeDocument/2006/relationships/image" Target="../media/image55.jpg"/><Relationship Id="rId9" Type="http://schemas.openxmlformats.org/officeDocument/2006/relationships/hyperlink" Target="https://www.youtube.com/watch?v=KWYewgdSAOI" TargetMode="External"/><Relationship Id="rId10" Type="http://schemas.openxmlformats.org/officeDocument/2006/relationships/image" Target="../media/image56.png"/><Relationship Id="rId11" Type="http://schemas.openxmlformats.org/officeDocument/2006/relationships/image" Target="../media/image57.jpg"/><Relationship Id="rId12" Type="http://schemas.openxmlformats.org/officeDocument/2006/relationships/hyperlink" Target="https://www.youtube.com/watch?v=HQDUEU-Zhyc" TargetMode="External"/><Relationship Id="rId13" Type="http://schemas.openxmlformats.org/officeDocument/2006/relationships/image" Target="../media/image58.png"/><Relationship Id="rId14" Type="http://schemas.openxmlformats.org/officeDocument/2006/relationships/image" Target="../media/image59.jpg"/><Relationship Id="rId15" Type="http://schemas.openxmlformats.org/officeDocument/2006/relationships/hyperlink" Target="https://www.youtube.com/watch?v=J4JTp1tNrkk" TargetMode="External"/><Relationship Id="rId16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20240"/>
            <a:ext cx="9144000" cy="11887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99339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2026年05月22日  ·  急上昇 TOP 10 発表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https://www.youtube.com/watch?v=Z_pIMIxA4Dc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おかんの家の家具が全部回転しだすドッキリ！【まいくら / マインクラフト】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あかさかの箱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56,050  👍 2,626  💬 214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16:54  ·  📅 公開-4時間前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公開-4時間で急上昇入り！　急上昇中の新興コンテンツ　いいね率4.7%と好評価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https://www.youtube.com/watch?v=Gy32XOFT2ww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BOOMPALA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LE SSERAFIM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149,297  👍 11,733  💬 501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2:57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公開0時間で急上昇入り！　10万再生突破の話題作　いいね率7.9%と視聴者の支持が非常に高い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https://www.youtube.com/watch?v=ClItEA5oKWo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クセが強い『100年後のメンバー』と入れ替わった世界でエンドラ討伐【マイクラ】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347,319  👍 10,643  💬 268  📈+215.3%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32:10  ·  📅 公開17時間前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公開17時間で急上昇入り！　10万再生突破の話題作　前日比+215.3%の爆発的な伸び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https://www.youtube.com/watch?v=iR5vQeUQ32Q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ShowMinorSavage / ROMEO -Special Dance Performance-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ShowMinorSavage_official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394,537  👍 30,781  💬 2,056  📈+38.2%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3:14  ·  📅 公開39時間前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公開1日で急上昇　10万再生突破の話題作　前日比+38.2%で着実に成長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https://www.youtube.com/watch?v=oQpgRncS2JU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イングリッドの対戦動画が解禁されたので、早速海外から友達と見てみる【スト6・カワノ】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カワノKawano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145,206  👍 2,381  💬 190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12:56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公開0時間で急上昇入り！　10万再生突破の話題作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https://www.youtube.com/watch?v=7qldrlRavKI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ベテルギウス/ 優里【加賀美ハヤト Cover】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加賀美 ハヤト/Hayato Kagami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198,952  👍 26,823  💬 1,015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3:57  ·  📅 公開18時間前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公開18時間で急上昇入り！　10万再生突破の話題作　いいね率13.5%と視聴者の支持が非常に高い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https://www.youtube.com/watch?v=7hMHYXR76AU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探偵になって化け物を見つけるマインクラフト【 マイクラ / マインクラフト 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ウォーターチャレンジ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102,953  👍 2,514  💬 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18:14  ·  📅 公開-4時間前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公開-4時間で急上昇入り！　10万再生突破の話題作　いいね率2.4%と好評価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https://www.youtube.com/watch?v=eDkDzcG98Xo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＜期間限定公開＞Motoki Ohmori – 催し【LIVE on TBS “CDTVライブ!ライブ!”】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大森元貴 / Motoki Ohmori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D7F32"/>
                </a:solidFill>
                <a:latin typeface="Arial"/>
              </a:rPr>
              <a:t>👁 226,119  👍 21,303  💬 753  📈+252.0%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3:08  ·  📅 公開18時間前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公開18時間で急上昇入り！　10万再生突破の話題作　前日比+252.0%の爆発的な伸び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https://www.youtube.com/watch?v=egw9O06SmBA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5年前に大流行した老人ホームが舞台のホラーゲーム『 終焉介護 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キヨ。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0C0C0"/>
                </a:solidFill>
                <a:latin typeface="Arial"/>
              </a:rPr>
              <a:t>👁 828,507  👍 26,517  💬 1,890  📈+346.9%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2:04:18  ·  📅 公開18時間前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公開18時間で急上昇入り！　50万再生の注目コンテンツ　前日比+346.9%の爆発的な伸び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LE SSERAFIM (르세라핌) 'BOOMPALA' OFFICIAL MV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1,346,222  👍 175,503  💬 12,925  ⏱ 3:29  📅 公開0時間前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公開0時間で急上昇入り！　100万再生超の大ヒット　いいね率13.0%と視聴者の支持が非常に高い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https://www.youtube.com/watch?v=V1Lr-_AxeR8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19,146,130  👍 158,065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14,609,618  👍 41,777  ⏱ 0:17  📅 2025-09-26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12,780,978  👍 170,563  ⏱ 1:28  📅 2025-04-14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狩野英孝のマイクラ実況が面白いwww#エンタメ #マイクラ #狩野英孝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11,694,862  👍 185,436  ⏱ 1:33  📅 2025-07-05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11,462,247  👍 132,192  ⏱ 0:18  📅 2025-11-01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たくさん食べてすくすく育つ！【MOD紹介】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ウッドリィ  👁 24,775,199  👍 378,325  ⏱ 0:37  📅 2024-09-30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https://www.youtube.com/watch?v=DuEKgK2B2p8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20,446,065  👍 362,566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19,796,852  👍 389,802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見たことの無い落ち方をする配信者#葉 #ゲーム実況 #切り抜き #onlyup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18,321,726  👍 348,401  ⏱ 0:38  📅 2023-07-07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デビルレベルpart9 #switch2 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ぐりげんの南極第二拠点  👁 16,595,003  👍 195,490  ⏱ 1:02  📅 2025-08-18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https://www.youtube.com/watch?v=1JT-CjiNVok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TVアニメ「マッシュル-MASHLE-」第2期ノンクレジットOPムービー｜Creep…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アニプレックス チャンネル  👁 131,109,553  👍 1,345,432  ⏱ 1:31  📅 2024-01-07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https://www.youtube.com/watch?v=210R0ozmLwg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Mrs. GREEN APPLE「ライラック」MV - TVアニメ『忘却バッテリー』…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52,537,823  👍 179,941  ⏱ 4:53  📅 2024-07-04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アイナ・ジ・エンド / 革命道中 - On The Way × TVアニメ『ダンダダ…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42,953,733  👍 185,114  ⏱ 3:22  📅 2025-08-20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34,403,370  👍 513,771  ⏱ 1:31  📅 2026-01-09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夢をかなえてドラえもん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mao - Topic  👁 27,199,421  👍 90,337  ⏱ 4:09  📅 2018-07-11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https://www.youtube.com/watch?v=T9R-NPhRi1M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6,796,938  👍 119,437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市川團十郎が語る映画「国宝」の率直な感想と歌舞伎への想い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3,489,315  👍 45,039  ⏱ 17:48  📅 2025-07-12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名作映画を見た感想を嘘ついてる奴は誰だ！映画人狼バトル開始！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3,334,909  👍 29,844  ⏱ 34:45  📅 2024-09-26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ディズニー１００周年のゴミ『ウィッシュ』レビュー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3,268,740  👍 43,224  ⏱ 12:56  📅 2023-12-19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https://www.youtube.com/watch?v=HQDUEU-Zhyc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【2ch有益スレ】今まで見た映画の中で「一番最悪だった映画」挙げてけｗ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2ch有益プラネット【ゆっくり解説】  👁 2,974,885  👍 35,482  ⏱ 0:59  📅 2023-10-19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https://www.youtube.com/watch?v=J4JTp1tNrkk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