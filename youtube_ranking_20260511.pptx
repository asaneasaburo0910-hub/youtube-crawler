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2026年05月11日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加藤純一のトモダチコレクション わくわく生活ダイジェスト【2026/05/10】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加藤純一ロードショー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46,363  👍 1,827  💬 350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1:20:16  ·  公開-6時間前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いいね率3.9%と好評価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https://www.youtube.com/watch?v=BG510OGm8iw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DEKOBOKO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Ae! group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34,619  👍 2,646  💬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3:33  ·  公開11時間前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いいね率7.6%と視聴者の支持が非常に高い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https://www.youtube.com/watch?v=Y4djumeBdOs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美食家が求める食べ物すべて集めるまで帰れません！【マイクラ】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81,739  👍 4,668  💬 157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34:49  ·  公開-6時間前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いいね率5.7%と視聴者の支持が非常に高い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https://www.youtube.com/watch?v=bdW3ZFNTEqQ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ガチ夢中！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chotokkyu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61,052  👍 4,968  💬 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3:49  ·  公開16時間前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急上昇中の新興コンテンツ　いいね率8.1%と視聴者の支持が非常に高い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https://www.youtube.com/watch?v=FH1cgh2l9fw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【検証】初心者が1日中スプラのランクに潜り続けたらどれぐらい上手くなるのか？【スプラ6日目】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137,985  👍 4,529  💬 649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55:57  ·  公開0時間前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いいね率3.3%と好評価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https://www.youtube.com/watch?v=xv1V-txlOX0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NMIXX(엔믹스) “Heavy Serenade” M/V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259,218  👍 67,289  💬 6,594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3:32  ·  公開-6時間前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10万再生突破の話題作　いいね率26.0%と視聴者の支持が非常に高い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https://www.youtube.com/watch?v=6Ycn9qZK09I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#002 『ドラゴンクエストスマッシュグロウ』の新情報を「マル」がお届け！「スマグロ マル秘 レポート」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161,918  👍 1,562  💬 446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3:10  ·  公開0時間前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https://www.youtube.com/watch?v=c8XTo0eM0p4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BOYNEXTDOOR (보이넥스트도어) '똑똑똑' Official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1,649,069  👍 142,132  💬 12,565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2:47  ·  公開11時間前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100万再生超の大ヒット　いいね率8.6%と視聴者の支持が非常に高い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https://www.youtube.com/watch?v=WxGWMI2B7r8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自由な住民たちの生活を見守る神ゲー『 トモダチコレクション わくわく生活 』～大恋愛～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1,134,168  👍 44,918  💬 3,636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1:17:28  ·  公開17時間前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100万再生超の大ヒット　いいね率4.0%と好評価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https://www.youtube.com/watch?v=y__j0ezIAL8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24128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aespa 에스파 'WDA (Whole Different Animal) (Feat. G-DRAGON…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838,209  👍 147,878  💬 11,301  ⏱ 3:09  📅 公開-6時間前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9087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50万再生の注目コンテンツ　いいね率17.6%と視聴者の支持が非常に高い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19,138,919  👍 158,094  ⏱ 0:10  📅 2025-08-09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無反応挑戦　w#おもしろ＃おもしろ動画＃エンタメ#お笑い#バラエティ#テレビ#バズれ…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14,609,564  👍 41,787  ⏱ 0:17  📅 2025-09-26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クビの真相は？【GOKKO】【ごっこ倶楽部】【企業研究】【エンタメ業界】【IT業界】…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12,780,690  👍 170,590  ⏱ 1:28  📅 2025-04-14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11,679,620  👍 185,225  ⏱ 1:33  📅 2025-07-05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ネプリーグ放送事故w #おもしろ #面白い #テレビ #エンタメ #お笑い #芸人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11,443,513  👍 131,990  ⏱ 0:18  📅 2025-11-01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24,681,901  👍 377,625  ⏱ 0:37  📅 2024-09-30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20,444,639  👍 362,613  ⏱ 0:59  📅 2023-12-22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19,793,975  👍 389,858  ⏱ 1:00  📅 2023-09-28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ロシア人を質問責めしたら反応がカワイイwwwww【Liar’s Bar/ライアーズバ…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18,635,235  👍 547,137  ⏱ 0:44  📅 2024-12-11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デビルレベルpart9 #switch2 #ゲーム実況 #shorts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16,593,974  👍 195,541  ⏱ 1:02  📅 2025-08-18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TVアニメ『呪術廻戦』第2期「懐玉・玉折」ノンクレジットOPムービー／OPテーマ：キ…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139,291,929  👍 0  ⏱ 1:31  📅 2023-07-07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カプセルくるくるお皿でポン！たのしい回転ずしDX #アニメキッズ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44,207,765  👍 0  ⏱ 12:11  📅 2017-11-13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アイナ・ジ・エンド / 革命道中 - On The Way × TVアニメ『ダンダダ…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42,055,424  👍 183,391  ⏱ 3:22  📅 2025-08-20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TVアニメ『呪術廻戦』第3期「死滅回游 前編」ノンクレジットOPムービー／OPテーマ…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33,282,544  👍 507,451  ⏱ 1:31  📅 2026-01-09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『SPY×FAMILY』第2クールオープニング主題歌アニメ映像(ノンクレジット)／“…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30,349,934  👍 0  ⏱ 1:31  📅 2022-09-28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6,788,710  👍 119,397  ⏱ 1:00  📅 2025-03-15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3,484,557  👍 45,011  ⏱ 17:48  📅 2025-07-12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3,303,961  👍 29,728  ⏱ 34:45  📅 2024-09-26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3,254,179  👍 43,104  ⏱ 12:56  📅 2023-12-19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2,942,224  👍 35,178  ⏱ 0:59  📅 2023-10-19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