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image" Target="../media/image29.jpg"/><Relationship Id="rId6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9144000" cy="11887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93392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 Black"/>
              </a:rPr>
              <a:t>▶  YouTube トレンド ランキング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2026年05月11日  ·  急上昇 TOP 10 発表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#10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加藤純一のトモダチコレクション わくわく生活ダイジェスト【2026/05/10】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加藤純一ロードショー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61,655  👍 2,168  💬 412  📈+33.0%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1:20:16  ·  公開-5時間前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公開-5時間で急上昇入り！　急上昇中の新興コンテンツ　前日比+33.0%で着実に成長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448056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  <a:latin typeface="Arial"/>
              </a:rPr>
              <a:t>https://www.youtube.com/watch?v=BG510OGm8iw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#9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DEKOBOKO LIFE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Ae! group - Topic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36,726  👍 2,838  💬 0  📈+6.1%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3:33  ·  公開12時間前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公開12時間で急上昇入り！　急上昇中の新興コンテンツ　いいね率7.7%と視聴者の支持が非常に高い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448056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  <a:latin typeface="Arial"/>
              </a:rPr>
              <a:t>https://www.youtube.com/watch?v=Y4djumeBdOs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#8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美食家が求める食べ物すべて集めるまで帰れません！【マイクラ】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ドズル社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109,014  👍 5,560  💬 180  📈+33.4%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34:49  ·  公開-5時間前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公開-5時間で急上昇入り！　10万再生突破の話題作　前日比+33.4%で着実に成長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448056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  <a:latin typeface="Arial"/>
              </a:rPr>
              <a:t>https://www.youtube.com/watch?v=bdW3ZFNTEqQ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#7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NMIXX(엔믹스) “Heavy Serenade” M/V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JYP Entertainment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365,604  👍 76,781  💬 7,127  📈+41.0%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3:32  ·  公開-5時間前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公開-5時間で急上昇入り！　10万再生突破の話題作　前日比+41.0%で着実に成長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448056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  <a:latin typeface="Arial"/>
              </a:rPr>
              <a:t>https://www.youtube.com/watch?v=6Ycn9qZK09I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#6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【検証】初心者が1日中スプラのランクに潜り続けたらどれぐらい上手くなるのか？【スプラ6日目】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GON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156,493  👍 4,816  💬 677  📈+13.4%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55:57  ·  公開0時間前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公開0時間で急上昇入り！　10万再生突破の話題作　前日比+13.4%で着実に成長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448056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  <a:latin typeface="Arial"/>
              </a:rPr>
              <a:t>https://www.youtube.com/watch?v=xv1V-txlOX0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BOYNEXTDOOR (보이넥스트도어) '똑똑똑' Official MV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HYBE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1,739,287  👍 144,205  💬 12,651  📈+5.5%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2:47  ·  公開12時間前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公開12時間で急上昇入り！　100万再生超の大ヒット　いいね率8.3%と視聴者の支持が非常に高い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448056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  <a:latin typeface="Arial"/>
              </a:rPr>
              <a:t>https://www.youtube.com/watch?v=WxGWMI2B7r8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#002 『ドラゴンクエストスマッシュグロウ』の新情報を「マル」がお届け！「スマグロ マル秘 レポート」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ドラゴンクエストスマッシュグロウ公式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177,050  👍 1,611  💬 457  📈+9.3%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3:10  ·  公開0時間前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公開0時間で急上昇入り！　10万再生突破の話題作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448056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  <a:latin typeface="Arial"/>
              </a:rPr>
              <a:t>https://www.youtube.com/watch?v=c8XTo0eM0p4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超特急「ガチ夢中！」MUSIC VIDEO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超特急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D7F32"/>
                </a:solidFill>
                <a:latin typeface="Arial"/>
              </a:rPr>
              <a:t>👁 5,210  👍 18,746  💬 2,064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4:26  ·  公開-7時間前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公開-7時間で急上昇入り！　急上昇中の新興コンテンツ　いいね率359.8%と視聴者の支持が非常に高い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448056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  <a:latin typeface="Arial"/>
              </a:rPr>
              <a:t>https://www.youtube.com/watch?v=0beWrfj7AvE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7772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自由な住民たちの生活を見守る神ゲー『 トモダチコレクション わくわく生活 』～大恋愛～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3317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キヨ。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67004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0C0C0"/>
                </a:solidFill>
                <a:latin typeface="Arial"/>
              </a:rPr>
              <a:t>👁 1,169,378  👍 45,473  💬 3,664  📈+3.1%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1:17:28  ·  公開18時間前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4787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公開18時間で急上昇入り！　100万再生超の大ヒット　いいね率3.9%と好評価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448056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44444"/>
                </a:solidFill>
                <a:latin typeface="Arial"/>
              </a:rPr>
              <a:t>https://www.youtube.com/watch?v=y__j0ezIAL8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09728"/>
            <a:ext cx="91440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D700"/>
                </a:solidFill>
                <a:latin typeface="Arial Black"/>
              </a:rPr>
              <a:t>🏆  NO. 1 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024128"/>
            <a:ext cx="5029200" cy="28254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388620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aespa 에스파 'WDA (Whole Different Animal) (Feat. G-DRAGON…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370832"/>
            <a:ext cx="8595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FFD700"/>
                </a:solidFill>
                <a:latin typeface="Arial"/>
              </a:rPr>
              <a:t>👁 1,447,141  👍 171,678  💬 12,785  ⏱ 3:09  📅 公開-5時間前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690872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EC9B0"/>
                </a:solidFill>
                <a:latin typeface="Arial"/>
              </a:rPr>
              <a:t>💡 公開-5時間で急上昇入り！　100万再生超の大ヒット　前日比+72.6%と急拡散中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🎬 エンタメ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いや勝つんかいw　 #おもしろ #エンタメ #ネタ #バズれ #shorts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0700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19,138,956  👍 158,094  ⏱ 0:10  📅 2025-08-09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64208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無反応挑戦　w#おもしろ＃おもしろ動画＃エンタメ#お笑い#バラエティ#テレビ#バズれ…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08483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ネタ秒  👁 14,609,564  👍 41,787  ⏱ 0:17  📅 2025-09-26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42032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クビの真相は？【GOKKO】【ごっこ倶楽部】【企業研究】【エンタメ業界】【IT業界】…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6265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ごっこ倶楽部のウラ垢 - STUDIO GOKKO -  👁 12,780,690  👍 170,590  ⏱ 1:28  📅 2025-04-14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19856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狩野英孝のマイクラ実況が面白いwww#エンタメ #マイクラ #狩野英孝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4048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はるえもん  👁 11,679,697  👍 185,225  ⏱ 1:33  📅 2025-07-05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29768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ネプリーグ放送事故w #おもしろ #面白い #テレビ #エンタメ #お笑い #芸人 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1830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11,443,619  👍 131,994  ⏱ 0:18  📅 2025-11-01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🎮 ゲーム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たくさん食べてすくすく育つ！【MOD紹介】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0700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ウッドリィ  👁 24,683,108  👍 377,631  ⏱ 0:37  📅 2024-09-30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64208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感動のダブルスイカ‼️ #スイカゲーム #ゲーム実況 #サワヤンゲームズ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08483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にこみチャンネル  👁 20,444,676  👍 362,613  ⏱ 0:59  📅 2023-12-22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42032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全部ひっかかる人【しょぼんのアクション3D】 #ゲーム実況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6265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タン  👁 19,793,999  👍 389,860  ⏱ 1:00  📅 2023-09-28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19856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ロシア人を質問責めしたら反応がカワイイwwwww【Liar’s Bar/ライアーズバ…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4048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ゼロ / ZERO  👁 18,635,285  👍 547,138  ⏱ 0:44  📅 2024-12-11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29768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デビルレベルpart9 #switch2 #ゲーム実況 #shorts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1830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ぐりげんの南極第二拠点  👁 16,593,977  👍 195,540  ⏱ 1:02  📅 2025-08-18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✨ アニメ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TVアニメ『呪術廻戦』第2期「懐玉・玉折」ノンクレジットOPムービー／OPテーマ：キ…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0700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139,296,093  👍 0  ⏱ 1:31  📅 2023-07-07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64208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カプセルくるくるお皿でポン！たのしい回転ずしDX #アニメキッズ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08483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アニメキッズanimekids  👁 44,208,307  👍 0  ⏱ 12:11  📅 2017-11-13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42032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アイナ・ジ・エンド / 革命道中 - On The Way × TVアニメ『ダンダダ…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6265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アイナ・ジ・エンド Official  👁 42,060,213  👍 183,396  ⏱ 3:22  📅 2025-08-20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19856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TVアニメ『呪術廻戦』第3期「死滅回游 前編」ノンクレジットOPムービー／OPテーマ…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4048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33,286,520  👍 507,469  ⏱ 1:31  📅 2026-01-09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29768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『SPY×FAMILY』第2クールオープニング主題歌アニメ映像(ノンクレジット)／“…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1830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30,350,595  👍 0  ⏱ 1:31  📅 2022-09-28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🍿 映画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歌舞伎町タワーの日本一高い映画館「109シネマズプレミアム新宿」を正直レビュー！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0700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正直レビュー 🍰🍛  👁 6,788,702  👍 119,397  ⏱ 1:00  📅 2025-03-15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64208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市川團十郎が語る映画「国宝」の率直な感想と歌舞伎への想い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08483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KABUKU. / 市川團十郎。  👁 3,484,596  👍 45,012  ⏱ 17:48  📅 2025-07-12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42032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名作映画を見た感想を嘘ついてる奴は誰だ！映画人狼バトル開始！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6265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東海オンエア  👁 3,304,087  👍 29,728  ⏱ 34:45  📅 2024-09-26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19856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ディズニー１００周年のゴミ『ウィッシュ』レビュー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4048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ホッカイロレン  👁 3,254,247  👍 43,104  ⏱ 12:56  📅 2023-12-19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29768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【2ch有益スレ】今まで見た映画の中で「一番最悪だった映画」挙げてけｗ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1830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2ch有益プラネット【ゆっくり解説】  👁 2,942,319  👍 35,179  ⏱ 0:59  📅 2023-10-19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