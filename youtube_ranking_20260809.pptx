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7.png"/><Relationship Id="rId11" Type="http://schemas.openxmlformats.org/officeDocument/2006/relationships/image" Target="../media/image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9.png"/><Relationship Id="rId14" Type="http://schemas.openxmlformats.org/officeDocument/2006/relationships/image" Target="../media/image1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15.png"/><Relationship Id="rId8" Type="http://schemas.openxmlformats.org/officeDocument/2006/relationships/image" Target="../media/image1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17.png"/><Relationship Id="rId11" Type="http://schemas.openxmlformats.org/officeDocument/2006/relationships/image" Target="../media/image1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19.png"/><Relationship Id="rId14" Type="http://schemas.openxmlformats.org/officeDocument/2006/relationships/image" Target="../media/image2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573,700,748  👍 1,137,838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220,901,039  👍 1,224,770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219,500,006  👍 2,035,269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163,081,886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148,328,366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7,383,744  👍 106,475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6,842,956  👍 119,734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6,635,448  👍 102,295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4,270,485  👍 22,805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3,727,355  👍 46,809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