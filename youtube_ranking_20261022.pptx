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pywbeRCIIc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8VS46_s4JN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DN5JpXHDrL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zYASoDUesEs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vL4y-ZuKzZ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6YdWyjSbEf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-is9b93THr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un_GRaLvDx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JCFcr-KMrTo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5Om3k90dM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JpP13Wp1ke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OBe-ehVPKKk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Omr7v9o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https://www.youtube.com/watch?v=pywbeRCIIc8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つばきファクトリー『愛＝運+縁+恩』(Music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つばきファクトリー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95,786  👍 7,385  💬 1,018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3:55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急上昇中の新興コンテンツ　いいね率7.7%と視聴者の支持が非常に高い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https://www.youtube.com/watch?v=8VS46_s4JNA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 FINAL FANTASY RESONANCE 】本日発売！シリーズ最新作💎王覇山、旅立ち。（ クリスタルを巡る、復讐と絆の物語。 ）【 にじさんじ┊︎葉山舞鈴┊︎※ネタバレ注意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葉山舞鈴 / Ohayama 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210,211  👍 1,505  💬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8:35:01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https://www.youtube.com/watch?v=DN5JpXHDrLk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MAZZEL / Touch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2,007,775  👍 54,857  💬 12,683  📈+30.3%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3:41  ·  📅 公開58時間前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100万再生超の大ヒット　前日比+30.3%で着実に成長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https://www.youtube.com/watch?v=zYASoDUesEs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【#ホロ鯖ARK】ラグナロクで生きるARKその３【ホロライブ/白上フブキ】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フブキCh。白上フブキ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301,527  👍 6,762  💬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3:10:30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https://www.youtube.com/watch?v=vL4y-ZuKzZs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IVE 아이브 'Looks Can Kill' PERFORMANCE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889,855  👍 41,090  💬 1,491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3:27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いいね率4.6%と好評価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https://www.youtube.com/watch?v=6YdWyjSbEfY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絶　望　の　真　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505,620  👍 10,658  💬 867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1:09:38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https://www.youtube.com/watch?v=-is9b93THrQ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Ayumu Imazu - 結び [Live Performance @ BMSG FES'26]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Ayumu Imazu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177,740  👍 6,990  💬 145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https://www.youtube.com/watch?v=un_GRaLvDxU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世界中で話題となった完全新作『 Switch Sports Resort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1,136,927  👍 21,109  💬 1,847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2:07:38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https://www.youtube.com/watch?v=JCFcr-KMrTo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永作博美「私の怒りはこんなもんじゃねぇからな！！！」　映画『あきらめません！』予告編　大森南朋、西野七瀬らキャスト出演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182,344  👍 529  💬 34  📈+248.0%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1:17  ·  📅 公開25時間前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前日比+248.0%の爆発的な伸び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忘れらんねえよ - なんもねえ /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1,008,706  👍 37,673  💬 2,137  ⏱ 4:02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　いいね率3.7%と好評価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https://www.youtube.com/watch?v=Q5Om3k90dMs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Aşk-ı Memnu Canlı İzle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57,881,476  👍 34,269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19,165,505  👍 157,614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🔴AO VIVO: Bluey Episódios Completos em HD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17,356,565  👍 59,432  ⏱ 不明  📅 2026-01-13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BLOK EKIPA 🔴 MARATON ODCINKÓW 24/7 | SPInk…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SPInka Film Studio (official)  👁 14,058,727  👍 33,956  ⏱ 不明  📅 2026-06-11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https://www.youtube.com/watch?v=9Omr7v9omIQ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12,939,635  👍 8,078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23,749,195  👍 417,224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20,484,921  👍 361,901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19,855,324  👍 389,423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19,651,365  👍 269,465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16,615,146  👍 194,601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227,285,059  👍 1,240,512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226,415,300  👍 2,066,674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132,247,612  👍 436,488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59,566,067  👍 185,336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53,721,310  👍 208,279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7,263,605  👍 108,977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6,985,762  👍 120,857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4,687,382  👍 24,802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4,128,785  👍 8,368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3,807,387  👍 47,118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