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_7IXcfSACEQ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G3bqHl3XLc0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4WiUjd_MlSA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X8njjHdF1go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RQMB9_hUh1k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i7jVfG-wB78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ED-KkYI9il8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_tdp8MxkAII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Sy7cLG6XHRY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BZ4UzthYTss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RHUauMcYlX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P8QordVAUyU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9nXbYZL8V9E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i5TSvrhVH94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ffE0CxNxrII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Snd181QDquI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kWxVkRGq_uI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fYIzoKvpl7c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l75_uEo7ZL0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CaqHOvgAnO0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-NFhRWhkp7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fGGTf044UP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pcQzhUcRfqE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2026年08月08日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https://www.youtube.com/watch?v=_7IXcfSACEQ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モナキ - すみなすものは心なりけり(Official Music Video)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モナキ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84,466  👍 5,919  💬 775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4:41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急上昇中の新興コンテンツ　いいね率7.0%と視聴者の支持が非常に高い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https://www.youtube.com/watch?v=G3bqHl3XLc0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にじさんじ甲子園2026 大会直前！前日特番【 #にじ甲2026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にじさんじ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568,936  👍 13,395  💬 138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2:26:25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50万再生の注目コンテンツ　いいね率2.4%と好評価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https://www.youtube.com/watch?v=4WiUjd_MlSA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映画『八つ墓村』本予告【9月18日(金)全国公開】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松竹チャンネル/SHOCHIKUch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124,410  👍 1,027  💬 187  📈+556.6%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1:01  ·  📅 公開20時間前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公開20時間で急上昇入り！　10万再生突破の話題作　前日比+556.6%の爆発的な伸び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https://www.youtube.com/watch?v=X8njjHdF1go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【MV】王道/葛葉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Kuzuha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224,326  👍 30,829  💬 878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3:20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いいね率13.7%と視聴者の支持が非常に高い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https://www.youtube.com/watch?v=RQMB9_hUh1k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体力が共有の『バグった世界』で合流するまで終われません！【マイクラ】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330,662  👍 11,893  💬 452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59:02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いいね率3.6%と好評価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https://www.youtube.com/watch?v=i7jVfG-wB78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Garten of Banban: Last Ticket to the Abyss - Official Teaser Trailer (Delvers)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Euphoric Brothers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1,037,174  👍 59,663  💬 17,768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1:59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公開4時間で急上昇入り！　100万再生超の大ヒット　いいね率5.8%と視聴者の支持が非常に高い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https://www.youtube.com/watch?v=ED-KkYI9il8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Time is money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Release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90,532  👍 3,756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2:32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急上昇中の新興コンテンツ　いいね率4.1%と好評価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https://www.youtube.com/watch?v=_tdp8MxkAII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【マインクラフト】神社を巡って7回おみくじを引いてください【日常組】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日常組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447,026  👍 16,509  💬 572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1:29:56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いいね率3.7%と好評価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https://www.youtube.com/watch?v=Sy7cLG6XHRY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劇場シリーズ【第一部】メイドインアビス 目覚める神秘｜本予告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KADOKAWAanime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632,190  👍 27,308  💬 1,841  📈+2360.3%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1:03  ·  📅 公開17時間前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公開17時間で急上昇入り！　50万再生の注目コンテンツ　前日比+2360.3%の爆発的な伸び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Stray Kids "This &amp; That" M/V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13,140,501  👍 927,667  💬 89,329  ⏱ 3:14  📅 公開14時間前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500万再生超の超バズ動画　いいね率7.1%と視聴者の支持が非常に高い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https://www.youtube.com/watch?v=BZ4UzthYTss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🔴LIVE: 24 HOURS+ Bluey Episodes in HD! ✨ 💙…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25,832,060  👍 64,266  ⏱ 不明  📅 2026-04-02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[🔴LIVE]  깔깔티비 💫1박2일💫 화질UP 🔥24시간 무한 스트리밍🔥 ㅣ…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19,436,514  👍 11,125  ⏱ 不明  📅 2025-04-07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19,164,513  👍 157,862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14,609,975  👍 41,685  ⏱ 0:17  📅 2025-09-26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12,784,676  👍 170,404  ⏱ 1:28  📅 2025-04-14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息子の扱いが酷すぎる男。#ゲーム実況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15,251,351  👍 222,390  ⏱ 0:58  📅 2026-03-12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月のクレーターをトイレにする男🌙 #ゲーム実況 #shorts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10,786,873  👍 149,610  ⏱ 1:04  📅 2026-06-10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https://www.youtube.com/watch?v=Snd181QDquI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ホラゲーに舐められている配信者www#葉 #ゲーム実況 #theclassroom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9,246,392  👍 248,477  ⏱ 0:57  📅 2024-06-15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https://www.youtube.com/watch?v=kWxVkRGq_uI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チートを使う配信者 #葉 #ゲーム実況 #ソーセージについての奇妙なゲーム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7,458,703  👍 109,516  ⏱ 0:53  📅 2026-06-09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https://www.youtube.com/watch?v=fYIzoKvpl7c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【制御不能の言葉】汚言症のゲーム実況者に1日密着してみた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日本財団  👁 7,404,920  👍 87,253  ⏱ 21:40  📅 2024-03-20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https://www.youtube.com/watch?v=l75_uEo7ZL0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220,811,391  👍 1,224,506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148,259,243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アンパンマンたいそう （テレビサイズver.）［公式エンディングテーマ］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VAP OFFICIAL MUSIC CHANNEL  👁 120,522,070  👍 0  ⏱ 1:19  📅 2023-03-24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https://www.youtube.com/watch?v=CaqHOvgAnO0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Mrs. GREEN APPLE「ライラック」MV - TVアニメ『忘却バッテリー』…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56,405,722  👍 183,145  ⏱ 4:53  📅 2024-07-04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ライオン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May'n - Topic  👁 42,210,096  👍 143,279  ⏱ 5:04  📅 2020-10-01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https://www.youtube.com/watch?v=fGGTf044UPI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6,842,183  👍 119,728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6,620,968  👍 102,097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4,252,630  👍 22,718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3,726,764  👍 46,803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映画『マイケル』を観たガチ勢の反応ｗｗ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キング・オブ・ポップ  👁 3,649,150  👍 40,553  ⏱ 0:18  📅 2026-05-08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https://www.youtube.com/watch?v=pcQzhUcRfqE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