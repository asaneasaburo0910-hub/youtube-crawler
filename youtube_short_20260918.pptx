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2026年09月18日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【原神】限定★５「ヴェスナ」は強いのか？無凸で解説。性能/武器/聖遺物/PT編成…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マグロヘッド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31万回　👍 4,787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櫻坂46 『愛MUST BE』 MUSIC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櫻坂46 OFFICIAL YouTube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110万回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去年大流行した「とんでもなくイライラする」理不尽ゲーム『 利用規約に同意したい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キヨ。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168万回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予告 國分佳奈 (20代女性) 編 | ダウンタイム | Netflix Jap…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12万回　👍 179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Aぇ! group 「Emotion」Official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Aぇ!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76万回　👍 4万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