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Een6aeVfj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yuYf_Agnm0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jFX1eugZ-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LaucpL2PB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9Q58A_k-H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qy0Hqjtioc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_Bm66BRnM1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zUDroOD1cB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-tUulrroh6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07T1sYiPV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ByG9e8ZxVl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ew4ig9E5gaQ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https://www.youtube.com/watch?v=sEen6aeVfjA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奇跡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252,994  👍 14,826  💬 470  📈+187.7%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3:44  ·  📅 公開26時間前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前日比+187.7%と急拡散中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https://www.youtube.com/watch?v=yuYf_Agnm0E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【DDR】ミニミニ筐体からミラーボールの輝き！ダンレボクラシックミニで踊り明かせ！【私物紹介】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マフィア梶田と中村悠一の「わしゃがなTV」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131,362  👍 4,104  💬 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29:04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https://www.youtube.com/watch?v=BjFX1eugZ-Y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NCT 127 엔시티 127 'Blingy'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792,924  👍 129,001  💬 10,738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いいね率16.3%と視聴者の支持が非常に高い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https://www.youtube.com/watch?v=HLaucpL2PBA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今まで一度も見たことないルークのリーサルコンボが異次元すぎて絶句するカワノ【スト6】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カワノKawano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200,065  👍 3,239  💬 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21:08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https://www.youtube.com/watch?v=g9Q58A_k-HU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ALPHA DRIVE ONE 'BORN DIRE'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ALPHA DRIVE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1,298,356  👍 52,227  💬 8,391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https://www.youtube.com/watch?v=qy0Hqjtioc4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ゆあんのことわかってるよね？ゆあん？それともAI?【マインクラフト】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277,879  👍 15,258  💬 758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32:25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いいね率5.5%と視聴者の支持が非常に高い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https://www.youtube.com/watch?v=_Bm66BRnM1A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 21st Single c/w『夏名残サマーチューン』【MV full】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479,746  👍 39,350  💬 3,801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4:02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いいね率8.2%と視聴者の支持が非常に高い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https://www.youtube.com/watch?v=zUDroOD1cBs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【あもんぐあす】やたの方々とゲーマーズでやります【#やたげまあもあす】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401,305  👍 10,711  💬 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2:57:54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https://www.youtube.com/watch?v=-tUulrroh6A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「俺のこと、なんか言ってた？」ティーザー予告編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8,181  👍 328  💬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1:37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【期間限定公開】M!LK – 爆裂愛してる (from CDTVライブ！ライブ！)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446,742  👍 40,237  💬 2,293  ⏱ 3:35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いいね率9.0%と視聴者の支持が非常に高い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https://www.youtube.com/watch?v=y07T1sYiPVY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29,202,234  👍 72,134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20,151,928  👍 11,467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19,164,815  👍 157,798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18,384,440  👍 62,172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12,785,325  👍 170,369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22,495,807  👍 400,014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20,467,246  👍 362,162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18,658,697  👍 546,225  ⏱ 0:44  📅 2024-12-11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16,346,007  👍 234,580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どこで奇跡起こしとんwww#onlyup #葉 #ゲーム実況 #切り抜き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12,571,405  👍 364,754  ⏱ 0:28  📅 2023-07-22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222,327,497  👍 1,228,411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149,396,364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133,402,305  👍 1,356,176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カプセルくるくるお皿でポン！たのしい回転ずしDX 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44,729,867  👍 0  ⏱ 12:11  📅 2017-11-13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https://www.youtube.com/watch?v=ew4ig9E5gaQ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42,291,437  👍 557,665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6,875,841  👍 105,274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6,872,822  👍 120,012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6,788,667  👍 98,742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3,736,623  👍 46,872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3,539,323  👍 30,625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