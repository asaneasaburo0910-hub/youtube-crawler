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宮沢りえの圧倒的存在感に魅了される『しびれ』母親・亜樹にフォーカスした特別予告編…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オリコン洋画館 ORICON NEWS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18万回　👍 40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Snow Man 'show time...' SnowMotion Studi…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Snow 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116万回　👍 7万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絶対に行ってはいけない「商店街」が舞台のホラーゲーム『 奥ヶ淵商店街 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106万回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予告 坂下ゆり子 (70代女性) 編 | ダウンタイム | Netflix Ja…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34万回　👍 683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WATCH ME  feat. BIA -Dance Pr…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47万回　👍 3万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