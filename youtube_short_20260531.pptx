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5486400" cy="97566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5486400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YouTube
急上昇ランキング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463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D700"/>
                </a:solidFill>
                <a:latin typeface="Arial"/>
              </a:rPr>
              <a:t>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5669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Arial"/>
              </a:rPr>
              <a:t>2026年05月30日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858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EC9B0"/>
                </a:solidFill>
                <a:latin typeface="Arial"/>
              </a:rPr>
              <a:t>ずんだもんと一緒に見ていくのだ！</a:t>
            </a:r>
          </a:p>
        </p:txBody>
      </p:sp>
      <p:pic>
        <p:nvPicPr>
          <p:cNvPr id="9" name="Picture 8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なにわ男子 - Celebrate [Official Music Video]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なにわ男子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34万回　👍 3万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【マインクラフト】全ての行動がポイントになる可能性がある世界【日常組】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日常組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👁 50万回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D7F32"/>
                </a:solidFill>
                <a:latin typeface="Arial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きゃりーぱみゅぱみゅ - キミに100パーセント / THE FIRST TAK…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THE FIRST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D7F32"/>
                </a:solidFill>
                <a:latin typeface="Arial"/>
              </a:rPr>
              <a:t>👁 63万回　👍 3万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C0C0C0"/>
                </a:solidFill>
                <a:latin typeface="Arial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7548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【4人実況】NGワードを言ったら「仲間が死ぬ」おもしろホラーゲーム『 Curse…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キヨ。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995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0C0C0"/>
                </a:solidFill>
                <a:latin typeface="Arial"/>
              </a:rPr>
              <a:t>👁 55万回　👍 1万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804672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8321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0" name="Picture 9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46920"/>
            <a:ext cx="54864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43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D700"/>
                </a:solidFill>
                <a:latin typeface="Arial"/>
              </a:rPr>
              <a:t>🏆 NO.1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512064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5720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M!LK - アイドルパワー (Official Promotion Video…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6309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📺 M!LK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68122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Arial"/>
              </a:rPr>
              <a:t>👁 92万回　👍 8万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7772400"/>
            <a:ext cx="164592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9235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  <a:latin typeface="Arial"/>
              </a:rPr>
              <a:t>▲ QRコードで視聴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9756648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Arial"/>
              </a:rPr>
              <a:t>以上！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30175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0000"/>
                </a:solidFill>
                <a:latin typeface="Arial"/>
              </a:rPr>
              <a:t>YouTube急上昇
TOP5でした！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4864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EC9B0"/>
                </a:solidFill>
                <a:latin typeface="Arial"/>
              </a:rPr>
              <a:t>チャンネル登録・
いいね！よろしくなのだ🌿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7772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AAAA"/>
                </a:solidFill>
                <a:latin typeface="Arial"/>
              </a:rPr>
              <a:t>また明日もお楽しみに！</a:t>
            </a:r>
          </a:p>
        </p:txBody>
      </p:sp>
      <p:pic>
        <p:nvPicPr>
          <p:cNvPr id="7" name="Picture 6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7699248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