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gif" ContentType="image/gif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</p:sldIdLst>
  <p:sldSz cx="5486400" cy="9756648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gif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Relationship Id="rId3" Type="http://schemas.openxmlformats.org/officeDocument/2006/relationships/image" Target="../media/image3.png"/><Relationship Id="rId4" Type="http://schemas.openxmlformats.org/officeDocument/2006/relationships/image" Target="../media/image1.gif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jpg"/><Relationship Id="rId3" Type="http://schemas.openxmlformats.org/officeDocument/2006/relationships/image" Target="../media/image5.png"/><Relationship Id="rId4" Type="http://schemas.openxmlformats.org/officeDocument/2006/relationships/image" Target="../media/image1.gif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jpg"/><Relationship Id="rId3" Type="http://schemas.openxmlformats.org/officeDocument/2006/relationships/image" Target="../media/image7.png"/><Relationship Id="rId4" Type="http://schemas.openxmlformats.org/officeDocument/2006/relationships/image" Target="../media/image1.gif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jpg"/><Relationship Id="rId3" Type="http://schemas.openxmlformats.org/officeDocument/2006/relationships/image" Target="../media/image9.png"/><Relationship Id="rId4" Type="http://schemas.openxmlformats.org/officeDocument/2006/relationships/image" Target="../media/image1.gif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jpg"/><Relationship Id="rId3" Type="http://schemas.openxmlformats.org/officeDocument/2006/relationships/image" Target="../media/image11.png"/><Relationship Id="rId4" Type="http://schemas.openxmlformats.org/officeDocument/2006/relationships/image" Target="../media/image1.gif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gif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5486400" cy="9756648"/>
          </a:xfrm>
          <a:prstGeom prst="rect">
            <a:avLst/>
          </a:prstGeom>
          <a:solidFill>
            <a:srgbClr val="0F0F0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3200400"/>
            <a:ext cx="5486400" cy="1828800"/>
          </a:xfrm>
          <a:prstGeom prst="rect">
            <a:avLst/>
          </a:prstGeom>
          <a:solidFill>
            <a:srgbClr val="FF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0" y="1371600"/>
            <a:ext cx="54864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200" b="1">
                <a:solidFill>
                  <a:srgbClr val="FFFFFF"/>
                </a:solidFill>
                <a:latin typeface="Arial"/>
              </a:rPr>
              <a:t>▶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82880" y="3291840"/>
            <a:ext cx="512064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200" b="1">
                <a:solidFill>
                  <a:srgbClr val="FFFFFF"/>
                </a:solidFill>
                <a:latin typeface="Arial"/>
              </a:rPr>
              <a:t>YouTube
急上昇ランキング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82880" y="4846320"/>
            <a:ext cx="51206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>
                <a:solidFill>
                  <a:srgbClr val="FFD700"/>
                </a:solidFill>
                <a:latin typeface="Arial"/>
              </a:rPr>
              <a:t>TOP 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82880" y="5669280"/>
            <a:ext cx="51206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0">
                <a:solidFill>
                  <a:srgbClr val="AAAAAA"/>
                </a:solidFill>
                <a:latin typeface="Arial"/>
              </a:rPr>
              <a:t>2026年05月31日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82880" y="6858000"/>
            <a:ext cx="51206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>
                <a:solidFill>
                  <a:srgbClr val="4EC9B0"/>
                </a:solidFill>
                <a:latin typeface="Arial"/>
              </a:rPr>
              <a:t>ずんだもんと一緒に見ていくのだ！</a:t>
            </a:r>
          </a:p>
        </p:txBody>
      </p:sp>
      <p:pic>
        <p:nvPicPr>
          <p:cNvPr id="9" name="Picture 8" descr="zundamon-an.gif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429000" y="7699248"/>
            <a:ext cx="2011680" cy="201168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5486400" cy="9756648"/>
          </a:xfrm>
          <a:prstGeom prst="rect">
            <a:avLst/>
          </a:prstGeom>
          <a:solidFill>
            <a:srgbClr val="0F0F0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0" y="274320"/>
            <a:ext cx="54864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0" b="1">
                <a:solidFill>
                  <a:srgbClr val="FFFFFF"/>
                </a:solidFill>
                <a:latin typeface="Arial"/>
              </a:rPr>
              <a:t>#5</a:t>
            </a:r>
          </a:p>
        </p:txBody>
      </p:sp>
      <p:pic>
        <p:nvPicPr>
          <p:cNvPr id="4" name="Picture 3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2880" y="1737360"/>
            <a:ext cx="5120640" cy="288036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182880" y="4754880"/>
            <a:ext cx="512064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>
                <a:solidFill>
                  <a:srgbClr val="FFFFFF"/>
                </a:solidFill>
                <a:latin typeface="Arial"/>
              </a:rPr>
              <a:t>飛ぶ時 / Vaundy：MUSIC VIDEO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82880" y="6492240"/>
            <a:ext cx="51206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0">
                <a:solidFill>
                  <a:srgbClr val="AAAAAA"/>
                </a:solidFill>
                <a:latin typeface="Arial"/>
              </a:rPr>
              <a:t>📺 Vaundy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82880" y="6995160"/>
            <a:ext cx="51206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>
                <a:solidFill>
                  <a:srgbClr val="FFFFFF"/>
                </a:solidFill>
                <a:latin typeface="Arial"/>
              </a:rPr>
              <a:t>👁 36万回　👍 1万</a:t>
            </a:r>
          </a:p>
        </p:txBody>
      </p:sp>
      <p:pic>
        <p:nvPicPr>
          <p:cNvPr id="8" name="Picture 7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440" y="8046720"/>
            <a:ext cx="1280160" cy="128016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1463040" y="8321040"/>
            <a:ext cx="3840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AAAAAA"/>
                </a:solidFill>
                <a:latin typeface="Arial"/>
              </a:rPr>
              <a:t>▲ QRコードで視聴</a:t>
            </a:r>
          </a:p>
        </p:txBody>
      </p:sp>
      <p:pic>
        <p:nvPicPr>
          <p:cNvPr id="10" name="Picture 9" descr="zundamon-an.gif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429000" y="7699248"/>
            <a:ext cx="2011680" cy="201168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5486400" cy="9756648"/>
          </a:xfrm>
          <a:prstGeom prst="rect">
            <a:avLst/>
          </a:prstGeom>
          <a:solidFill>
            <a:srgbClr val="0F0F0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0" y="274320"/>
            <a:ext cx="54864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0" b="1">
                <a:solidFill>
                  <a:srgbClr val="FFFFFF"/>
                </a:solidFill>
                <a:latin typeface="Arial"/>
              </a:rPr>
              <a:t>#4</a:t>
            </a:r>
          </a:p>
        </p:txBody>
      </p:sp>
      <p:pic>
        <p:nvPicPr>
          <p:cNvPr id="4" name="Picture 3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2880" y="1737360"/>
            <a:ext cx="5120640" cy="288036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182880" y="4754880"/>
            <a:ext cx="512064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>
                <a:solidFill>
                  <a:srgbClr val="FFFFFF"/>
                </a:solidFill>
                <a:latin typeface="Arial"/>
              </a:rPr>
              <a:t>MOBの中身が見れるマインクラフト【 マイクラ / マインクラフト 】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82880" y="6492240"/>
            <a:ext cx="51206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0">
                <a:solidFill>
                  <a:srgbClr val="AAAAAA"/>
                </a:solidFill>
                <a:latin typeface="Arial"/>
              </a:rPr>
              <a:t>📺 ウォーターチャレンジ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82880" y="6995160"/>
            <a:ext cx="51206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>
                <a:solidFill>
                  <a:srgbClr val="FFFFFF"/>
                </a:solidFill>
                <a:latin typeface="Arial"/>
              </a:rPr>
              <a:t>👁 16万回　👍 3,352</a:t>
            </a:r>
          </a:p>
        </p:txBody>
      </p:sp>
      <p:pic>
        <p:nvPicPr>
          <p:cNvPr id="8" name="Picture 7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440" y="8046720"/>
            <a:ext cx="1280160" cy="128016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1463040" y="8321040"/>
            <a:ext cx="3840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AAAAAA"/>
                </a:solidFill>
                <a:latin typeface="Arial"/>
              </a:rPr>
              <a:t>▲ QRコードで視聴</a:t>
            </a:r>
          </a:p>
        </p:txBody>
      </p:sp>
      <p:pic>
        <p:nvPicPr>
          <p:cNvPr id="10" name="Picture 9" descr="zundamon-an.gif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429000" y="7699248"/>
            <a:ext cx="2011680" cy="201168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5486400" cy="9756648"/>
          </a:xfrm>
          <a:prstGeom prst="rect">
            <a:avLst/>
          </a:prstGeom>
          <a:solidFill>
            <a:srgbClr val="0F0F0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0" y="274320"/>
            <a:ext cx="54864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0" b="1">
                <a:solidFill>
                  <a:srgbClr val="CD7F32"/>
                </a:solidFill>
                <a:latin typeface="Arial"/>
              </a:rPr>
              <a:t>#3</a:t>
            </a:r>
          </a:p>
        </p:txBody>
      </p:sp>
      <p:pic>
        <p:nvPicPr>
          <p:cNvPr id="4" name="Picture 3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2880" y="1737360"/>
            <a:ext cx="5120640" cy="288036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182880" y="4754880"/>
            <a:ext cx="512064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>
                <a:solidFill>
                  <a:srgbClr val="FFFFFF"/>
                </a:solidFill>
                <a:latin typeface="Arial"/>
              </a:rPr>
              <a:t>REAL-T - "  脛の傷 "  (Prod. 理貴)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82880" y="6492240"/>
            <a:ext cx="51206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0">
                <a:solidFill>
                  <a:srgbClr val="AAAAAA"/>
                </a:solidFill>
                <a:latin typeface="Arial"/>
              </a:rPr>
              <a:t>📺 REAL-T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82880" y="6995160"/>
            <a:ext cx="51206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>
                <a:solidFill>
                  <a:srgbClr val="CD7F32"/>
                </a:solidFill>
                <a:latin typeface="Arial"/>
              </a:rPr>
              <a:t>👁 4万回　👍 2,360</a:t>
            </a:r>
          </a:p>
        </p:txBody>
      </p:sp>
      <p:pic>
        <p:nvPicPr>
          <p:cNvPr id="8" name="Picture 7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440" y="8046720"/>
            <a:ext cx="1280160" cy="128016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1463040" y="8321040"/>
            <a:ext cx="3840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AAAAAA"/>
                </a:solidFill>
                <a:latin typeface="Arial"/>
              </a:rPr>
              <a:t>▲ QRコードで視聴</a:t>
            </a:r>
          </a:p>
        </p:txBody>
      </p:sp>
      <p:pic>
        <p:nvPicPr>
          <p:cNvPr id="10" name="Picture 9" descr="zundamon-an.gif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429000" y="7699248"/>
            <a:ext cx="2011680" cy="201168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5486400" cy="9756648"/>
          </a:xfrm>
          <a:prstGeom prst="rect">
            <a:avLst/>
          </a:prstGeom>
          <a:solidFill>
            <a:srgbClr val="0F0F0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0" y="274320"/>
            <a:ext cx="54864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0" b="1">
                <a:solidFill>
                  <a:srgbClr val="C0C0C0"/>
                </a:solidFill>
                <a:latin typeface="Arial"/>
              </a:rPr>
              <a:t>#2</a:t>
            </a:r>
          </a:p>
        </p:txBody>
      </p:sp>
      <p:pic>
        <p:nvPicPr>
          <p:cNvPr id="4" name="Picture 3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2880" y="1737360"/>
            <a:ext cx="5120640" cy="288036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182880" y="4754880"/>
            <a:ext cx="512064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>
                <a:solidFill>
                  <a:srgbClr val="FFFFFF"/>
                </a:solidFill>
                <a:latin typeface="Arial"/>
              </a:rPr>
              <a:t>【ヒカコレ】ヒカキン、初めてのトモコレ実況 #1『 トモダチコレクション わくわ…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82880" y="6492240"/>
            <a:ext cx="51206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0">
                <a:solidFill>
                  <a:srgbClr val="AAAAAA"/>
                </a:solidFill>
                <a:latin typeface="Arial"/>
              </a:rPr>
              <a:t>📺 HikakinGames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82880" y="6995160"/>
            <a:ext cx="51206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>
                <a:solidFill>
                  <a:srgbClr val="C0C0C0"/>
                </a:solidFill>
                <a:latin typeface="Arial"/>
              </a:rPr>
              <a:t>👁 19万回　👍 1万</a:t>
            </a:r>
          </a:p>
        </p:txBody>
      </p:sp>
      <p:pic>
        <p:nvPicPr>
          <p:cNvPr id="8" name="Picture 7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440" y="8046720"/>
            <a:ext cx="1280160" cy="128016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1463040" y="8321040"/>
            <a:ext cx="3840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AAAAAA"/>
                </a:solidFill>
                <a:latin typeface="Arial"/>
              </a:rPr>
              <a:t>▲ QRコードで視聴</a:t>
            </a:r>
          </a:p>
        </p:txBody>
      </p:sp>
      <p:pic>
        <p:nvPicPr>
          <p:cNvPr id="10" name="Picture 9" descr="zundamon-an.gif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429000" y="7699248"/>
            <a:ext cx="2011680" cy="201168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5486400" cy="9756648"/>
          </a:xfrm>
          <a:prstGeom prst="rect">
            <a:avLst/>
          </a:prstGeom>
          <a:solidFill>
            <a:srgbClr val="0F0F0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5486400" cy="109728"/>
          </a:xfrm>
          <a:prstGeom prst="rect">
            <a:avLst/>
          </a:prstGeom>
          <a:solidFill>
            <a:srgbClr val="FFD7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646920"/>
            <a:ext cx="5486400" cy="109728"/>
          </a:xfrm>
          <a:prstGeom prst="rect">
            <a:avLst/>
          </a:prstGeom>
          <a:solidFill>
            <a:srgbClr val="FFD7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0" y="274320"/>
            <a:ext cx="54864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400" b="1">
                <a:solidFill>
                  <a:srgbClr val="FFD700"/>
                </a:solidFill>
                <a:latin typeface="Arial"/>
              </a:rPr>
              <a:t>🏆 NO.1 🏆</a:t>
            </a:r>
          </a:p>
        </p:txBody>
      </p:sp>
      <p:pic>
        <p:nvPicPr>
          <p:cNvPr id="6" name="Picture 5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2880" y="1554480"/>
            <a:ext cx="5120640" cy="288036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182880" y="4572000"/>
            <a:ext cx="512064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>
                <a:solidFill>
                  <a:srgbClr val="FFFFFF"/>
                </a:solidFill>
                <a:latin typeface="Arial"/>
              </a:rPr>
              <a:t>M!LK - アイドルパワー (Official Promotion Video…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82880" y="6309360"/>
            <a:ext cx="51206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0">
                <a:solidFill>
                  <a:srgbClr val="AAAAAA"/>
                </a:solidFill>
                <a:latin typeface="Arial"/>
              </a:rPr>
              <a:t>📺 M!LK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82880" y="6812280"/>
            <a:ext cx="512064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>
                <a:solidFill>
                  <a:srgbClr val="FFD700"/>
                </a:solidFill>
                <a:latin typeface="Arial"/>
              </a:rPr>
              <a:t>👁 147万回　👍 9万</a:t>
            </a:r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440" y="7772400"/>
            <a:ext cx="1645920" cy="164592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1828800" y="8321040"/>
            <a:ext cx="35661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AAAAAA"/>
                </a:solidFill>
                <a:latin typeface="Arial"/>
              </a:rPr>
              <a:t>▲ QRコードで視聴</a:t>
            </a:r>
          </a:p>
        </p:txBody>
      </p:sp>
      <p:pic>
        <p:nvPicPr>
          <p:cNvPr id="12" name="Picture 11" descr="zundamon-an.gif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429000" y="7699248"/>
            <a:ext cx="2011680" cy="201168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5486400" cy="9756648"/>
          </a:xfrm>
          <a:prstGeom prst="rect">
            <a:avLst/>
          </a:prstGeom>
          <a:solidFill>
            <a:srgbClr val="0F0F0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0" y="1828800"/>
            <a:ext cx="54864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5200" b="1">
                <a:solidFill>
                  <a:srgbClr val="FFFFFF"/>
                </a:solidFill>
                <a:latin typeface="Arial"/>
              </a:rPr>
              <a:t>以上！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82880" y="3017520"/>
            <a:ext cx="512064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400" b="1">
                <a:solidFill>
                  <a:srgbClr val="FF0000"/>
                </a:solidFill>
                <a:latin typeface="Arial"/>
              </a:rPr>
              <a:t>YouTube急上昇
TOP5でした！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82880" y="5486400"/>
            <a:ext cx="512064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1">
                <a:solidFill>
                  <a:srgbClr val="4EC9B0"/>
                </a:solidFill>
                <a:latin typeface="Arial"/>
              </a:rPr>
              <a:t>チャンネル登録・
いいね！よろしくなのだ🌿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82880" y="7772400"/>
            <a:ext cx="51206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>
                <a:solidFill>
                  <a:srgbClr val="AAAAAA"/>
                </a:solidFill>
                <a:latin typeface="Arial"/>
              </a:rPr>
              <a:t>また明日もお楽しみに！</a:t>
            </a:r>
          </a:p>
        </p:txBody>
      </p:sp>
      <p:pic>
        <p:nvPicPr>
          <p:cNvPr id="7" name="Picture 6" descr="zundamon-an.gif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429000" y="7699248"/>
            <a:ext cx="2011680" cy="201168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