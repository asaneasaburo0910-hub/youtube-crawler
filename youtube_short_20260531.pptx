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2026年05月31日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飛ぶ時 / Vaundy：MUSIC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Vaundy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MOBの中身が見れるマインクラフト【 マイクラ / マインクラフト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ウォーターチャレンジ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3,352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REAL-T - "  脛の傷 "  (Prod. 理貴)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REAL-T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4万回　👍 2,360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【ヒカコレ】ヒカキン、初めてのトモコレ実況 #1『 トモダチコレクション わくわ…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HikakinGames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アイドルパワー (Official Promotion Video…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147万回　👍 9万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9235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