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7Gs3lZ_t3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Z-N0frXwQE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lc1xvuDd5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aRiVUVNUhIs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7c2bZ9pQCD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WVxN9pTQXt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qf4kjBYR3O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1kd2EKMh17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BPJ97kmvbK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rKqcvvut8p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1zpCNefHbC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S_MNNd9cNE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t3a3C-FDrxw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D5ef2T7O-GY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https://www.youtube.com/watch?v=N7Gs3lZ_t3o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久々のありさか高校で不良になった（？）ひなーのを見て嘆くありさか、ありさかにうるさいと言われ素直になるなずぴ、のせさんとバレバレ扱いされるありさかｗｗ【橘ひなの/花芽なずな/ありさか/ぶいす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95,678  👍 1,321  💬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45:05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https://www.youtube.com/watch?v=Z-N0frXwQE4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ファントムシータ『にんぎょひめのうた』(OFFICIAL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ファントムシータ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92,128  👍 14,473  💬 1,476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5:03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急上昇中の新興コンテンツ　いいね率15.7%と視聴者の支持が非常に高い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https://www.youtube.com/watch?v=Plc1xvuDd50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先に死んだ者勝ち！？ いろんな死亡ログ選手戦【マイクラ】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246,067  👍 7,634  💬 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27:45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https://www.youtube.com/watch?v=aRiVUVNUhIs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忘れらんねえよ「なんもねえ」Music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忘れらんねえよ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695,910  👍 62,504  💬 3,836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いいね率9.0%と視聴者の支持が非常に高い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https://www.youtube.com/watch?v=7c2bZ9pQCDo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モンストニュース[8/13]TVアニメ『ブルーロック』　コラボ開催決定！超究極「士道龍聖」も登場！その他、獣神化・改など、モンストの最新情報をお届けします！【モンスト公式】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496,940  👍 5,661  💬 560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29:23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https://www.youtube.com/watch?v=WVxN9pTQXt4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【森田剛、17年間ずっとアシスタント】娘「夢は叶わないってこと？」／映画『見上げてごらん』予告編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129,347  👍 1,217  💬 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https://www.youtube.com/watch?v=qf4kjBYR3O0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星野源 - 好き [Official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星野源 Gen Hoshino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370,543  👍 37,474  💬 1,980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いいね率10.1%と視聴者の支持が非常に高い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https://www.youtube.com/watch?v=1kd2EKMh17k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ホラーが大の苦手な友人と「開発中止を求められた本当に怖い事故物件を見るゲーム」をやってみた【日本事故物件監視協会3】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622,851  👍 20,657  💬 1,655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2:30:14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https://www.youtube.com/watch?v=BPJ97kmvbKc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「アベンジャーズ／ドゥームズデイ」ティザー予告｜2026年12月18日(金)劇場公開｜MARVEL(マーベル)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423,836  👍 8,911  💬 811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T-Pablow &amp; Zeebra vs  CHEHON &amp; Red Eye/BATTLE SUMMIT II…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361,730  👍 11,874  💬 1,216  ⏱ 8:31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いいね率3.3%と好評価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https://www.youtube.com/watch?v=rKqcvvut8pw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19,674,171  👍 11,224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19,164,636  👍 157,840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17,782,858  👍 60,573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СЕРИАЛ СОЛДАТЫ. ⚡ВСЕ СЕЗОНЫ ПОДРЯД⚡🔴 LIVE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Дембельский альбом  👁 16,812,167  👍 12,828  ⏱ 不明  📅 2025-04-21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https://www.youtube.com/watch?v=1zpCNefHbC0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14,610,003  👍 41,677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22,267,134  👍 396,504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20,464,062  👍 362,220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19,825,307  👍 389,553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18,656,523  👍 546,325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17,496,493  👍 543,834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737,257,299  👍 3,387,802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221,430,034  👍 1,226,125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56,722,943  👍 183,404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41,688,800  👍 553,834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35,465,992  👍 188,394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6,847,112  👍 119,766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6,722,818  👍 103,396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老人を追い出そうとしたマネージャーの末路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5,064,312  👍 53,774  ⏱ 2:54  📅 2026-08-05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https://www.youtube.com/watch?v=KS_MNNd9cNE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妻が夫を死んだと思い込ませた理由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4,358,329  👍 77,189  ⏱ 2:30  📅 2026-08-06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https://www.youtube.com/watch?v=t3a3C-FDrxw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ピーターのクモの糸を放つポーズに隠された秘密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4,345,487  👍 54,038  ⏱ 0:45  📅 2026-08-07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https://www.youtube.com/watch?v=D5ef2T7O-GY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