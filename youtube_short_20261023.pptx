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メイキング予告「フェス・ゴジラⅡ 東京消失」／　Teaser Trailer M…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Godzilla Channel ゴジラ（東宝特撮）チャンネル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3,633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YAO - ありふれた世界の果てに (feat. Awich, CHICO CA…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YAO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【まじ手探り】たったひとつの「企画の終わらせ方」を見つけるまで終われません！【マ…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【本予告】映画『タコピーの原罪 -ありがとう、また明日-』11/27（金）公開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TBSアニメ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BABYMONSTER - 'DESERVE'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BABYMONSTER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136万回　👍 28万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