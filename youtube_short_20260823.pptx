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2026年08月23日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「ウマ娘 プリティーダービー」ぱかライブTV' #6 5.5周年スペシャル！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ぱかチューブっ!【ウマ娘公式】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65万回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ENHYPEN (엔하이픈) 'Bloody Paradise' Officia…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1112万回　👍 55万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【EWCリロード世界大会 最終日】初代リロード王者が決まります:日本全力応援!!…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Polsポルス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44万回　👍 4,913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『装甲騎兵ボトムズ 灰色の魔女』本予告 2026.11.20劇場公開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サンライズ  SUNRISE Official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39万回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B&amp;ZAI【EMPIRE(Snow Man)】LIVE 2026 Summer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68万回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