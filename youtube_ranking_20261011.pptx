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UjdcDg3mPnY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cxvXOVAVwjE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sXDgwLziUjQ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L-tQ2lx27t8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fzAwr9N9GQ8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v_rgsqlJB0Q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6KT1qP2OREo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MolkM_MntyU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hCZi_R0MnvE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j5yxDVboR00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i5TSvrhVH9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21eblauBPy8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Gaa5iluMIQ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Mr8II4SLhaI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XGbduoPa_-0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ffE0CxNxrII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Snd181QDqu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WxiU5sFAF3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5yb2N3pnztU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c7E-tgmFuz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mEAhcCWMAa4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YmRxFhtYydY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2026年10月11日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https://www.youtube.com/watch?v=UjdcDg3mPnY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【#ホロ鯖ARK】DAY2🦖きｔらああああああああああああああああああああ！！！【ホロライブ/兎田ぺこら】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Pekora Ch. 兎田ぺこら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1,019,750  👍 14,245  💬 138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11:54:57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https://www.youtube.com/watch?v=cxvXOVAVwjE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ECHO / ウォルピスカーター -Cover-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ウォルピス社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145,882  👍 10,150  💬 498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4:05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　いいね率7.0%と視聴者の支持が非常に高い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https://www.youtube.com/watch?v=sXDgwLziUjQ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【ブチギレました】ゴミ屋敷を掃除しに来たらとんでもない目にあった！【マイクラ】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358,825  👍 8,030  💬 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40:37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10万再生突破の話題作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https://www.youtube.com/watch?v=L-tQ2lx27t8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RADWIMPS - 夕星 -ゆうづつ- / Yuzutsu [Official Music Video]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RADWIMPS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548,871  👍 16,560  💬 604  📈+95.8%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5:04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前日比+95.8%と急拡散中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https://www.youtube.com/watch?v=fzAwr9N9GQ8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なんでも合体できるマインクラフト【 マイクラ / マインクラフト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ウォーターチャレンジ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96,137  👍 1,358  💬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20:04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公開-3時間で急上昇入り！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https://www.youtube.com/watch?v=v_rgsqlJB0Q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【超ギャバン】ついに明かされるギャバン・エタニティの正体…！Vシネクスト『超宇宙刑事ギャバン インフィニティVSライヤ』本予告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シネマトゥデイ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59,043  👍 816  💬 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  ·  📅 公開-1時間前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公開-1時間で急上昇入り！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https://www.youtube.com/watch?v=6KT1qP2OREo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JO1 | 'ANIMAL' PERFORMANCE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JO1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119,255  👍 11,043  💬 1,364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2:55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いいね率9.3%と視聴者の支持が非常に高い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https://www.youtube.com/watch?v=MolkM_MntyU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【日本語実況】Evo France 2026 - Day 2 Part2「CAPCOM Pro Tour 2026 Premier」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Capcom Fighters 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544,931  👍 4,557  💬 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3:57:41  ·  📅 公開3時間前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公開3時間で急上昇入り！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https://www.youtube.com/watch?v=hCZi_R0MnvE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NARUTO×NINKŪ | Teaser | NARUTO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NARUTO / BORUTO Official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421,932  👍 9,318  💬 981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1:47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10万再生突破の話題作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Aぇ! group - Mrs.Vampire（Dance Practice）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610,002  👍 38,778  💬 6,305  ⏱ 3:17  📅 公開35時間前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前日比+45.0%で着実に成長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https://www.youtube.com/watch?v=j5yxDVboR00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19,165,391  👍 157,676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12,786,426  👍 170,225  ⏱ 1:28  📅 2025-04-14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狩野英孝のマイクラ実況が面白いwww#エンタメ #マイクラ #狩野英孝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11,824,741  👍 186,968  ⏱ 1:33  📅 2025-07-05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11,621,540  👍 133,661  ⏱ 0:18  📅 2025-11-01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10,694,947  👍 99,603  ⏱ 0:57  📅 2025-10-17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23,563,659  👍 414,906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全部ひっかかる人【しょぼんのアクション3D】 #ゲーム実況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19,853,136  👍 389,580  ⏱ 1:00  📅 2023-09-28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息子の扱いが酷すぎる男。#ゲーム実況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18,936,225  👍 260,680  ⏱ 0:58  📅 2026-03-12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月のクレーターをトイレにする男🌙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15,599,299  👍 209,608  ⏱ 1:04  📅 2026-06-10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https://www.youtube.com/watch?v=Snd181QDquI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カンタン迷路かと思いきや...😭😭😭 #パズル #錯視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Kerofen Games  👁 13,580,234  👍 96,927  ⏱ 0:30  📅 2024-09-12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https://www.youtube.com/watch?v=WxiU5sFAF3c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226,327,920  👍 1,238,380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168,249,923  👍 0  ⏱ 1:31  📅 2023-09-01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153,272,505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【推しの子】B小町 / POP IN 2【MV short】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TVアニメ【推しの子】公式チャンネル  👁 61,783,894  👍 599,135  ⏱ 1:31  📅 2024-10-06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https://www.youtube.com/watch?v=c7E-tgmFuzw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59,139,100  👍 185,102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7,234,498  👍 108,743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6,965,808  👍 120,772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トイストーリー5面白くなかった。1と2が最高すぎたから見ない方がよかったと後悔してま…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かえぽん  👁 4,662,510  👍 24,699  ⏱ 0:12  📅 2026-07-09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https://www.youtube.com/watch?v=mEAhcCWMAa4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3,886,719  👍 7,876  ⏱ 20:56  📅 2026-08-27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3,799,110  👍 47,104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