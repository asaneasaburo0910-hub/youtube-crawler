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ENHYPEN (엔하이픈) 'THE SIN : BLISS' Trailer…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29万回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BRUCE WAYNE feat. Flo Milli,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118万回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【マインクラフト】遺跡に来たら呪われて4人合体してしまいました【日常組】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【宮沢りえ】息子・北村匠海へ注ぐ絶望と慈愛の20年／映画『しびれ』予告編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15万回　👍 447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APPLE「Brand New」Official Musi…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93万回　👍 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