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8EQnqsWWQP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uVgPrRdq4QU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Pgrj7ADthrE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K2vDVSv6hj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KkkPFlcl8g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GNUW9A6517w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gkEoeMmGzik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EAM2y0ZYryM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RjbFSsaGf0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gFv6CAD5rcc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crwxJBQKWj4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P8QordVAUyU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i5TSvrhVH94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hGjyPxe_tw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88uap7ImJ88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OIBODIPC_8Y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WPl10ZrhCtk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5yb2N3pnztU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2a1YM7MCXng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-gJhW-zRyz8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OhHzzl4Z6qU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2026年09月28日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https://www.youtube.com/watch?v=8EQnqsWWQPE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【ドパレイバー】最新ゲームとは思えない遅すぎたクソゲー【機動警察パトレイバー the Case Files】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830,043  👍 8,413  💬 1,378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22:31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コメント1000件超と議論が活発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https://www.youtube.com/watch?v=uVgPrRdq4QU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日向坂46『それでもいつか』MUSIC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日向坂46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203,162  👍 11,035  💬 1,721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4:39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いいね率5.4%と視聴者の支持が非常に高い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https://www.youtube.com/watch?v=Pgrj7ADthrE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【最難関】アヌビス1体で五右衛門降臨を攻略する 2日目 【パズドラ】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ゆうこる/Yuukoru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1,298,572  👍 4,163  💬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7:33:21  ·  📅 公開2時間前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https://www.youtube.com/watch?v=K2vDVSv6hjk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KO1KEYZ(コイキーズ)｜BLACK ANGEL -KO1KEYZ ver.- [2026 KO1KEYZ 1ST FAN MEETING@TOYOTA ARENA TOKYO]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KO1KEYZ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198,372  👍 12,174  💬 1,332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2:46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いいね率6.1%と視聴者の支持が非常に高い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https://www.youtube.com/watch?v=KkkPFlcl8gk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Fortnite Global Championship 2026 | 2日目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フォートナイト 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493,747  👍 4,548  💬 79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5:18:41  ·  📅 公開3時間前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公開3時間で急上昇入り！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https://www.youtube.com/watch?v=GNUW9A6517w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Nameless MythS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MAZZEL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58,627  👍 3,822  💬 153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4:01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急上昇中の新興コンテンツ　いいね率6.5%と視聴者の支持が非常に高い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https://www.youtube.com/watch?v=gkEoeMmGzik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今話題の自分の声を使って「妹に運転を教える」ぶっ飛んでるゲーム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1,448,193  👍 37,584  💬 3,680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1:02:24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100万再生超の大ヒット　いいね率2.6%と好評価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https://www.youtube.com/watch?v=EAM2y0ZYryM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ACEes「Colors」Music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809,921  👍 21,317  💬 18,992  📈+76.2%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3:23  ·  📅 公開36時間前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前日比+76.2%と急拡散中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https://www.youtube.com/watch?v=RjbFSsaGf0Y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MONST FREAK 2026 [9.27]【モンスト公式】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2,249,218  👍 13,465  💬 143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6:06:17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BE:FIRST / DEAD EYES EVERYWHERE feat. ATL Jacob -Specia…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378,821  👍 38,089  💬 2,050  ⏱ 2:38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いいね率10.1%と視聴者の支持が非常に高い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https://www.youtube.com/watch?v=gFv6CAD5rcc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Yaprak Dökümü Canlı Yayın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82,950,291  👍 37,465  ⏱ 不明  📅 2025-02-24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[🔴LIVE]  깔깔티비 💫1박2일💫 화질UP 🔥24시간 무한 스트리밍🔥 ㅣ…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22,305,812  👍 12,032  ⏱ 不明  📅 2025-04-07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19,165,270  👍 157,700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12,786,155  👍 170,239  ⏱ 1:28  📅 2025-04-14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11,813,854  👍 186,894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23,287,621  👍 411,021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20,479,181  👍 362,029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19,849,661  👍 389,551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18,664,447  👍 545,928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17,881,809  👍 248,668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ふみきり | こどもアニメ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fumikiri channel  👁 573,931,492  👍 1,136,850  ⏱ 1:47  📅 2016-10-17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https://www.youtube.com/watch?v=hGjyPxe_twY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赤ちゃん・子供向け 知育アニメ★数字をおぼえよう・アイスクリーム★Learn To 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ノッカーナアニメーション nokkana animation  👁 256,416,387  👍 542,813  ⏱ 3:23  📅 2018-05-11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https://www.youtube.com/watch?v=88uap7ImJ88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YOASOBI「勇者」 Official Music Video／TVアニメ『葬送の…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225,196,378  👍 1,235,225  ⏱ 3:24  📅 2023-09-29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ヒグチアイ / 悪魔の子 (アニメスペシャルVer.) | Ai Higuchi “…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224,073,947  👍 2,056,349  ⏱ 3:50  📅 2022-01-24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167,180,470  👍 0  ⏱ 1:31  📅 2023-09-01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7,385,992  👍 106,409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7,188,643  👍 108,313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6,957,042  👍 120,709  ⏱ 1:00  📅 2025-03-15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4,299,352  👍 89,157  ⏱ 3:00  📅 2025-06-20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市川團十郎が語る映画「国宝」の率直な感想と歌舞伎への想い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3,787,161  👍 47,062  ⏱ 17:48  📅 2025-07-12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