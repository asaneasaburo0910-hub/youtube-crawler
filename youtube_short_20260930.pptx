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2026年09月30日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『ママがもうこの世界にいなくても　私の命の日記』予告【10月2日(金)公開】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川口春奈オフィシャル はーちゃんねる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9万回　👍 1,031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Kyohan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Mrs. GREEN APPLE - Topic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57万回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【ドラゴンボールZ ドッカンバトル】GLOBAL DOKKAN CAMPAIGN…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Bandai Namco Entertainment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74万回　👍 0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「ダウンタイム」特別予告「共闘」編 - Netflix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Netflix Japan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1万回　👍 55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LiSA『ソフィリア』MUSiC CLiP (映画『マッチング TRUE LOV…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LiSA Official YouTube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28万回　👍 2万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