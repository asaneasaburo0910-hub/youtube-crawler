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G7wRXibXE7s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qu_y-E9ZEMI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jY2n10Mx5WM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WKCkRz5ULhg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ATTRsyq5kPU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54eFEhlnIjg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2sKrO1oFQHg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7oIpR7ZLTfc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oHuD0vPeSKM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ikFaEAlO5N0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17J3AXVK5w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RHUauMcYlX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P8QordVAUyU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BQOV3jiST0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y_fYd3ZwPE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pgRJnPQHeiQ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-NFhRWhkp7I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Xr032EhUDPw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nGQyPzkEy2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-Hew5XvrwYs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2026年08月16日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https://www.youtube.com/watch?v=G7wRXibXE7s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SixTONES – マイオンリー -Dance Performance Only ver.-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SixTONES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361,991  👍 39,581  💬 1,893  📈+54.0%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2:27  ·  📅 公開29時間前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前日比+54.0%と急拡散中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https://www.youtube.com/watch?v=qu_y-E9ZEMI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VCT Pacific 2026 : STAGE 2 - Play-Ins - DAY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VALORANT //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477,029  👍 2,073  💬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7:24:15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https://www.youtube.com/watch?v=jY2n10Mx5WM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ドゥームズデイ新予告まじでやばい件について...ドゥームはアベンジャー？【スパイダーマン/MCU/アベンジャーズ】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GAOU CINEMATIC STUDIOS【アメコミ映画最新情報紹介チャンネル】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39,590  👍 551  💬 131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10:39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https://www.youtube.com/watch?v=WKCkRz5ULhg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【期間限定公開】M!LK – アイドルパワー (from CDTVライブ！ライブ！)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653,295  👍 54,547  💬 2,090  📈+79.2%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3:54  ·  📅 公開30時間前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前日比+79.2%と急拡散中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https://www.youtube.com/watch?v=ATTRsyq5kPU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【日本語実況】CEO 2026 - Day2「CAPCOM Pro Tour 2026 Premier」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Capcom Fighters 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541,013  👍 3,932  💬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10:35:22  ·  📅 公開-6時間前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公開-6時間で急上昇入り！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https://www.youtube.com/watch?v=54eFEhlnIjg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KINGDOM HEARTS IV | D23 2026 Showcase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Pixar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1,372,915  👍 65,830  💬 4,490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1:31  ·  📅 公開15時間前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公開15時間で急上昇入り！　100万再生超の大ヒット　いいね率4.8%と好評価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https://www.youtube.com/watch?v=2sKrO1oFQHg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EBiDAN(恵比寿学園男子部) 「Yes! 東京」 MUSIC VIDEO -おのおののネームver.-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EBiDAN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331,505  👍 33,795  💬 3,385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5:30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いいね率10.2%と視聴者の支持が非常に高い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https://www.youtube.com/watch?v=7oIpR7ZLTfc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全てが『古代都市』になってしまった世界でエンドラ討伐！！【マイクラ】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289,296  👍 7,745  💬 240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54:00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いいね率2.7%と好評価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https://www.youtube.com/watch?v=oHuD0vPeSKM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「アベンジャーズ／ドゥームズデイ」新予告｜12月18日(金)劇場公開｜MARVEL(マーベル)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マーベル公式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908,923  👍 14,223  💬 1,423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2:11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コメント1000件超と議論が活発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＝LOVE（イコールラブ）/ 21st Single『恋、はじめました。』【MV full】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1,415,033  👍 61,419  💬 6,639  ⏱ 3:45  📅 公開29時間前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前日比+105.7%と急拡散中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https://www.youtube.com/watch?v=ikFaEAlO5N0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AVENGERS: DOOMSDAY CLOCK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Marvel Entertainment  👁 37,199,101  👍 898,203  ⏱ 不明  📅 2025-12-16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https://www.youtube.com/watch?v=f17J3AXVK5w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🔴LIVE: 24 HOURS+ Bluey Episodes in HD! ✨ 💙…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27,434,235  👍 67,977  ⏱ 不明  📅 2026-04-02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[🔴LIVE]  깔깔티비 💫1박2일💫 화질UP 🔥24시간 무한 스트리밍🔥 ㅣ…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19,753,840  👍 11,269  ⏱ 不明  📅 2025-04-07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いや勝つんかいw　 #おもしろ #エンタメ #ネタ #バズれ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19,164,676  👍 157,835  ⏱ 0:10  📅 2025-08-09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El Chavo del 8 EN VIVO 24/7 🔴 Maratón de t…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17,890,605  👍 60,864  ⏱ 不明  📅 2025-12-25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22,324,074  👍 397,329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20,464,651  👍 362,220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19,826,208  👍 389,562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18,656,807  👍 546,319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頭に丸いのをはめまくった結果【 Layer Man 】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タコボンド  👁 17,072,425  👍 35,346  ⏱ 9:11  📅 2023-02-28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https://www.youtube.com/watch?v=pgRJnPQHeiQ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221,623,389  👍 1,226,646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220,106,154  👍 2,038,438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Mrs. GREEN APPLE「ライラック」MV - TVアニメ『忘却バッテリー』…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56,814,965  👍 183,464  ⏱ 4:53  📅 2024-07-04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41,807,698  👍 554,580  ⏱ 1:31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合コンでライバルを潰す女【アニメ】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そろ谷のアニメっち  👁 35,506,594  👍 188,646  ⏱ 0:16  📅 2026-02-27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https://www.youtube.com/watch?v=nGQyPzkEy2s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6,849,980  👍 119,792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6,752,806  👍 103,793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4,385,489  👍 23,334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3,732,109  👍 46,839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最後まで息子に隠した一言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ベベムービー映画レビュー  👁 3,184,675  👍 58,242  ⏱ 2:52  📅 2026-08-11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https://www.youtube.com/watch?v=-Hew5XvrwYs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