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HtvwoZH_gE8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21ufHJ6DnLQ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qQBF20Qy9KI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1wxHLrSmYNg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d2BJ7YGVnb4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L6-9CazLfFM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PmkN1iH4Ci4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GH-_acXNfk0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bmgJngMcl5o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7VqCdhFGE78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RHUauMcYlX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P8QordVAUyU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BQOV3jiST0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9nXbYZL8V9E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i5TSvrhVH94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k3pCB0OwN10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ytBtKVEAmGQ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OIBODIPC_8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gcgKUcJKxIs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210R0ozmLwg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ScWlFcYn_FI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Xr032EhUDPw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lyZZdUUM_GM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mEAhcCWMAa4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OhHzzl4Z6qU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KWYewgdSAOI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2026年08月05日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https://www.youtube.com/watch?v=HtvwoZH_gE8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【期間限定公開】≠ME（ノットイコールミー）/『愛くださいませ』/ “Ai-Kudasai-Mase”【LIVE on TBS系 “CDTVライブ！ライブ！”】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NOT EQUAL ME ノットイコールミー 公式チャンネル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97,789  👍 8,360  💬 349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4:15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急上昇中の新興コンテンツ　いいね率8.5%と視聴者の支持が非常に高い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https://www.youtube.com/watch?v=21ufHJ6DnLQ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【ほの暮しの庭】#05　ほのぼの・・？スローライフ生活ッ・・・！！！！！【にじさんじ/鈴原るる 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鈴原るる【にじさんじ所属】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170,988  👍 3,068  💬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7:27:15  ·  📅 公開-1時間前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公開-1時間で急上昇入り！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https://www.youtube.com/watch?v=qQBF20Qy9KI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NEXZ(넥스지) “SAUCIN'" Trailer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JYP Entertainment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59,732  👍 10,549  💬 689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1:46  ·  📅 公開6時間前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公開6時間で急上昇入り！　急上昇中の新興コンテンツ　いいね率17.7%と視聴者の支持が非常に高い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https://www.youtube.com/watch?v=1wxHLrSmYNg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恋、はじめました。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=LOVE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229,067  👍 9,163  💬 440  📈+157.6%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3:39  ·  📅 公開29時間前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10万再生突破の話題作　前日比+157.6%と急拡散中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https://www.youtube.com/watch?v=d2BJ7YGVnb4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【にじさんじ】熱狂！にじさんじ甲子園2026#9【 #にじ甲2026】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舞元啓介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564,732  👍 9,380  💬 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4:22:34  ·  📅 公開5時間前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公開5時間で急上昇入り！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https://www.youtube.com/watch?v=L6-9CazLfFM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『機動警察パトレイバー EZY』　File 1 ～最後に流れたあの予告編～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バンダイナムコフィルムワークス 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50,029  👍 1,788  💬 237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1:31  ·  📅 公開7時間前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急上昇中の新興コンテンツ　いいね率3.6%と好評価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https://www.youtube.com/watch?v=PmkN1iH4Ci4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King Gnu - GO GHOST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King Gnu official YouTube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433,985  👍 35,141  💬 1,209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2:51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10万再生突破の話題作　いいね率8.1%と視聴者の支持が非常に高い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https://www.youtube.com/watch?v=GH-_acXNfk0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ファイアーエムブレム 万紫千紅 Direct 2026.8.4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Nintendo 公式チャンネル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435,392  👍 11,326  💬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22:54  ·  📅 公開5時間前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公開5時間で急上昇入り！　10万再生突破の話題作　いいね率2.6%と好評価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https://www.youtube.com/watch?v=bmgJngMcl5o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『機動戦士ガンダム 閃光のハサウェイ キルケーの魔女』予告編｜プライムビデオ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Prime Video JP - プライムビデオ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288,016  👍 5,799  💬 467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1:00  ·  📅 公開17時間前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公開17時間で急上昇入り！　10万再生突破の話題作　いいね率2.0%と好評価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M!LK - 罪と罰と雨とキス (佐野勇斗＆吉田仁人) (Official Music Video)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2,126,624  👍 121,747  💬 12,991  ⏱ 3:48  📅 公開35時間前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　前日比+48.6%で着実に成長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https://www.youtube.com/watch?v=7VqCdhFGE78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🔴LIVE: 24 HOURS+ Bluey Episodes in HD! ✨ 💙…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Bluey - Official Channel  👁 25,326,975  👍 63,024  ⏱ 不明  📅 2026-04-02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https://www.youtube.com/watch?v=RHUauMcYlX0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[🔴LIVE]  깔깔티비 💫1박2일💫 화질UP 🔥24시간 무한 스트리밍🔥 ㅣ…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KBS Entertain: 깔깔티비  👁 19,302,051  👍 11,048  ⏱ 不明  📅 2025-04-07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https://www.youtube.com/watch?v=P8QordVAUyU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いや勝つんかいw　 #おもしろ #エンタメ #ネタ #バズれ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19,164,187  👍 157,867  ⏱ 0:10  📅 2025-08-09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無反応挑戦　w#おもしろ＃おもしろ動画＃エンタメ#お笑い#バラエティ#テレビ#バズれ…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14,609,956  👍 41,689  ⏱ 0:17  📅 2025-09-26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https://www.youtube.com/watch?v=9nXbYZL8V9E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ごっこ倶楽部のウラ垢 - STUDIO GOKKO -  👁 12,784,541  👍 170,411  ⏱ 1:28  📅 2025-04-14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22,020,739  👍 393,310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20,458,987  👍 362,186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19,822,199  👍 389,570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ロシア人を質問責めしたら反応がカワイイwwwww【Liar’s Bar/ライアーズバ…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ゼロ / ZERO  👁 18,654,624  👍 546,384  ⏱ 0:44  📅 2024-12-11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https://www.youtube.com/watch?v=k3pCB0OwN10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ホラーゲームを全力で楽しむ男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キシタク店長-DVR-  👁 17,438,732  👍 543,027  ⏱ 1:00  📅 2022-10-19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https://www.youtube.com/watch?v=ytBtKVEAmGQ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YOASOBI「勇者」 Official Music Video／TVアニメ『葬送の…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220,532,452  👍 1,223,806  ⏱ 3:24  📅 2023-09-29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148,061,187  👍 0  ⏱ 1:31  📅 2023-07-07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TVアニメ「マッシュル-MASHLE-」第2期ノンクレジットOPムービー｜Creep…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アニプレックス チャンネル  👁 133,031,501  👍 1,354,439  ⏱ 1:31  📅 2024-01-07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https://www.youtube.com/watch?v=210R0ozmLwg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アイナ・ジ・エンド / 革命道中 - On The Way × TVアニメ『ダンダダ…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48,617,106  👍 197,111  ⏱ 3:22  📅 2025-08-20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https://www.youtube.com/watch?v=ScWlFcYn_FI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TVアニメ『呪術廻戦』第3期「死滅回游 前編」ノンクレジットOPムービー／OPテーマ…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41,110,630  👍 550,086  ⏱ 1:31  📅 2026-01-09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https://www.youtube.com/watch?v=Xr032EhUDPw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6,840,134  👍 119,714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シンクロ率100％だった映画『Michael』の裏側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6,573,894  👍 101,503  ⏱ 0:56  📅 2026-05-18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トイストーリー5面白くなかった。1と2が最高すぎたから見ない方がよかったと後悔してま…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かえぽん  👁 4,173,529  👍 22,350  ⏱ 0:12  📅 2026-07-09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https://www.youtube.com/watch?v=mEAhcCWMAa4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市川團十郎が語る映画「国宝」の率直な感想と歌舞伎への想い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3,725,392  👍 46,790  ⏱ 17:48  📅 2025-07-12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名作映画を見た感想を嘘ついてる奴は誰だ！映画人狼バトル開始！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東海オンエア  👁 3,498,138  👍 30,455  ⏱ 34:45  📅 2024-09-26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https://www.youtube.com/watch?v=KWYewgdSAOI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