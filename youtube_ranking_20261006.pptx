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7.png"/><Relationship Id="rId11" Type="http://schemas.openxmlformats.org/officeDocument/2006/relationships/image" Target="../media/image8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9.png"/><Relationship Id="rId14" Type="http://schemas.openxmlformats.org/officeDocument/2006/relationships/image" Target="../media/image10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13.png"/><Relationship Id="rId5" Type="http://schemas.openxmlformats.org/officeDocument/2006/relationships/image" Target="../media/image1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15.png"/><Relationship Id="rId8" Type="http://schemas.openxmlformats.org/officeDocument/2006/relationships/image" Target="../media/image16.jpg"/><Relationship Id="rId9" Type="http://schemas.openxmlformats.org/officeDocument/2006/relationships/hyperlink" Target="https://www.youtube.com/watch?v=-gJhW-zRyz8" TargetMode="External"/><Relationship Id="rId10" Type="http://schemas.openxmlformats.org/officeDocument/2006/relationships/image" Target="../media/image17.png"/><Relationship Id="rId11" Type="http://schemas.openxmlformats.org/officeDocument/2006/relationships/image" Target="../media/image1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19.png"/><Relationship Id="rId14" Type="http://schemas.openxmlformats.org/officeDocument/2006/relationships/image" Target="../media/image2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2026年10月06日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225,904,255  👍 1,237,122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167,833,633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152,850,203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58,937,609  👍 184,948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52,724,711  👍 206,320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7,215,565  👍 108,566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6,962,509  👍 120,747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4,299,387  👍 89,137  ⏱ 3:00  📅 2025-06-20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3,796,197  👍 7,720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3,795,164  👍 47,094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