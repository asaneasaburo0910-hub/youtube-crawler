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コメアニメ - エアロピクルス ミニライブステージ【YouTube Music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コメアニメ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Apex Legends Global Series Year 6：Split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esports_RAGE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30万回　👍 1,363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＝LOVE（イコールラブ）/ 21st Single『恋、はじめました。』Kor…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＝LOVE（イコールラブ）公式チャンネル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この中に裏切り者がいます！？【裏切り者サバイバル10#3】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奇跡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8万回　👍 8,368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