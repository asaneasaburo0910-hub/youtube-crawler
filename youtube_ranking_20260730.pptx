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2iHYa6byqp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ipORo-mUv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0JhhNI25oa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r3QBTkuF-5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YXdhoapFfyc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8kMBgXtct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VdDPPWb5cF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VrsLQm5U-s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lNaSdnz2I8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T5XyATc-Z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-rilWEHxlD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Z8xvh9B1JZ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yGPAXsz8L7E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2026年07月30日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https://www.youtube.com/watch?v=2iHYa6byqpQ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Mall Boyz (Tohji, gummyboy) - GYAL IS EVERYTHING feat. TRIGA FINGA, kZm, Elle Teresa, ZENDAMAN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MBTV we mall boyz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59,344  👍 3,839  💬 303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https://www.youtube.com/watch?v=lipORo-mUv4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【衝撃展開】ポケモン廃人は「何ターン前」に試合結果が分かるのか？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183,880  👍 2,942  💬 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59:49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https://www.youtube.com/watch?v=0JhhNI25oaM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「SとX」 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92,782  👍 1,593  💬 122  📈+213.3%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2:05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急上昇中の新興コンテンツ　前日比+213.3%の爆発的な伸び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https://www.youtube.com/watch?v=r3QBTkuF-5A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コレサワ「あたしにすればいいのに！」【MUSIC VIDEO】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コレサワ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49,470  👍 3,893  💬 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いいね率7.9%と視聴者の支持が非常に高い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https://www.youtube.com/watch?v=YXdhoapFfyc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ついにクイズに挑戦するもムカつきすぎて泣いてしまう朕【VCR 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k4sen / かせん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313,106  👍 8,873  💬 484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25:59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https://www.youtube.com/watch?v=T8kMBgXtcto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『ブレードランナー 2099』 予告編｜プライムビデオ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Prime Video JP - プライムビデオ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64,196  👍 1,105  💬 251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1:38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https://www.youtube.com/watch?v=VdDPPWb5cF8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好き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星野源 Gen Hoshino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195,640  👍 9,901  💬 0  📈+165.6%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前日比+165.6%と急拡散中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https://www.youtube.com/watch?v=VrsLQm5U-s4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【日本語実況】「Esports World Cup 2026」- ストリートファイター6 - Day1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519,829  👍 4,395  💬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6:42:41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https://www.youtube.com/watch?v=lNaSdnz2I8g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Namit Malhotra’s Ramayana- Hindi Trailer | Nitesh Tiwari | Ranbir, Yash, Hans Zimmer, A.R.Rahman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World Of Ramayana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4,102,255  👍 512,794  💬 60,166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4:10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100万再生超の大ヒット　いいね率12.5%と視聴者の支持が非常に高い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GO GHOST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477,725  👍 19,877  💬 863  ⏱ 2:51  📅 公開29時間前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前日比+181.7%と急拡散中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https://www.youtube.com/watch?v=gT5XyATc-Z8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24,197,639  👍 60,225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19,161,822  👍 157,876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16,826,562  👍 58,189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14,609,928  👍 41,696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11,757,695  👍 186,242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21,701,972  👍 388,662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20,456,151  👍 362,158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19,819,282  👍 389,576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遠足に行ったらカラフルなバケモノがいるロブロックス😨『レインボーフレンズ２』【 RO…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ちろぴの  👁 16,269,169  👍 66,972  ⏱ 21:58  📅 2023-06-05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https://www.youtube.com/watch?v=-rilWEHxlDI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12,620,321  👍 42,678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1,837,017,283  👍 14,021,039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282,862,965  👍 791,823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147,659,497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ピンポン玉チャレンジLv100【アニメ】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66,901,832  👍 232,226  ⏱ 0:22  📅 2026-06-08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55,946,905  👍 182,813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6,836,405  👍 119,701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6,446,978  👍 99,973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世にも奇妙な物語 2007 秋の特別編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1分シネマ365  👁 5,103,125  👍 69,922  ⏱ 2:06  📅 2026-07-21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https://www.youtube.com/watch?v=yGPAXsz8L7E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3,722,265  👍 46,758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3,485,776  👍 30,429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