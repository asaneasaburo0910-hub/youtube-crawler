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2026年07月05日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【特報】『劇場版 俺だけレベルアップな件 -Beyond the System-…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アニプレックス 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64万回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チラチLOVE (from M!LK ARENA TOUR 2025-2026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68万回　👍 6万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【超豪華】今夜限りのW杯日本代表チームとのカスタムが大波乱で激熱すぎたｗｗ【VA…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GON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6万回　👍 3,457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PV 第2弾　アニメ『スティール・ボール・ラン ジョジョの奇妙な冒険』｜2nd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Warner Bros. Japan Anime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65万回　👍 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HANA / Blue Jeans - Dance Performance in…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HANA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27万回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