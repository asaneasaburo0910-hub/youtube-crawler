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主題歌はAdo「モンストロ」｜映画『ブル―ロック』予告②【8月7日(金)公開】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映画『ブルーロック』チャンネル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ORANGE RANGE - チャンピオーネ / THE FIRST 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22万回　👍 9,033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『モンスターハンターワイルズ：アセンダンス』アナウンストレーラー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『BIOHAZARD RE:Veronica』 Announcement Tra…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BIOHAZARD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M!LK ARENA TOUR 2025-2026 "SMILE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43万回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