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iWsLWfkFJUk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wP_lIGYwX-M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2rhLKnWCo6Y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BORQ3droWjM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0NTHaW8eX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nxuw3VvW-t8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U3cl-z5PH8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pSfTkMz2sdk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8JX83-N_5F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IuaNJzi21a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JpP13Wp1ke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Uh-K3yY-eHA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k3pCB0OwN1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2026年10月03日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https://www.youtube.com/watch?v=iWsLWfkFJUk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ボルテッカー feat. 初音ミク / DECO*27 【加賀美ハヤト Cover】#にじポケミクリレー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加賀美 ハヤト/Hayato Kagami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341,310  👍 22,853  💬 893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いいね率6.7%と視聴者の支持が非常に高い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https://www.youtube.com/watch?v=wP_lIGYwX-M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リゾートに潜む10個の怪談を9時間かけて解き明かす緑色、一方触手で喜んでるだけのらっだぁ【マイクラ肝試し2026】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らっだぁ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371,834  👍 10,625  💬 433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1:46:02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https://www.youtube.com/watch?v=2rhLKnWCo6Y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AIYOU - Eve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670,456  👍 59,358  💬 2,889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2:45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いいね率8.9%と視聴者の支持が非常に高い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https://www.youtube.com/watch?v=BORQ3droWjM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【ドッキリ】一人だけ極小マウスを使ってるドッキリ！【マイクラ】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572,030  👍 15,968  💬 560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45:13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https://www.youtube.com/watch?v=G0NTHaW8eXw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櫻坂46 『自称バレエダンサー』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櫻坂46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317,747  👍 15,868  💬 3,529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4:32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いいね率5.0%と好評価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https://www.youtube.com/watch?v=nxuw3VvW-t8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アヌビスでアテナ降臨を完全攻略する配信。嫁こる参戦するかも。【パズドラ】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1,106,452  👍 4,657  💬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6:59:11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https://www.youtube.com/watch?v=U3cl-z5PH8o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JO1 | 'ANIMAL'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770,342  👍 19,930  💬 3,770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3:18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50万再生の注目コンテンツ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https://www.youtube.com/watch?v=pSfTkMz2sdk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【マインクラフト】この中にこっそりチートを使っている人がいます【日常組】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787,029  👍 17,805  💬 449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1:41:17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https://www.youtube.com/watch?v=8JX83-N_5Fk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※ゲーム「バイオ」のプレイ感覚を完全再現※映画『バイオハザード』＜15秒予告＞10月9日(金)全国の映画館で公開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94,533  👍 303  💬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ONE N' ONLY／ “Golden Sun”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375,919  👍 24,637  💬 3,796  ⏱ 3:47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いいね率6.6%と視聴者の支持が非常に高い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https://www.youtube.com/watch?v=IuaNJzi21a0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184,252,176  👍 393,850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Aşk-ı Memnu Canlı İzle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Aşk-ı Memnu  👁 54,685,256  👍 33,660  ⏱ 不明  📅 2025-02-24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https://www.youtube.com/watch?v=JpP13Wp1ke0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19,165,305  👍 157,695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12,786,230  👍 170,234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Фильм можно смотреть вечно! Сериал стал ле…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Коллекция хорошего кино  👁 12,575,238  👍 9,942  ⏱ 不明  📅 2025-10-16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https://www.youtube.com/watch?v=Uh-K3yY-eHA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23,381,625  👍 412,370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20,480,792  👍 362,045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18,664,863  👍 545,906  ⏱ 0:44  📅 2024-12-11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18,238,532  👍 252,396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16,613,938  👍 194,749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225,624,069  👍 1,236,315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167,583,540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152,591,370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58,822,181  👍 184,858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52,540,971  👍 205,916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7,203,429  👍 108,461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7,119,457  👍 101,907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6,960,185  👍 120,736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4,299,369  👍 89,145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3,792,231  👍 47,086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