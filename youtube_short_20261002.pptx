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2026年10月02日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Marvel Television’s VisionQuest | Offici…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Marvel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668万回　👍 14万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APPLE「ア・ポステリオリ」Official Music…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403万回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伝説の妖怪、参上。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50万回　👍 9,551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ドラゴンボール超 ビルス | 予告編 | Netflix 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59万回　👍 5,106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Yuzutsu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Radwimps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11万回　👍 4,262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