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2026年07月14日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映画『DIGGER／ディガー』オフィシャル予告｜2026年10月9日（金）全国ロ…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ワーナー ブラザース 公式チャンネル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8万回　👍 746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Number_i - BUGS LIFE (Official Music Vid…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Number_i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533万回　👍 6万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DREAMDAZE Ⅳ　7.12 SUN【モンスト公式】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モンスト（モンスターストライク）公式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283万回　👍 2万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『踊る大捜査線 N.E.W. メトロポリスを駆け抜けろ！』本予告【9月18日(金…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東宝MOVIEチャンネル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19万回　👍 4,601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Brand New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Mrs. GREEN APPLE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154万回　👍 6万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