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5i6sslqgei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obcnBhxiE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4oxsg2vjc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-iuG8oCIp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0XVmSmR5O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jd_EHaE1AY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76lNhpUKrE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_GEIo_q0XM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rhJ6tL4RNT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Pz29ehcGsFk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krs11bLvp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OhHzzl4Z6q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9RMui4rQWz8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ZEYamzcGF5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p0fo3ua_zxA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CjpnoUvYRU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https://www.youtube.com/watch?v=5i6sslqgeio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桑田佳祐 – 人誑し / ひとたらし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桑田佳祐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147,481  👍 10,656  💬 588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5:07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https://www.youtube.com/watch?v=OobcnBhxiEs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加藤純一のめっちゃカメレオン ダイジェスト【2026/06/23】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加藤純一ロードショー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129,871  👍 1,979  💬 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58:58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https://www.youtube.com/watch?v=P4oxsg2vjc8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『THE RIBBON HERO リボンヒーロー』第2弾予告公開 / 2026年8月8日(土)　Netflix世界独占配信開始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TWIN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68,734  👍 3,174  💬 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いいね率4.6%と好評価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https://www.youtube.com/watch?v=R-iuG8oCIpg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宇多田ヒカル　パッパパラダイス feat.甲本ヒロト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Hikaru Utada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157,734  👍 14,769  💬 663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いいね率9.4%と視聴者の支持が非常に高い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https://www.youtube.com/watch?v=60XVmSmR5Ok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【マイクラアプデ】『カオス・キューブド』新キャラ サルファーキューブ遊びつくすまで終われません！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291,613  👍 9,265  💬 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50:39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https://www.youtube.com/watch?v=jd_EHaE1AYQ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『ヤニねこ』予告編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75,024  👍 2,118  💬 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https://www.youtube.com/watch?v=76lNhpUKrEc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MAZZEL / So Strawberry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1,051,850  👍 52,093  💬 9,178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いいね率5.0%と好評価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https://www.youtube.com/watch?v=_GEIo_q0XMw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ガチ勢が選定！新ルールで追加されたポケモン達の『期待度キャラランク』【レギュM-B】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246,334  👍 2,598  💬 431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34:26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https://www.youtube.com/watch?v=rhJ6tL4RNTM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「モアナと伝説の海」日本版本予告編 「どこまでも ～How Far I’ll Go～」performed by TSUZUMI(ME:I)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ディズニー・スタジオ公式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453,203  👍 4,293  💬 318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1:37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Dance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128,385  👍 16,890  💬 943  ⏱ 3:57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いいね率13.2%と視聴者の支持が非常に高い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https://www.youtube.com/watch?v=Pz29ehcGsFk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19,153,474  👍 157,987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12,781,915  👍 170,487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11,732,274  👍 185,946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11,521,167  👍 132,951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10,547,139  👍 97,981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24,904,025  👍 378,731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20,885,927  👍 377,724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20,450,985  👍 362,352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19,804,858  👍 389,635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12,173,676  👍 159,582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282,770,690  👍 791,682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144,141,308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71,033,997  👍 0  ⏱ 1:20  📅 2024-02-27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45,442,764  👍 190,080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37,540,920  👍 531,073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市川團十郎が語る映画「国宝」の率直な感想と歌舞伎への想い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3,658,974  👍 46,360  ⏱ 17:48  📅 2025-07-12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高齢者が無視されている生理的ニーズ。65歳の老人は生活のため、公園で立ちんぼをせざる…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猫の映画レビュー  👁 1,768,485  👍 5,980  ⏱ 18:45  📅 2026-02-07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https://www.youtube.com/watch?v=9RMui4rQWz8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Nooru Saami Public Review | Nooru Saami Mo…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Newston Cinema  👁 1,071,906  👍 13,425  ⏱ 0:20  📅 2026-06-19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https://www.youtube.com/watch?v=ZEYamzcGF5U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【2025年】二度と見たくねぇ苦痛だった映画ランキング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988,721  👍 14,075  ⏱ 53:40  📅 2026-01-04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https://www.youtube.com/watch?v=p0fo3ua_zxA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【着席率７％】見るに堪えないとまで言われた悲惨すぎるプペルの続編映画『えんとつ町のプ…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949,688  👍 18,611  ⏱ 13:56  📅 2026-03-31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https://www.youtube.com/watch?v=CjpnoUvYRUI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