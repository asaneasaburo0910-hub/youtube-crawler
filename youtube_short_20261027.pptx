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【予告②】映画「SUKIYAKI 上を向いて歩こう」＜12月25日(金)公開＞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8万回　👍 653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ILLIT (아일릿) '체포하겠어 (You’re Under Arrest)…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566万回　👍 33万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【対決】ぼんじゅうるが脱出するまでにエンドラ討伐できるのか！？【マイクラ】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『僕の狂ったフェミ彼女』予告編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16万回　👍 735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ザッツ！超常 (Dance Performance Movie)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423万回　👍 11万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