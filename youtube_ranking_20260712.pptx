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kYdZaQU3n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sIYQdgj5e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qb9FrRbAC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3eGGwYCI3l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mCAVTZ9rL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Op7mNTN03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2n70Trnr0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8VYpXfKWHL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EHK82NBwp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z24PqZkF2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LZwXKrx7ECs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NiApv1AXah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1oMxrHXzOs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https://www.youtube.com/watch?v=RkYdZaQU3n8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【LIVE映像】Error404♡📍代々木第一体育館(2026/7/11)【CUTIE STREET】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CUTIE STREET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45,518  👍 3,123  💬 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https://www.youtube.com/watch?v=OsIYQdgj5ek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DREAMDAZE Ⅳ　7.11 SAT【モンスト公式】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1,356,040  👍 9,039  💬 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10:15:09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https://www.youtube.com/watch?v=cqb9FrRbACk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『スパイダーマン：ブランド・ニュー・デイ』日本語吹替版予告　7月31日（金）＜新章開幕＞ #BrandNew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425,989  👍 3,986  💬 162  📈+53.3%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公開45時間前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前日比+53.3%と急拡散中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https://www.youtube.com/watch?v=3eGGwYCI3lg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Scream - Live from BE:FIRST Stadium Live 2026 We are the “BE:ST”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324,580  👍 31,382  💬 2,161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3:52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https://www.youtube.com/watch?v=lmCAVTZ9rL4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1 Playoffs at EWC | Match Point Finals - Day 5 |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659,632  👍 0  💬 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6:33:37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https://www.youtube.com/watch?v=iOp7mNTN03k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「仮面ライダーカブト20th」天道総司は行方知れず… ZECTが新たなライダーシステム開発『仮面ライダーカブト20th　天を継ぐもの』本予告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541,291  👍 10,336  💬 1,698  📈+29.6%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  ·  📅 公開42時間前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前日比+29.6%で着実に成長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https://www.youtube.com/watch?v=Z2n70Trnr0A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マイオンリー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92,121  👍 11,951  💬 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いいね率13.0%と視聴者の支持が非常に高い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https://www.youtube.com/watch?v=8VYpXfKWHLU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【ワールドカップライブ】アルゼンチン対スイス 準々決勝 【サッカーラジオ調実況】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ハムショーのメジャー実況ch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269,890  👍 1,381  💬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3:05:10  ·  📅 公開-7時間前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https://www.youtube.com/watch?v=zEHK82NBwp0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『ゴジラ-0.0』特報＜11月3日(火・祝)公開＞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1,248,115  👍 26,694  💬 2,045  📈+11.8%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前日比+11.8%で着実に成長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T.M.Revolution - HOT LIMIT /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6,556,614  👍 376,255  💬 24,462  ⏱ 5:12  📅 公開31時間前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いいね率5.7%と視聴者の支持が非常に高い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https://www.youtube.com/watch?v=Lz24PqZkF2s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20,931,148  👍 52,696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19,156,418  👍 157,929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18,391,108  👍 10,583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15,887,824  👍 55,376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14,609,857  👍 41,721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24,926,370  👍 378,481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20,453,248  👍 362,257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19,809,539  👍 389,551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【青鬼TA】営業成績一位の男にガチ実況させてみた   コメント有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doragon draque  👁 15,795,293  👍 250,999  ⏱ 15:07  📅 2013-12-04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https://www.youtube.com/watch?v=LZwXKrx7ECs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14,514,985  👍 137,546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160,723,744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【♪うたアニメ】とん とん とん とん ひげじいさん〈うた：いっちー＆なる〉, Fi…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120,348,763  👍 73,075  ⏱ 1:50  📅 2019-09-06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https://www.youtube.com/watch?v=NiApv1AXahs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106,580,213  👍 0  ⏱ 4:17  📅 2017-12-18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54,984,694  👍 182,047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46,855,955  👍 193,253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7,379,743  👍 106,502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6,826,178  👍 119,649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6,017,835  👍 94,075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3,707,058  👍 46,653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3,427,622  👍 44,424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