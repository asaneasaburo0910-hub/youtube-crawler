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ARJUN MIGHT BE Interesting (SF6 Gameplay…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Punkdagod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2,595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時空超えてユニバース (Official Audio)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146万回　👍 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『ストリートファイター6』アルジュン（Arjun）ゲームプレイトレーラー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37万回　👍 6,946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映画『バイオハザード』日本語吹替版＜予告＞10月9日(金)全国の映画館で公開！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38万回　👍 1,941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「アイドルになった日」ジュニア 夏祭り 2026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40万回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