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GlsmJsqXfcI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s8phITAxsW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KGZOn8sDKXg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0SUkz7p3m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7OgOh25rPO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AK_Tq3QyYV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8ZnXgbyUu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UT_yTe7hY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i2QgPH61J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2sML88RhhU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1zpCNefHbC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https://www.youtube.com/watch?v=GlsmJsqXfcI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『Yes! 東京』ライブ特別編集版 【EBiDAN THE LIVE 2026 15th Anniversary】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1,719,176  👍 49,503  💬 2,287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3:42  ·  📅 公開57時間前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https://www.youtube.com/watch?v=s8phITAxsW4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高層ビル500階分の超高いエレベーターを建てるまで終われません！【マイクラ】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344,534  👍 10,584  💬 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46:49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https://www.youtube.com/watch?v=KGZOn8sDKXg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映画『クジラに落ちた男』本予告｜10月16日(金)劇場公開！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20世紀スタジオ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101,243  👍 547  💬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2:20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https://www.youtube.com/watch?v=L0SUkz7p3mQ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HAYATO with 清水美依紗 | Start of Something New(Cover) [MAZZEL COLOR #まぜいろ]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355,058  👍 35,376  💬 3,786  📈+72.8%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前日比+72.8%と急拡散中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https://www.youtube.com/watch?v=7OgOh25rPOo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🔴ついにシーズン４がきた！ダウンタイム待ち配信！【フォートナイト】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LiaqN【りあん】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625,875  👍 6,220  💬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6:26:56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https://www.youtube.com/watch?v=AK_Tq3QyYVM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映画『リバイアサン』予告映像｜2/11(木・祝)公開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295,236  👍 5,107  💬 324  📈+34.9%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  ·  📅 公開46時間前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前日比+34.9%で着実に成長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https://www.youtube.com/watch?v=L8ZnXgbyUuc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BIGBANG - ‘BiiiG’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BIGBANG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6,262,746  👍 501,869  💬 33,277  📈+51.2%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前日比+51.2%と急拡散中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https://www.youtube.com/watch?v=sUT_yTe7hYo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モンストニュース[8/20]TVアニメ『ブルーロック』コラボ追加情報！超究極「糸師冴」登場！13周年大カーン謝祭情報や獣神化・改など、モンストの最新情報をお届けします！【モンスト公式】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362,918  👍 3,809  💬 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27:10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https://www.youtube.com/watch?v=oi2QgPH61JM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Black Myth: Zhong Kui – 15 Minutes Gameplay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Black Myth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1,798,487  👍 118,253  💬 10,990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15:53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100万再生超の大ヒット　いいね率6.6%と視聴者の支持が非常に高い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-from 日本テレビ系「夜の音 -TOKYO MIDNIGHT MUS…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222,618  👍 26,471  💬 613  ⏱ 3:01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いいね率11.9%と視聴者の支持が非常に高い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https://www.youtube.com/watch?v=2sML88RhhUM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28,421,974  👍 70,264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19,164,760  👍 157,816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18,160,588  👍 61,594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СЕРИАЛ СОЛДАТЫ. ⚡ВСЕ СЕЗОНЫ ПОДРЯД⚡🔴 LIVE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17,076,494  👍 13,051  ⏱ 不明  📅 2025-04-21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14,610,030  👍 41,666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22,414,272  👍 398,757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20,466,019  👍 362,201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19,829,008  👍 389,572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18,657,931  👍 546,286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16,167,725  👍 233,022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222,019,140  👍 1,227,721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220,497,728  👍 2,040,532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149,138,878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49,676,784  👍 199,617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42,081,718  👍 556,381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6,856,902  👍 119,854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6,831,604  👍 104,748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4,442,535  👍 23,650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3,734,701  👍 46,856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3,531,461  👍 30,594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