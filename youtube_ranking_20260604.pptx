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QYgxhkq7Xo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oX0JFtWbR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VKQrwOPFNM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CYJnm0oIf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yS4baqi8WU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32_I_QfbPF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NugNeXXKZ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6jB0JZFhZ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KFO56eB83z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8N0dXmZVR_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pgRJnPQHei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YOIJOJsUkUg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2026年06月04日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https://www.youtube.com/watch?v=QYgxhkq7Xos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初星学園 「Unhappy Light」Official Music Video (HATSUBOSHI GAKUEN - Unhappy Light)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116,705  👍 12,038  💬 516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いいね率10.3%と視聴者の支持が非常に高い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https://www.youtube.com/watch?v=eoX0JFtWbRA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Fate/Grand Order カルデア放送局 Vol.24 新章「？？？編 郷愁永巡刻盤 パスト･カルデア」開幕直前SP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【公式】Fate/Grand Order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585,503  👍 12,501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1:44:40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いいね率2.1%と好評価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https://www.youtube.com/watch?v=VKQrwOPFNMQ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「スター・ウォーズ／マンダロリアン・アンド・グローグー」30秒予告｜グローグーに世界中が夢中！｜大ヒット上映中！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スター・ウォーズ公式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21,661  👍 589  💬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いいね率2.7%と好評価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https://www.youtube.com/watch?v=TCYJnm0oIfY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≒JOY（ニアリーイコールジョイ）/『ノンフィクション』【MV 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NEARLY EQUAL JOY ニアリーイコールジョイ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82,095  👍 8,968  💬 764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いいね率10.9%と視聴者の支持が非常に高い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https://www.youtube.com/watch?v=yS4baqi8WUI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【下剋上】VTuber最強候補の不破湊さん相手にスプラ初心者GONが成長を魅せる【VCC SPLATOON】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62,860  👍 3,315  💬 663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1:32:10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いいね率5.3%と視聴者の支持が非常に高い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https://www.youtube.com/watch?v=32_I_QfbPFw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『映画クレヨンしんちゃん 奇々怪々！オラの妖怪バケ～ション』予告②【7月31日(金)夏休み公開！】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40,255  👍 859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1:41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　いいね率2.1%と好評価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https://www.youtube.com/watch?v=cNugNeXXKZ4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岡村靖幸・中島健人 - 瞬発的に恋しよう / THE FIRST 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129,982  👍 13,319  💬 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いいね率10.2%と視聴者の支持が非常に高い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https://www.youtube.com/watch?v=x6jB0JZFhZg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ヤブ医者に魔改造されてしまう世界でエンドラ討伐【マイクラ】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316,900  👍 9,828  💬 251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50:20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https://www.youtube.com/watch?v=KFO56eB83z4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 COMBAT 8 発売日告知トレーラー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ACE COMBAT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256,712  👍 11,335  💬 1,454  📈+131.7%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2:43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公開24時間で急上昇入り！　10万再生突破の話題作　前日比+131.7%と急拡散中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京本大我 – 虎虎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190,338  👍 28,157  💬 2,616  ⏱ 3:20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いいね率14.8%と視聴者の支持が非常に高い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https://www.youtube.com/watch?v=8N0dXmZVR_c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19,149,838  👍 158,034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14,609,683  👍 41,762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11,715,127  👍 185,761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11,486,327  👍 132,499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10,532,862  👍 97,844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24,847,838  👍 378,736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20,448,323  👍 362,466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19,799,506  👍 389,730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18,819,475  👍 356,710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頭に丸いのをはめまくった結果【 Layer Man 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12,605,605  👍 34,309  ⏱ 9:11  📅 2023-02-28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147,596,091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141,988,838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43,961,347  👍 187,071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35,686,370  👍 520,759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『SPY×FAMILY』第2クールオープニング主題歌アニメ映像(ノンクレジット)／“…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30,676,824  👍 0  ⏱ 1:31  📅 2022-09-28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https://www.youtube.com/watch?v=YOIJOJsUkUg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6,805,916  👍 119,511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3,494,602  👍 45,078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3,365,858  👍 29,969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3,306,643  👍 43,563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3,010,206  👍 35,820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