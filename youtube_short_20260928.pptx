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Nameless MythS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5万回　👍 3,822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今話題の自分の声を使って「妹に運転を教える」ぶっ飛んでるゲーム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144万回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ACEes「Colors」Music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MONST FREAK 2026 [9.27]【モンスト公式】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224万回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DEAD EYES EVERYWHERE feat. AT…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37万回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