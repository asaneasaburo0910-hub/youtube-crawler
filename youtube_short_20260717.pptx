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『ママがもうこの世界にいなくても　私の命の日記』予告【10月2日(金)公開】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東映映画チャンネル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10万回　👍 1,159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You!Joy!Parade!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福留孝介・糸井嘉男の新能力公開！ 福留×糸井 ホンネ！俺の実力話しますSP 後編…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パワプロ・プロスピ公式チャンネル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25万回　👍 3,798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スパイダーマン VS ハルク！？『スパイダーマン：ブランド・ニュー・デイ』15秒…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ソニー・ピクチャーズ 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7万回　👍 1,186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SixTONES – Dance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176万回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