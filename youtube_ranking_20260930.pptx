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vRaYwGW0k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ZMrGVAw1S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2Ki99METmv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OWDcn7hl16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hKDhDiFXg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DTEGZrVSWQ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nKl2Xqw5t4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4VbzX61uld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bX1lt9yF_3s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9NWm-Ycy2Q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Uh-K3yY-eHA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210R0ozmLwg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2026年09月30日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https://www.youtube.com/watch?v=FvRaYwGW0k4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【MV】怠。 / ILLGATOR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Paradox Live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231,056  👍 14,434  💬 761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https://www.youtube.com/watch?v=LZMrGVAw1S0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加藤純一の妹に運転を教える ダイジェスト【2026/09/28】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加藤純一ロードショー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429,194  👍 3,545  💬 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1:49:23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https://www.youtube.com/watch?v=2Ki99METmv0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【ファイナル予告】映画『BYE BYE LOVE 探偵はBARにいる』｜12月25日(金)公開｜主題歌：サカナクション「グッドバイ」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東映映画チャンネル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18,352  👍 233  💬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1:16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https://www.youtube.com/watch?v=OWDcn7hl16A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Aiobahn +81 feat. DEMONDICE - DEMON'S SHOT (Official MV) [Theme for PUKEY GODDESS SHOT TRICK]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Aiobahn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492,843  👍 50,350  💬 1,089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いいね率10.2%と視聴者の支持が非常に高い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https://www.youtube.com/watch?v=lhKDhDiFXgQ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LF進化前アヌビス1体でゼウス・ディオス降臨を完全攻略する配信。【パズドラ】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1,230,920  👍 4,443  💬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6:44:29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https://www.youtube.com/watch?v=DTEGZrVSWQY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『ママがもうこの世界にいなくても　私の命の日記』予告【10月2日(金)公開】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川口春奈オフィシャル はーちゃんねる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97,310  👍 1,031  💬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https://www.youtube.com/watch?v=nKl2Xqw5t4Q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Kyohan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576,704  👍 14,802  💬 642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3:52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https://www.youtube.com/watch?v=4VbzX61uldE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【ドラゴンボールZ ドッカンバトル】GLOBAL DOKKAN CAMPAIGN 2026 第3弾 記念生放送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748,464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1:33:10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https://www.youtube.com/watch?v=bX1lt9yF_3s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「ダウンタイム」特別予告「共闘」編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12,572  👍 55  💬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0:44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LiSA『ソフィリア』MUSiC CLiP (映画『マッチング TRUE LOVE』主題歌)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287,016  👍 20,870  💬 1,460  ⏱ 5:29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https://www.youtube.com/watch?v=Z9NWm-Ycy2Q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83,364,815  👍 37,529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19,165,289  👍 157,698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12,786,177  👍 170,238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Фильм можно смотреть вечно! Сериал стал ле…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Коллекция хорошего кино  👁 12,450,183  👍 9,875  ⏱ 不明  📅 2025-10-16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https://www.youtube.com/watch?v=Uh-K3yY-eHA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11,819,608  👍 7,745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23,324,707  👍 411,555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20,479,816  👍 362,037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19,850,498  👍 389,561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18,664,612  👍 545,916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17,997,245  👍 249,682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225,362,679  👍 1,235,607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167,335,435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152,334,721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TVアニメ「マッシュル-MASHLE-」第2期ノンクレジットOPムービー｜Creep…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134,219,297  👍 1,358,748  ⏱ 1:31  📅 2024-01-07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58,706,051  👍 184,782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7,386,036  👍 106,408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7,193,892  👍 108,359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6,958,120  👍 120,720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4,299,359  👍 89,156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3,789,338  👍 47,072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