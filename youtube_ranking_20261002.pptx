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0XkbHS4YJwM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eLl5BeJHEpc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MtaaBH9B7b0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HdjrIrRDhi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LiZ0Dph0Yi0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sXKnmgmbkoE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gaf-pO2PdO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K9TDwg4ggB8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lZi7NYplC4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tGlofU1kq00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crwxJBQKWj4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MVjIaSmOs3g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i5TSvrhVH94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Uh-K3yY-eHA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2026年10月02日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https://www.youtube.com/watch?v=0XkbHS4YJwM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【家スロにゃんこ配信】スマスロ 獣王【設定6】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パーラーかすのすけ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757,646  👍 2,188  💬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10:26:10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https://www.youtube.com/watch?v=eLl5BeJHEpc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類友SWAG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ShowMinorSavage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31,139  👍 2,985  💬 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2:34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　いいね率9.6%と視聴者の支持が非常に高い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https://www.youtube.com/watch?v=MtaaBH9B7b0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【APEX】CRカップスクリム１日目 パニックエイマーたかし【しゃかちゃ Rasっち】コーチ:YukaFっち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610,135  👍 5,438  💬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5:53:03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https://www.youtube.com/watch?v=HdjrIrRDhic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musubi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Ayumu Imazu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73,600  👍 3,666  💬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3:27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　いいね率5.0%と好評価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https://www.youtube.com/watch?v=LiZ0Dph0Yi0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【歴代最難関】LF進化前アヌビス1体で大天狗降臨を完全攻略する配信。【パズドラ】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ゆうこる/Yuukoru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1,349,688  👍 4,314  💬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10:35:16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https://www.youtube.com/watch?v=sXKnmgmbkoE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Marvel Television’s VisionQuest | Official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Marvel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6,680,281  👍 149,459  💬 5,796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2:39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500万再生超の超バズ動画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https://www.youtube.com/watch?v=gaf-pO2PdO8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Mrs. GREEN APPLE「ア・ポステリオリ」Official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4,036,930  👍 62,642  💬 3,853  📈+99.5%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3:25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前日比+99.5%と急拡散中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https://www.youtube.com/watch?v=K9TDwg4ggB8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伝説の妖怪、参上。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500,010  👍 9,551  💬 808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1:14:41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https://www.youtube.com/watch?v=lZi7NYplC4E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ドラゴンボール超 ビルス | 予告編 | Netflix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592,953  👍 5,106  💬 720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2:10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公開20時間で急上昇入り！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Yuzutsu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113,714  👍 4,262  💬 206  ⏱ 4:38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いいね率3.7%と好評価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https://www.youtube.com/watch?v=tGlofU1kq00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Yaprak Dökümü Canlı Yayın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83,762,776  👍 37,611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Taşacak Bu Deniz - Tüm Bölümler Canlı Yayı…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Taşacak Bu Deniz  👁 27,991,097  👍 93,602  ⏱ 不明  📅 2026-02-11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https://www.youtube.com/watch?v=MVjIaSmOs3g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19,165,298  👍 157,696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12,786,205  👍 170,237  ⏱ 1:28  📅 2025-04-14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Фильм можно смотреть вечно! Сериал стал ле…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Коллекция хорошего кино  👁 12,535,393  👍 9,912  ⏱ 不明  📅 2025-10-16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https://www.youtube.com/watch?v=Uh-K3yY-eHA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23,360,883  👍 412,112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20,480,441  👍 362,047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19,851,151  👍 389,570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18,664,787  👍 545,912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18,140,689  👍 251,177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225,532,926  👍 1,236,051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167,494,112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152,499,439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58,778,686  👍 184,833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52,473,036  👍 205,768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7,386,223  👍 106,406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7,199,602  👍 108,421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6,959,450  👍 120,730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4,299,364  👍 89,146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3,791,142  👍 47,082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