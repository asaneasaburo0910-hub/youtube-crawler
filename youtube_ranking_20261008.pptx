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DqWSaZKhOZA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wCp_X6CBQS8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rHobVHusMR8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W6abYxqfCPU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JECebCGt4S0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F8SL-F9ymD4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-7Tar3VlrIw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nrMgBjqj72s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M_MbO6M5AYM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EaYxNTHFc3o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82O6yOy_XwE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JpP13Wp1ke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i5TSvrhVH94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NGsjOrzwjZk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fE0CxNxrI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Snd181QDqu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CaqHOvgAnO0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YmRxFhtYydY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2026年10月08日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https://www.youtube.com/watch?v=DqWSaZKhOZA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【神視点】ぶいすぽGG 英リサ presents PUBG【#ぶいすぽGG】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英リサ.Hanabusa Lisa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481,598  👍 4,960  💬 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4:08:52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https://www.youtube.com/watch?v=wCp_X6CBQS8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KO1KEYZ (コイキーズ)｜'KO1KEYZ' (Korean ver.) Performance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KO1KEYZ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319,161  👍 20,548  💬 2,718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3:21  ·  📅 公開32時間前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いいね率6.4%と視聴者の支持が非常に高い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https://www.youtube.com/watch?v=rHobVHusMR8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エースコンバットより1/100000000くらい薄い評価が墜落してるクソゲー【ネービーシーコンクリフト】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からすまAチャンネル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591,730  👍 6,860  💬 698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14:37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https://www.youtube.com/watch?v=W6abYxqfCPU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SixTONES –「Battery」from LIVE DVD/BD「MILESixTONES」(2026.3.26 YOKOHAMA ARENA)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697,670  👍 45,209  💬 2,511  📈+62.6%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2:42  ·  📅 公開34時間前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前日比+62.6%と急拡散中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https://www.youtube.com/watch?v=JECebCGt4S0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【PUBG】誰も勝てると思ってないだろ【りりむ アルス イブラヒム】英リサさんのPUBGイベント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Kuzuha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798,942  👍 7,055  💬 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3:53:56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https://www.youtube.com/watch?v=F8SL-F9ymD4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ドクターX ～白衣のマフィア～ | オフィシャル予告編 |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14,252  👍 76  💬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0:47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公開-2時間で急上昇入り！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https://www.youtube.com/watch?v=-7Tar3VlrIw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なにわ男子 - Moonlit [Official Music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なにわ男子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923,213  👍 47,388  💬 8,902  📈+104.9%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4:27  ·  📅 公開37時間前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前日比+104.9%と急拡散中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https://www.youtube.com/watch?v=nrMgBjqj72s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配信者がめちゃくちゃ身バレして大事件になるホラーゲーム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1,174,579  👍 23,683  💬 1,999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3:35:00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100万再生超の大ヒット　いいね率2.0%と好評価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https://www.youtube.com/watch?v=M_MbO6M5AYM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【天涯孤独になった55歳の男に】リリー・フランキー、“孤独のない国”フィリピンへ／映画『ひとりで死ぬのはイヤだから』予告編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moviecollectionjp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65,031  👍 255  💬 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1:37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公開18時間で急上昇入り！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LEE JISOO - Movie Star / THE FIRST 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450,077  👍 13,772  💬 482  ⏱ 3:26  📅 公開10時間前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いいね率3.1%と好評価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https://www.youtube.com/watch?v=EaYxNTHFc3o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Star TV - Canlı Yayın (Full HD)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 TV  👁 185,791,015  👍 395,286  ⏱ 不明  📅 2023-08-10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https://www.youtube.com/watch?v=82O6yOy_XwE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Aşk-ı Memnu Canlı İzle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Aşk-ı Memnu  👁 55,549,904  👍 33,821  ⏱ 不明  📅 2025-02-24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https://www.youtube.com/watch?v=JpP13Wp1ke0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19,165,362  👍 157,684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12,786,342  👍 170,228  ⏱ 1:28  📅 2025-04-14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Avrupa Yakası Bölümler 7/24 #canlıyayın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Avrupa Yakası  👁 12,247,063  👍 7,890  ⏱ 不明  📅 2025-10-30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https://www.youtube.com/watch?v=NGsjOrzwjZk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23,493,023  👍 413,991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20,482,078  👍 362,057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19,852,578  👍 389,580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息子の扱いが酷すぎる男。#ゲーム実況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18,687,892  👍 257,933  ⏱ 0:58  📅 2026-03-12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月のクレーターをトイレにする男🌙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15,306,117  👍 205,829  ⏱ 1:04  📅 2026-06-10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226,076,687  👍 1,237,635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167,991,335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153,009,943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アンパンマンたいそう （テレビサイズver.）［公式エンディングテーマ］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VAP OFFICIAL MUSIC CHANNEL  👁 128,811,865  👍 0  ⏱ 1:19  📅 2023-03-24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https://www.youtube.com/watch?v=CaqHOvgAnO0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59,008,006  👍 184,986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7,222,052  👍 108,631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6,963,834  👍 120,755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3,821,715  👍 7,782  ⏱ 20:56  📅 2026-08-27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3,796,867  👍 47,099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3,622,503  👍 30,905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