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hyperlink" Target="https://www.youtube.com/watch?v=adE8jVLoLPo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hyperlink" Target="https://www.youtube.com/watch?v=j7A-L6EocDA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hyperlink" Target="https://www.youtube.com/watch?v=AgqTpVY_T_k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hyperlink" Target="https://www.youtube.com/watch?v=rwhuXvriFsI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hyperlink" Target="https://www.youtube.com/watch?v=VhEb3bSXoZ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Relationship Id="rId4" Type="http://schemas.openxmlformats.org/officeDocument/2006/relationships/hyperlink" Target="https://www.youtube.com/watch?v=gXF7kxNvUrQ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Relationship Id="rId4" Type="http://schemas.openxmlformats.org/officeDocument/2006/relationships/hyperlink" Target="https://www.youtube.com/watch?v=M-ATyBXMzg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Relationship Id="rId4" Type="http://schemas.openxmlformats.org/officeDocument/2006/relationships/hyperlink" Target="https://www.youtube.com/watch?v=T_JCzCHCeVs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Relationship Id="rId4" Type="http://schemas.openxmlformats.org/officeDocument/2006/relationships/hyperlink" Target="https://www.youtube.com/watch?v=FrhcoW_FDqo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hyperlink" Target="https://www.youtube.com/watch?v=O9oCfxSJXT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22.png"/><Relationship Id="rId5" Type="http://schemas.openxmlformats.org/officeDocument/2006/relationships/image" Target="../media/image23.jpg"/><Relationship Id="rId6" Type="http://schemas.openxmlformats.org/officeDocument/2006/relationships/hyperlink" Target="https://www.youtube.com/watch?v=9nXbYZL8V9E" TargetMode="External"/><Relationship Id="rId7" Type="http://schemas.openxmlformats.org/officeDocument/2006/relationships/image" Target="../media/image24.png"/><Relationship Id="rId8" Type="http://schemas.openxmlformats.org/officeDocument/2006/relationships/image" Target="../media/image25.jpg"/><Relationship Id="rId9" Type="http://schemas.openxmlformats.org/officeDocument/2006/relationships/hyperlink" Target="https://www.youtube.com/watch?v=21eblauBPy8" TargetMode="External"/><Relationship Id="rId10" Type="http://schemas.openxmlformats.org/officeDocument/2006/relationships/image" Target="../media/image26.png"/><Relationship Id="rId11" Type="http://schemas.openxmlformats.org/officeDocument/2006/relationships/image" Target="../media/image27.jpg"/><Relationship Id="rId12" Type="http://schemas.openxmlformats.org/officeDocument/2006/relationships/hyperlink" Target="https://www.youtube.com/watch?v=fGaa5iluMIQ" TargetMode="External"/><Relationship Id="rId13" Type="http://schemas.openxmlformats.org/officeDocument/2006/relationships/image" Target="../media/image28.png"/><Relationship Id="rId14" Type="http://schemas.openxmlformats.org/officeDocument/2006/relationships/image" Target="../media/image29.jpg"/><Relationship Id="rId15" Type="http://schemas.openxmlformats.org/officeDocument/2006/relationships/hyperlink" Target="https://www.youtube.com/watch?v=Mr8II4SLhaI" TargetMode="External"/><Relationship Id="rId16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hyperlink" Target="https://www.youtube.com/watch?v=DuEKgK2B2p8" TargetMode="External"/><Relationship Id="rId4" Type="http://schemas.openxmlformats.org/officeDocument/2006/relationships/image" Target="../media/image32.png"/><Relationship Id="rId5" Type="http://schemas.openxmlformats.org/officeDocument/2006/relationships/image" Target="../media/image33.jpg"/><Relationship Id="rId6" Type="http://schemas.openxmlformats.org/officeDocument/2006/relationships/hyperlink" Target="https://www.youtube.com/watch?v=mhCy0IgobIw" TargetMode="External"/><Relationship Id="rId7" Type="http://schemas.openxmlformats.org/officeDocument/2006/relationships/image" Target="../media/image34.png"/><Relationship Id="rId8" Type="http://schemas.openxmlformats.org/officeDocument/2006/relationships/image" Target="../media/image35.jpg"/><Relationship Id="rId9" Type="http://schemas.openxmlformats.org/officeDocument/2006/relationships/hyperlink" Target="https://www.youtube.com/watch?v=XGbduoPa_-0" TargetMode="External"/><Relationship Id="rId10" Type="http://schemas.openxmlformats.org/officeDocument/2006/relationships/image" Target="../media/image36.png"/><Relationship Id="rId11" Type="http://schemas.openxmlformats.org/officeDocument/2006/relationships/image" Target="../media/image37.jpg"/><Relationship Id="rId12" Type="http://schemas.openxmlformats.org/officeDocument/2006/relationships/hyperlink" Target="https://www.youtube.com/watch?v=k3pCB0OwN10" TargetMode="External"/><Relationship Id="rId13" Type="http://schemas.openxmlformats.org/officeDocument/2006/relationships/image" Target="../media/image38.png"/><Relationship Id="rId14" Type="http://schemas.openxmlformats.org/officeDocument/2006/relationships/image" Target="../media/image39.jpg"/><Relationship Id="rId15" Type="http://schemas.openxmlformats.org/officeDocument/2006/relationships/hyperlink" Target="https://www.youtube.com/watch?v=0cjKg-Z3xak" TargetMode="External"/><Relationship Id="rId16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hyperlink" Target="https://www.youtube.com/watch?v=1JrBFDwE-jo" TargetMode="External"/><Relationship Id="rId4" Type="http://schemas.openxmlformats.org/officeDocument/2006/relationships/image" Target="../media/image42.png"/><Relationship Id="rId5" Type="http://schemas.openxmlformats.org/officeDocument/2006/relationships/image" Target="../media/image43.jpg"/><Relationship Id="rId6" Type="http://schemas.openxmlformats.org/officeDocument/2006/relationships/hyperlink" Target="https://www.youtube.com/watch?v=88uap7ImJ88" TargetMode="External"/><Relationship Id="rId7" Type="http://schemas.openxmlformats.org/officeDocument/2006/relationships/image" Target="../media/image44.png"/><Relationship Id="rId8" Type="http://schemas.openxmlformats.org/officeDocument/2006/relationships/image" Target="../media/image45.jpg"/><Relationship Id="rId9" Type="http://schemas.openxmlformats.org/officeDocument/2006/relationships/hyperlink" Target="https://www.youtube.com/watch?v=gcgKUcJKxIs" TargetMode="External"/><Relationship Id="rId10" Type="http://schemas.openxmlformats.org/officeDocument/2006/relationships/image" Target="../media/image46.png"/><Relationship Id="rId11" Type="http://schemas.openxmlformats.org/officeDocument/2006/relationships/image" Target="../media/image47.jpg"/><Relationship Id="rId12" Type="http://schemas.openxmlformats.org/officeDocument/2006/relationships/hyperlink" Target="https://www.youtube.com/watch?v=-NFhRWhkp7I" TargetMode="External"/><Relationship Id="rId13" Type="http://schemas.openxmlformats.org/officeDocument/2006/relationships/image" Target="../media/image48.png"/><Relationship Id="rId14" Type="http://schemas.openxmlformats.org/officeDocument/2006/relationships/image" Target="../media/image49.jpg"/><Relationship Id="rId15" Type="http://schemas.openxmlformats.org/officeDocument/2006/relationships/hyperlink" Target="https://www.youtube.com/watch?v=ScWlFcYn_FI" TargetMode="External"/><Relationship Id="rId16" Type="http://schemas.openxmlformats.org/officeDocument/2006/relationships/image" Target="../media/image5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hyperlink" Target="https://www.youtube.com/watch?v=2a1YM7MCXng" TargetMode="External"/><Relationship Id="rId4" Type="http://schemas.openxmlformats.org/officeDocument/2006/relationships/image" Target="../media/image52.png"/><Relationship Id="rId5" Type="http://schemas.openxmlformats.org/officeDocument/2006/relationships/image" Target="../media/image53.jpg"/><Relationship Id="rId6" Type="http://schemas.openxmlformats.org/officeDocument/2006/relationships/hyperlink" Target="https://www.youtube.com/watch?v=OhHzzl4Z6qU" TargetMode="External"/><Relationship Id="rId7" Type="http://schemas.openxmlformats.org/officeDocument/2006/relationships/image" Target="../media/image54.png"/><Relationship Id="rId8" Type="http://schemas.openxmlformats.org/officeDocument/2006/relationships/image" Target="../media/image55.jpg"/><Relationship Id="rId9" Type="http://schemas.openxmlformats.org/officeDocument/2006/relationships/hyperlink" Target="https://www.youtube.com/watch?v=KWYewgdSAOI" TargetMode="External"/><Relationship Id="rId10" Type="http://schemas.openxmlformats.org/officeDocument/2006/relationships/image" Target="../media/image56.png"/><Relationship Id="rId11" Type="http://schemas.openxmlformats.org/officeDocument/2006/relationships/image" Target="../media/image57.jpg"/><Relationship Id="rId12" Type="http://schemas.openxmlformats.org/officeDocument/2006/relationships/hyperlink" Target="https://www.youtube.com/watch?v=HQDUEU-Zhyc" TargetMode="External"/><Relationship Id="rId13" Type="http://schemas.openxmlformats.org/officeDocument/2006/relationships/image" Target="../media/image58.png"/><Relationship Id="rId14" Type="http://schemas.openxmlformats.org/officeDocument/2006/relationships/image" Target="../media/image59.jpg"/><Relationship Id="rId15" Type="http://schemas.openxmlformats.org/officeDocument/2006/relationships/hyperlink" Target="https://www.youtube.com/watch?v=J4JTp1tNrkk" TargetMode="External"/><Relationship Id="rId16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2026年05月17日  ·  急上昇 TOP 10 発表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https://www.youtube.com/watch?v=adE8jVLoLPo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ピノキオピー - 歌姫失格 feat. 初音ミク / Rejected Diva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ピノキオピー PINOCCHIOP OFFICIAL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887,241  👍 88,647  💬 3,975  📈+87.9%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3:22  ·  📅 公開51時間前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公開2日で急上昇　50万再生の注目コンテンツ　前日比+87.9%と急拡散中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https://www.youtube.com/watch?v=j7A-L6EocDA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ＧⅠ芦屋 ３日目 全日本王座決定戦「シュガーの宝舟ボートレースLIVE2026」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シュガーの宝舟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90,802  👍 321  💬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6:44:18  ·  📅 公開4時間前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公開4時間で急上昇入り！　急上昇中の新興コンテンツ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https://www.youtube.com/watch?v=AgqTpVY_T_k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西野カナ feat. NiziU『LOVE BEAT』MV Full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西野カナ Official YouTube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2,789,504  👍 26,841  💬 1,839  📈+96.6%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4:12  ·  📅 公開50時間前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公開2日で急上昇　100万再生超の大ヒット　前日比+96.6%と急拡散中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https://www.youtube.com/watch?v=rwhuXvriFsI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【神回】スプラ初見のFPS元プロ、9日目にして遂にウデマエS+に到達する【スプラ9日目】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83,947  👍 3,470  💬 690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48:57  ·  📅 公開8時間前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公開8時間で急上昇入り！　急上昇中の新興コンテンツ　いいね率4.1%と好評価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https://www.youtube.com/watch?v=VhEb3bSXoZM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＜期間限定公開＞Mrs. GREEN APPLE – 風と町【LIVE on TBS “テレビ×ミセス”】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Mrs. GREEN APPLE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212,912  👍 16,409  💬 551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3:47  ·  📅 公開28時間前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10万再生突破の話題作　いいね率7.7%と視聴者の支持が非常に高い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https://www.youtube.com/watch?v=gXF7kxNvUrQ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【マインクラフト】神回！オウムガイの鎧探しでガチの奇跡が起きました…【ヒカクラ2 - Part176】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HikakinGames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157,655  👍 6,036  💬 287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57:45  ·  📅 公開10時間前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公開10時間で急上昇入り！　10万再生突破の話題作　いいね率3.8%と好評価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https://www.youtube.com/watch?v=M-ATyBXMzg0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Aぇ! group 「でこぼこライフ」Official Music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Aぇ!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559,330  👍 38,473  💬 8,644  📈+51.1%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3:34  ·  📅 公開49時間前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公開2日で急上昇　50万再生の注目コンテンツ　前日比+51.1%と急拡散中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https://www.youtube.com/watch?v=T_JCzCHCeVs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オープンステージ Day2公式放送【#にじフェス2026_Day2】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にじさんじ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D7F32"/>
                </a:solidFill>
                <a:latin typeface="Arial"/>
              </a:rPr>
              <a:t>👁 863,615  👍 14,984  💬 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5:00:37  ·  📅 公開6時間前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公開6時間で急上昇入り！　50万再生の注目コンテンツ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https://www.youtube.com/watch?v=FrhcoW_FDqo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『フォルティクス 配信！推しを継ぐもの』予告編30秒（秘密組織〈ＴＴＦＣ〉編）【2026年6月7日（日）配信】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東映特撮YouTube Official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0C0C0"/>
                </a:solidFill>
                <a:latin typeface="Arial"/>
              </a:rPr>
              <a:t>👁 11,658  👍 372  💬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0:31  ·  📅 公開12時間前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公開12時間で急上昇入り！　急上昇中の新興コンテンツ　いいね率3.2%と好評価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4128"/>
            <a:ext cx="4572000" cy="256946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639312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365760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初星学園 「ガラクタロード」Official Music Video (HATSUBOSHI GAKUEN -…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160520"/>
            <a:ext cx="7406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248,983  👍 18,630  💬 1,113  ⏱ 3:43  📅 公開24時間前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49884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公開24時間で急上昇入り！　10万再生突破の話題作　いいね率7.5%と視聴者の支持が非常に高い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828032"/>
            <a:ext cx="7406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https://www.youtube.com/watch?v=O9oCfxSJXTY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19,143,670  👍 158,080  ⏱ 0:10  📅 2025-08-09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https://www.youtube.com/watch?v=fBQOV3jiST0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無反応挑戦　w#おもしろ＃おもしろ動画＃エンタメ#お笑い#バラエティ#テレビ#バズれ…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14,609,596  👍 41,782  ⏱ 0:17  📅 2025-09-26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https://www.youtube.com/watch?v=9nXbYZL8V9E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狩野英孝のマイクラ実況が面白いwww#エンタメ #マイクラ #狩野英孝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11,687,032  👍 185,310  ⏱ 1:33  📅 2025-07-05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https://www.youtube.com/watch?v=21eblauBPy8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ネプリーグ放送事故w #おもしろ #面白い #テレビ #エンタメ #お笑い #芸人 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11,452,518  👍 132,089  ⏱ 0:18  📅 2025-11-01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https://www.youtube.com/watch?v=fGaa5iluMIQ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入れないと蝶野に制裁ビンタされる⁉️ #エンタメ #ガキ使 #ダウンタウン#方正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10,520,998  👍 97,733  ⏱ 0:57  📅 2025-10-17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https://www.youtube.com/watch?v=Mr8II4SLhaI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たくさん食べてすくすく育つ！【MOD紹介】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ウッドリィ  👁 24,749,631  👍 378,208  ⏱ 0:37  📅 2024-09-30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https://www.youtube.com/watch?v=DuEKgK2B2p8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感動のダブルスイカ‼️ #スイカゲーム #ゲーム実況 #サワヤンゲームズ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20,445,404  👍 362,586  ⏱ 0:59  📅 2023-12-22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https://www.youtube.com/watch?v=mhCy0IgobIw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全部ひっかかる人【しょぼんのアクション3D】 #ゲーム実況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19,795,890  👍 389,831  ⏱ 1:00  📅 2023-09-28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https://www.youtube.com/watch?v=XGbduoPa_-0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ロシア人を質問責めしたら反応がカワイイwwwww【Liar’s Bar/ライアーズバ…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ゼロ / ZERO  👁 18,636,663  👍 547,074  ⏱ 0:44  📅 2024-12-11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https://www.youtube.com/watch?v=k3pCB0OwN10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見たことの無い落ち方をする配信者#葉 #ゲーム実況 #切り抜き #onlyup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18,311,704  👍 348,188  ⏱ 0:38  📅 2023-07-07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https://www.youtube.com/watch?v=0cjKg-Z3xak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いえでマネしないでね！@MashaBearJAPAN #Shorts #マーシャとく…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マーシャとくま - Masha and the Bear Japan  👁 1,729,166,489  👍 13,534,618  ⏱ 0:53  📅 2023-12-30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https://www.youtube.com/watch?v=1JrBFDwE-jo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赤ちゃん・子供向け 知育アニメ★数字をおぼえよう・アイスクリーム★Learn To 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ノッカーナアニメーション nokkana animation  👁 254,478,275  👍 543,697  ⏱ 3:23  📅 2018-05-11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https://www.youtube.com/watch?v=88uap7ImJ88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TVアニメ『呪術廻戦』第2期「懐玉・玉折」ノンクレジットOPムービー／OPテーマ：キ…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139,967,292  👍 0  ⏱ 1:31  📅 2023-07-07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https://www.youtube.com/watch?v=gcgKUcJKxIs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Mrs. GREEN APPLE「ライラック」MV - TVアニメ『忘却バッテリー』…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Mrs. GREEN APPLE  👁 52,278,357  👍 179,647  ⏱ 4:53  📅 2024-07-04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https://www.youtube.com/watch?v=-NFhRWhkp7I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アイナ・ジ・エンド / 革命道中 - On The Way × TVアニメ『ダンダダ…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アイナ・ジ・エンド Official  👁 42,536,066  👍 184,328  ⏱ 3:22  📅 2025-08-20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https://www.youtube.com/watch?v=ScWlFcYn_FI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歌舞伎町タワーの日本一高い映画館「109シネマズプレミアム新宿」を正直レビュー！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6,792,404  👍 119,419  ⏱ 1:00  📅 2025-03-15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https://www.youtube.com/watch?v=2a1YM7MCXng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市川團十郎が語る映画「国宝」の率直な感想と歌舞伎への想い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3,486,900  👍 45,023  ⏱ 17:48  📅 2025-07-12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https://www.youtube.com/watch?v=OhHzzl4Z6qU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名作映画を見た感想を嘘ついてる奴は誰だ！映画人狼バトル開始！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3,324,815  👍 29,811  ⏱ 34:45  📅 2024-09-26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https://www.youtube.com/watch?v=KWYewgdSAOI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ディズニー１００周年のゴミ『ウィッシュ』レビュー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3,260,952  👍 43,165  ⏱ 12:56  📅 2023-12-19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https://www.youtube.com/watch?v=HQDUEU-Zhyc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【2ch有益スレ】今まで見た映画の中で「一番最悪だった映画」挙げてけｗ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2ch有益プラネット【ゆっくり解説】  👁 2,960,043  👍 35,345  ⏱ 0:59  📅 2023-10-19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https://www.youtube.com/watch?v=J4JTp1tNrkk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