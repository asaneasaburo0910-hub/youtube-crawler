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adE8jVLoLP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j7A-L6EocD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AgqTpVY_T_k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rwhuXvriFsI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VhEb3bSXoZ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gXF7kxNvUrQ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M-ATyBXMzg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T_JCzCHCeV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FrhcoW_FDqo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O9oCfxSJXT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0cjKg-Z3xa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88uap7ImJ88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2026年05月17日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https://www.youtube.com/watch?v=adE8jVLoLPo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ピノキオピー - 歌姫失格 feat. 初音ミク / Rejected Diva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ピノキオピー PINOCCHIOP OFFICIAL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887,241  👍 88,647  💬 3,975  📈+87.9%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3:22  ·  📅 公開41時間前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前日比+87.9%と急拡散中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https://www.youtube.com/watch?v=j7A-L6EocDA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ＧⅠ芦屋 ３日目 全日本王座決定戦「シュガーの宝舟ボートレースLIVE2026」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シュガーの宝舟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90,802  👍 321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6:44:18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https://www.youtube.com/watch?v=AgqTpVY_T_k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西野カナ feat. NiziU『LOVE BEAT』MV 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西野カナ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2,789,504  👍 26,841  💬 1,839  📈+96.6%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4:12  ·  📅 公開40時間前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100万再生超の大ヒット　前日比+96.6%と急拡散中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https://www.youtube.com/watch?v=rwhuXvriFsI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【神回】スプラ初見のFPS元プロ、9日目にして遂にウデマエS+に到達する【スプラ9日目】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83,947  👍 3,470  💬 690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48:57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　いいね率4.1%と好評価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https://www.youtube.com/watch?v=VhEb3bSXoZM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＜期間限定公開＞Mrs. GREEN APPLE – 風と町【LIVE on TBS “テレビ×ミセス”】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212,912  👍 16,409  💬 551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3:47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10万再生突破の話題作　いいね率7.7%と視聴者の支持が非常に高い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https://www.youtube.com/watch?v=gXF7kxNvUrQ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【マインクラフト】神回！オウムガイの鎧探しでガチの奇跡が起きました…【ヒカクラ2 - Part176】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HikakinGames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157,655  👍 6,036  💬 287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57:45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いいね率3.8%と好評価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https://www.youtube.com/watch?v=M-ATyBXMzg0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Aぇ! group 「でこぼこライフ」Official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Aぇ!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559,330  👍 38,473  💬 8,644  📈+51.1%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3:34  ·  📅 公開39時間前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前日比+51.1%と急拡散中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https://www.youtube.com/watch?v=T_JCzCHCeVs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オープンステージ Day2公式放送【#にじフェス2026_Day2】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863,615  👍 14,984  💬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5:00:37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50万再生の注目コンテンツ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https://www.youtube.com/watch?v=FrhcoW_FDqo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『フォルティクス 配信！推しを継ぐもの』予告編30秒（秘密組織〈ＴＴＦＣ〉編）【2026年6月7日（日）配信】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東映特撮YouTube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11,658  👍 372  💬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0:31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公開2時間で急上昇入り！　急上昇中の新興コンテンツ　いいね率3.2%と好評価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初星学園 「ガラクタロード」Official Music Video (HATSUBOSHI GAKUEN -…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248,983  👍 18,630  💬 1,113  ⏱ 3:43  📅 公開14時間前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いいね率7.5%と視聴者の支持が非常に高い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https://www.youtube.com/watch?v=O9oCfxSJXTY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19,143,670  👍 158,080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14,609,596  👍 41,782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11,687,032  👍 185,310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11,452,518  👍 132,089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10,520,998  👍 97,733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24,749,631  👍 378,208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20,445,404  👍 362,586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19,795,890  👍 389,831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18,636,663  👍 547,074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見たことの無い落ち方をする配信者#葉 #ゲーム実況 #切り抜き #onlyup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18,311,704  👍 348,188  ⏱ 0:38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 #Shorts #マーシャとく…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1,729,166,489  👍 13,534,618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赤ちゃん・子供向け 知育アニメ★数字をおぼえよう・アイスクリーム★Learn To 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254,478,275  👍 543,697  ⏱ 3:23  📅 2018-05-11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https://www.youtube.com/watch?v=88uap7ImJ88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139,967,292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52,278,357  👍 179,647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42,536,066  👍 184,328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6,792,404  👍 119,419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3,486,900  👍 45,023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3,324,815  👍 29,811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3,260,952  👍 43,165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2,960,043  👍 35,345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