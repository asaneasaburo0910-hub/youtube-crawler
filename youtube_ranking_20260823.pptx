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Lp7Tt2x_wDY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6aI0McEk044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vrnKlp_epOQ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lEKTujvTlVw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FQmSbVixyzY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604WzTEF4is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MT-4Bk1Lw8g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CSSt_g-U98Y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vh6wwh6SxN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ay6r3hHOF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9nXbYZL8V9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ByG9e8ZxVl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2MzSLqlLI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mEAhcCWMAa4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2026年08月23日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https://www.youtube.com/watch?v=Lp7Tt2x_wDY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【MV】LiMiT STRiKER! / iLiFE!【EWC × REJECT テーマソング】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iLiFE!【あいらいふ】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404,764  👍 18,317  💬 440  📈+135.8%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4:03  ·  📅 公開28時間前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前日比+135.8%と急拡散中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https://www.youtube.com/watch?v=6aI0McEk044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彼は死神？それとも本当にただの不運な人？【裏切り者サバイバル10#2】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314,155  👍 10,794  💬 1,175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1:01:12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https://www.youtube.com/watch?v=vrnKlp_epOQ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なかなおり / いよわ feat. 初音ミク（Last Rally / Iyowa feat. Hatsune Miku）【YouTube Music Weekend 12.0】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いよわ/ iyowa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104,796  👍 12,128  💬 840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3:14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いいね率11.6%と視聴者の支持が非常に高い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https://www.youtube.com/watch?v=lEKTujvTlVw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【ゲーム編】桃鉄の移動の大変さを知りたい！負けた奴は実際に同じルートを旅行すべし！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東海オンエア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1,354,960  👍 13,873  💬 401  📈+124.7%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1:29:27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前日比+124.7%と急拡散中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https://www.youtube.com/watch?v=FQmSbVixyzY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VOLTACTION - 【Performance Video】Seven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VOLTACTION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80,570  👍 10,732  💬 414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3:32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　いいね率13.3%と視聴者の支持が非常に高い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https://www.youtube.com/watch?v=604WzTEF4is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「ウマ娘 プリティーダービー」ぱかライブTV' #6 5.5周年スペシャル！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ぱかチューブっ!【ウマ娘公式】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656,973  👍 11,801  💬 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3:48:14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https://www.youtube.com/watch?v=MT-4Bk1Lw8g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ENHYPEN (엔하이픈) 'Bloody Paradise'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11,125,582  👍 551,915  💬 30,485  📈+264.7%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2:15  ·  📅 公開27時間前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前日比+264.7%の爆発的な伸び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https://www.youtube.com/watch?v=CSSt_g-U98Y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【EWCリロード世界大会 最終日】初代リロード王者が決まります:日本全力応援!!!【フォートナイト】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Polsポルス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446,515  👍 4,913  💬 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7:27:46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https://www.youtube.com/watch?v=vh6wwh6SxN8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『装甲騎兵ボトムズ 灰色の魔女』本予告 2026.11.20劇場公開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サンライズ  SUNRISE Official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393,902  👍 0  💬 692  📈+59.2%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公開44時間前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前日比+59.2%と急拡散中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B&amp;ZAI【EMPIRE(Snow Man)】LIVE 2026 Summer Beatより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685,230  👍 32,892  💬 12,396  ⏱ 4:44  📅 公開31時間前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前日比+122.1%と急拡散中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https://www.youtube.com/watch?v=qay6r3hHOFo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28,815,526  👍 71,167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20,079,301  👍 11,435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19,164,796  👍 157,806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14,610,042  👍 41,660  ⏱ 0:17  📅 2025-09-26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12,785,236  👍 170,372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22,457,970  👍 399,394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20,466,581  👍 362,175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19,830,918  👍 389,572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16,270,590  👍 233,876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どこで奇跡起こしとんwww#onlyup #葉 #ゲーム実況 #切り抜き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12,537,133  👍 364,068  ⏱ 0:28  📅 2023-07-22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https://www.youtube.com/watch?v=ByG9e8ZxVlg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222,173,622  👍 1,228,071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220,656,122  👍 2,041,305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149,272,066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57,162,797  👍 183,750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49,814,806  👍 199,940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6,860,722  👍 119,903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6,859,438  👍 105,059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【残酷】衝撃の妊娠・出産アニメ3選 #shorts #アニメ #紹介 #感想 #an…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6,768,694  👍 98,507  ⏱ 0:47  📅 2025-03-01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4,462,325  👍 23,735  ⏱ 0:12  📅 2026-07-09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3,735,609  👍 46,864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