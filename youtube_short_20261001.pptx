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2026年10月01日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主演：内野聖陽×共演：松本若菜・北村一輝、実話を基にした逆襲エンターテインメント…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シネマカフェ／cinemacafenet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9,887回　👍 19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初星学園 「Agitato」Official Music Video (HATS…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初星学園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31万回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LF進化前アヌビス1体でヘラ・ウルズ降臨を完全攻略する配信。【パズドラ】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ゆうこる/Yuukoru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167万回　👍 6,444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磯村勇斗と末澤誠也が予告編の反応を検証してみた！映画『mentor』10月16日…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avex pictures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4万回　👍 3,427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Mrs. GREEN APPLE「ア・ポステリオリ」Official Music…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Mrs. GREEN APPLE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202万回　👍 5万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