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2026年06月28日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第2クール解禁映像『北斗の拳 -FIST OF THE NORTH STAR-』…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Warner Bros. Japan Anime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6万回　👍 579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MAZZEL / So Strawberry - Dance Performan…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MAZZEL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28万回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【日本語実況】Evo 2026- Day2 Part 2「CAPCOM Pro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Capcom Fighters 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27万回　👍 3,186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HUNTER×HUNTERinspired-試験編-【実写版映画予告※非公式】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欠番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10万回　👍 2,644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≠ME（ノットイコールミー）/ 12th 両A面シングル『愛くださいませ』Dan…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NOT EQUAL ME ノットイコールミー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6万回　👍 5,912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