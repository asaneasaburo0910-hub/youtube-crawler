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NgTO4NPt2T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ppJ1e7P4pu4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am9smS7NPYA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Xju1lb2gmX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ZvQ3X0c-4dE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4GqUIYG-jEA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qFhspt7zsXg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Ogv8KX8rS4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gRH4TN1jBsE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UZ4an60Zmv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ELfg_3rS-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G-gXirMbzFY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0cjKg-Z3xak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mhCy0IgobIw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XGbduoPa_-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s7l76OBSrcg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5yb2N3pnzt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Z8xvh9B1JZ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dN020llYLQU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lyZZdUUM_G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EoY46IjI_jM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2026年07月14日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https://www.youtube.com/watch?v=NgTO4NPt2Tg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HANA / ROSE - Performance in Times Square 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333,241  👍 19,100  💬 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いいね率5.7%と視聴者の支持が非常に高い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https://www.youtube.com/watch?v=ppJ1e7P4pu4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うひを出所いじりしたり何かとゆうひに責任を取らせようとするk4sen達に笑っちゃうのせさん、一ノ瀬社長のポンにざわつく一同ｗｗ【一ノ瀬うるは/千燈ゆうひ/k4sen/オボ/とおこ/ノリアキ/ぶいすぽ】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178,219  👍 1,961  💬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24:05  ·  📅 公開1時間前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https://www.youtube.com/watch?v=am9smS7NPYA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【タリバン支配】13歳で結婚させられた母、60歳で初めて夢を追う／映画『ハワの手習い』予告編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moviecollectionjp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37,902  👍 85  💬 8  📈+362.1%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2:05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前日比+362.1%の爆発的な伸び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https://www.youtube.com/watch?v=Xju1lb2gmXk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夜鷹 - Yodaka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Kenshi Yonezu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757,842  👍 32,241  💬 1,779  📈+155.0%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3:19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前日比+155.0%と急拡散中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https://www.youtube.com/watch?v=ZvQ3X0c-4dE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【要チェック】ポケモンチャンピオンズ新ルール『1位から10位の上位構築』を振り返る！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今日ポケch.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227,349  👍 2,765  💬 510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19:24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https://www.youtube.com/watch?v=4GqUIYG-jEA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映画『DIGGER／ディガー』オフィシャル予告｜2026年10月9日（金）全国ロードショー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ワーナー ブラザース 公式チャンネル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85,951  👍 746  💬 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2:36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https://www.youtube.com/watch?v=qFhspt7zsXg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Number_i - BUGS LIFE (Official Music Video)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Number_i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5,337,635  👍 64,079  💬 10,534  📈+302.8%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3:25  ·  📅 公開28時間前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前日比+302.8%の爆発的な伸び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https://www.youtube.com/watch?v=ROgv8KX8rS4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DREAMDAZE Ⅳ　7.12 SUN【モンスト公式】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2,839,925  👍 23,617  💬 451  📈+2.4%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11:05:08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https://www.youtube.com/watch?v=gRH4TN1jBsE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『踊る大捜査線 N.E.W. メトロポリスを駆け抜けろ！』本予告【9月18日(金)公開】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192,800  👍 4,601  💬 696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1:36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10万再生突破の話題作　いいね率2.4%と好評価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Brand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1,547,281  👍 64,957  💬 4,087  ⏱ 3:32  📅 公開28時間前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前日比+135.7%と急拡散中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https://www.youtube.com/watch?v=UZ4an60Zmvc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19,157,038  👍 157,924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【破壊力抜群のボケ炸裂】2024年名場面集「マユリカ100ボケ100ツッコミ」 #N…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佐久間宣行のNOBROCK TV  👁 15,911,078  👍 180,576  ⏱ 0:59  📅 2024-12-28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https://www.youtube.com/watch?v=ELfg_3rS-pE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12,783,358  👍 170,447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11,744,728  👍 186,073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11,536,709  👍 133,032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クオリティが高すぎて鳥肌が立つホラーゲーム『 狂い月 』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キヨ。  👁 24,824,231  👍 142,727  ⏱ 3:52:12  📅 2020-01-12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https://www.youtube.com/watch?v=G-gXirMbzFY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見たことの無い落ち方をする配信者#葉 #ゲーム実況 #切り抜き #onlyup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21,179,176  👍 381,493  ⏱ 0:38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感動のダブルスイカ‼️ #スイカゲーム #ゲーム実況 #サワヤンゲームズ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20,453,484  👍 362,249  ⏱ 0:59  📅 2023-12-22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全部ひっかかる人【しょぼんのアクション3D】 #ゲーム実況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19,810,119  👍 389,542  ⏱ 1:00  📅 2023-09-28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ヒカキンのスーパーマリオ3Dワールド実況 パート1【Nintendo Switc…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12,587,951  👍 42,643  ⏱ 42:29  📅 2021-03-27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160,901,684  👍 0  ⏱ 1:31  📅 2023-09-01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146,213,634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ピンポン玉チャレンジLv100【アニメ】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45,357,145  👍 169,244  ⏱ 0:22  📅 2026-06-08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39,410,487  👍 540,514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EGOIST『咲かせや咲かせ』Original Movie（劇場中編アニメ－ション『…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EGOIST Official YouTube Channel  👁 24,555,259  👍 127,238  ⏱ 3:21  📅 2021-12-26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https://www.youtube.com/watch?v=dN020llYLQU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7,381,001  👍 106,501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6,827,242  👍 119,651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シンクロ率100％だった映画『Michael』の裏側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6,085,039  👍 94,905  ⏱ 0:56  📅 2026-05-18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マイケル・ジャクソンが心から笑った瞬間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3,711,585  👍 65,805  ⏱ 0:41  📅 2026-05-24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3,709,583  👍 46,677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