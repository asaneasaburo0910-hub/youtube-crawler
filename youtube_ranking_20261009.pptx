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nrMgBjqj72s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HM-IKNFo_Y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aFEl2rGOGQ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yinGRwdiuc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zD0aESXVKXY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n3KS8eYzEC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KoEN4uhgAj0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tcrlzm962V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OoKgj5iakPI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Z_k0hvdXYj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JpP13Wp1ke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OBe-ehVPKKk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nd181QDq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CaqHOvgAnO0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2026年10月09日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https://www.youtube.com/watch?v=nrMgBjqj72s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配信者がめちゃくちゃ身バレして大事件になるホラーゲーム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1,737,880  👍 28,882  💬 2,344  📈+48.0%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3:35:00  ·  📅 公開39時間前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前日比+48.0%で着実に成長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https://www.youtube.com/watch?v=HM-IKNFo_YA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SILENT KILLA JOINT vs MU-TON：MC BATTLE MATSURI Vol.5 －新宿STYLE－【1on1ルール】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KING OF 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248,413  👍 7,826  💬 657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7:24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https://www.youtube.com/watch?v=aFEl2rGOGQA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モンストニュース[10/8]超究極「ボルカニカ」登場！獣神化「大黒天」の詳細発表！【モンスト公式】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593,113  👍 5,069  💬 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1:02:41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https://www.youtube.com/watch?v=yinGRwdiuck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SEASONS (feat. ayumi hamasaki)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AK-69 -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33,420  👍 1,246  💬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2:47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　いいね率3.7%と好評価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https://www.youtube.com/watch?v=zD0aESXVKXY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10時間の激闘の末、奇跡が起きました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541,153  👍 10,613  💬 1,102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1:15:57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50万再生の注目コンテンツ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https://www.youtube.com/watch?v=n3KS8eYzECw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本日公開❗『バイオハザード』＜15秒予告＞映画館で大ヒット上映中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160,328  👍 277  💬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0:16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https://www.youtube.com/watch?v=KoEN4uhgAj0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Eric.B.Jr - Hustler feat. X 1ark &amp; HIBIKI | 03- Performance | From Osaka | Prod by Lion Melo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03-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143,285  👍 5,484  💬 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https://www.youtube.com/watch?v=tcrlzm962VY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【ドラゴンボールZ ドッカンバトル】 ドッカンバトルニュース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Bandai Namco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190,638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15:30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https://www.youtube.com/watch?v=OoKgj5iakPI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特報「フェス・ゴジラⅡ 東京消失」/　Teaser Trailer: "Fest Godzilla II: Tokyo Vanishing"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Godzilla Channel ゴジラ（東宝特撮）チャンネル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68,535  👍 3,293  💬 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0:34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　いいね率4.8%と好評価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ずっと真夜中でいいのに。『あかねさす頃』MV (ZUTOMAYO - akanesasu)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350,275  👍 20,674  💬 1,215  ⏱ 3:32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いいね率5.9%と視聴者の支持が非常に高い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https://www.youtube.com/watch?v=Z_k0hvdXYjM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186,174,666  👍 395,813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Aşk-ı Memnu Canlı İzle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55,720,668  👍 33,858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19,165,366  👍 157,683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🔴AO VIVO: Bluey Episódios Completos em HD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16,740,000  👍 57,868  ⏱ 不明  📅 2026-01-13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12,786,358  👍 170,229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23,510,023  👍 414,228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19,852,758  👍 389,583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18,760,258  👍 258,669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月のクレーターをトイレにする男🌙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15,371,350  👍 206,663  ⏱ 1:04  📅 2026-06-10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13,568,188  👍 96,874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226,161,518  👍 1,237,910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168,074,275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153,090,662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アンパンマンたいそう （テレビサイズver.）［公式エンディングテーマ］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VAP OFFICIAL MUSIC CHANNEL  👁 128,920,745  👍 0  ⏱ 1:19  📅 2023-03-24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https://www.youtube.com/watch?v=CaqHOvgAnO0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59,044,841  👍 185,012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7,225,918  👍 108,660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6,964,431  👍 120,763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4,655,445  👍 24,655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3,832,772  👍 7,802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3,797,659  👍 47,102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