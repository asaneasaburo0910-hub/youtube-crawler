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バケツ100万杯の海底神殿の水をすべて抜くまで終われません！【マイクラ】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You!Joy!Parade!（Dance Practice Mo…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50万回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【マインクラフト】100本ノックでボールを連続キャッチできるまで終われません【日…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誰も見たことがない、新たな──『バイオハザード』＜予告＞10月9日（金）全国の映…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234万回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- グッタイム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162万回　👍 13万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