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image" Target="../media/image2.png"/><Relationship Id="rId4" Type="http://schemas.openxmlformats.org/officeDocument/2006/relationships/hyperlink" Target="https://www.youtube.com/watch?v=rl8wB80vu2M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image" Target="../media/image4.png"/><Relationship Id="rId4" Type="http://schemas.openxmlformats.org/officeDocument/2006/relationships/hyperlink" Target="https://www.youtube.com/watch?v=5lBX4kt4eUI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Relationship Id="rId3" Type="http://schemas.openxmlformats.org/officeDocument/2006/relationships/image" Target="../media/image6.png"/><Relationship Id="rId4" Type="http://schemas.openxmlformats.org/officeDocument/2006/relationships/hyperlink" Target="https://www.youtube.com/watch?v=pQI_b1odl1Y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png"/><Relationship Id="rId4" Type="http://schemas.openxmlformats.org/officeDocument/2006/relationships/hyperlink" Target="https://www.youtube.com/watch?v=GEldnLWOXlU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Relationship Id="rId3" Type="http://schemas.openxmlformats.org/officeDocument/2006/relationships/image" Target="../media/image10.png"/><Relationship Id="rId4" Type="http://schemas.openxmlformats.org/officeDocument/2006/relationships/hyperlink" Target="https://www.youtube.com/watch?v=dyzyY4qezW8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Relationship Id="rId3" Type="http://schemas.openxmlformats.org/officeDocument/2006/relationships/image" Target="../media/image12.png"/><Relationship Id="rId4" Type="http://schemas.openxmlformats.org/officeDocument/2006/relationships/hyperlink" Target="https://www.youtube.com/watch?v=rywOkzkQegE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Relationship Id="rId3" Type="http://schemas.openxmlformats.org/officeDocument/2006/relationships/image" Target="../media/image14.png"/><Relationship Id="rId4" Type="http://schemas.openxmlformats.org/officeDocument/2006/relationships/hyperlink" Target="https://www.youtube.com/watch?v=CE6VVjxwsQw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Relationship Id="rId3" Type="http://schemas.openxmlformats.org/officeDocument/2006/relationships/image" Target="../media/image16.png"/><Relationship Id="rId4" Type="http://schemas.openxmlformats.org/officeDocument/2006/relationships/hyperlink" Target="https://www.youtube.com/watch?v=hht6joL_W9U" TargetMode="Externa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Relationship Id="rId3" Type="http://schemas.openxmlformats.org/officeDocument/2006/relationships/image" Target="../media/image18.png"/><Relationship Id="rId4" Type="http://schemas.openxmlformats.org/officeDocument/2006/relationships/hyperlink" Target="https://www.youtube.com/watch?v=Cx1oNoLXf3I" TargetMode="Externa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Relationship Id="rId3" Type="http://schemas.openxmlformats.org/officeDocument/2006/relationships/image" Target="../media/image20.png"/><Relationship Id="rId4" Type="http://schemas.openxmlformats.org/officeDocument/2006/relationships/hyperlink" Target="https://www.youtube.com/watch?v=4HfAH746QJo" TargetMode="Externa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Relationship Id="rId3" Type="http://schemas.openxmlformats.org/officeDocument/2006/relationships/hyperlink" Target="https://www.youtube.com/watch?v=fBQOV3jiST0" TargetMode="External"/><Relationship Id="rId4" Type="http://schemas.openxmlformats.org/officeDocument/2006/relationships/image" Target="../media/image22.png"/><Relationship Id="rId5" Type="http://schemas.openxmlformats.org/officeDocument/2006/relationships/image" Target="../media/image23.jpg"/><Relationship Id="rId6" Type="http://schemas.openxmlformats.org/officeDocument/2006/relationships/hyperlink" Target="https://www.youtube.com/watch?v=9nXbYZL8V9E" TargetMode="External"/><Relationship Id="rId7" Type="http://schemas.openxmlformats.org/officeDocument/2006/relationships/image" Target="../media/image24.png"/><Relationship Id="rId8" Type="http://schemas.openxmlformats.org/officeDocument/2006/relationships/image" Target="../media/image25.jpg"/><Relationship Id="rId9" Type="http://schemas.openxmlformats.org/officeDocument/2006/relationships/hyperlink" Target="https://www.youtube.com/watch?v=i5TSvrhVH94" TargetMode="External"/><Relationship Id="rId10" Type="http://schemas.openxmlformats.org/officeDocument/2006/relationships/image" Target="../media/image26.png"/><Relationship Id="rId11" Type="http://schemas.openxmlformats.org/officeDocument/2006/relationships/image" Target="../media/image27.jpg"/><Relationship Id="rId12" Type="http://schemas.openxmlformats.org/officeDocument/2006/relationships/hyperlink" Target="https://www.youtube.com/watch?v=21eblauBPy8" TargetMode="External"/><Relationship Id="rId13" Type="http://schemas.openxmlformats.org/officeDocument/2006/relationships/image" Target="../media/image28.png"/><Relationship Id="rId14" Type="http://schemas.openxmlformats.org/officeDocument/2006/relationships/image" Target="../media/image29.jpg"/><Relationship Id="rId15" Type="http://schemas.openxmlformats.org/officeDocument/2006/relationships/hyperlink" Target="https://www.youtube.com/watch?v=fGaa5iluMIQ" TargetMode="External"/><Relationship Id="rId16" Type="http://schemas.openxmlformats.org/officeDocument/2006/relationships/image" Target="../media/image3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Relationship Id="rId3" Type="http://schemas.openxmlformats.org/officeDocument/2006/relationships/hyperlink" Target="https://www.youtube.com/watch?v=mhCy0IgobIw" TargetMode="External"/><Relationship Id="rId4" Type="http://schemas.openxmlformats.org/officeDocument/2006/relationships/image" Target="../media/image32.png"/><Relationship Id="rId5" Type="http://schemas.openxmlformats.org/officeDocument/2006/relationships/image" Target="../media/image33.jpg"/><Relationship Id="rId6" Type="http://schemas.openxmlformats.org/officeDocument/2006/relationships/hyperlink" Target="https://www.youtube.com/watch?v=XGbduoPa_-0" TargetMode="External"/><Relationship Id="rId7" Type="http://schemas.openxmlformats.org/officeDocument/2006/relationships/image" Target="../media/image34.png"/><Relationship Id="rId8" Type="http://schemas.openxmlformats.org/officeDocument/2006/relationships/image" Target="../media/image35.jpg"/><Relationship Id="rId9" Type="http://schemas.openxmlformats.org/officeDocument/2006/relationships/hyperlink" Target="https://www.youtube.com/watch?v=0cjKg-Z3xak" TargetMode="External"/><Relationship Id="rId10" Type="http://schemas.openxmlformats.org/officeDocument/2006/relationships/image" Target="../media/image36.png"/><Relationship Id="rId11" Type="http://schemas.openxmlformats.org/officeDocument/2006/relationships/image" Target="../media/image37.jpg"/><Relationship Id="rId12" Type="http://schemas.openxmlformats.org/officeDocument/2006/relationships/hyperlink" Target="https://www.youtube.com/watch?v=1JT-CjiNVok" TargetMode="External"/><Relationship Id="rId13" Type="http://schemas.openxmlformats.org/officeDocument/2006/relationships/image" Target="../media/image38.png"/><Relationship Id="rId14" Type="http://schemas.openxmlformats.org/officeDocument/2006/relationships/image" Target="../media/image39.jpg"/><Relationship Id="rId15" Type="http://schemas.openxmlformats.org/officeDocument/2006/relationships/hyperlink" Target="https://www.youtube.com/watch?v=kc5cQdoliwc" TargetMode="External"/><Relationship Id="rId16" Type="http://schemas.openxmlformats.org/officeDocument/2006/relationships/image" Target="../media/image4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Relationship Id="rId3" Type="http://schemas.openxmlformats.org/officeDocument/2006/relationships/hyperlink" Target="https://www.youtube.com/watch?v=1JrBFDwE-jo" TargetMode="External"/><Relationship Id="rId4" Type="http://schemas.openxmlformats.org/officeDocument/2006/relationships/image" Target="../media/image42.png"/><Relationship Id="rId5" Type="http://schemas.openxmlformats.org/officeDocument/2006/relationships/image" Target="../media/image43.jpg"/><Relationship Id="rId6" Type="http://schemas.openxmlformats.org/officeDocument/2006/relationships/hyperlink" Target="https://www.youtube.com/watch?v=OIBODIPC_8Y" TargetMode="External"/><Relationship Id="rId7" Type="http://schemas.openxmlformats.org/officeDocument/2006/relationships/image" Target="../media/image44.png"/><Relationship Id="rId8" Type="http://schemas.openxmlformats.org/officeDocument/2006/relationships/image" Target="../media/image45.jpg"/><Relationship Id="rId9" Type="http://schemas.openxmlformats.org/officeDocument/2006/relationships/hyperlink" Target="https://www.youtube.com/watch?v=gcgKUcJKxIs" TargetMode="External"/><Relationship Id="rId10" Type="http://schemas.openxmlformats.org/officeDocument/2006/relationships/image" Target="../media/image46.png"/><Relationship Id="rId11" Type="http://schemas.openxmlformats.org/officeDocument/2006/relationships/image" Target="../media/image47.jpg"/><Relationship Id="rId12" Type="http://schemas.openxmlformats.org/officeDocument/2006/relationships/hyperlink" Target="https://www.youtube.com/watch?v=-NFhRWhkp7I" TargetMode="External"/><Relationship Id="rId13" Type="http://schemas.openxmlformats.org/officeDocument/2006/relationships/image" Target="../media/image48.png"/><Relationship Id="rId14" Type="http://schemas.openxmlformats.org/officeDocument/2006/relationships/image" Target="../media/image49.jpg"/><Relationship Id="rId15" Type="http://schemas.openxmlformats.org/officeDocument/2006/relationships/hyperlink" Target="https://www.youtube.com/watch?v=ScWlFcYn_FI" TargetMode="External"/><Relationship Id="rId16" Type="http://schemas.openxmlformats.org/officeDocument/2006/relationships/image" Target="../media/image50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1.jpg"/><Relationship Id="rId3" Type="http://schemas.openxmlformats.org/officeDocument/2006/relationships/hyperlink" Target="https://www.youtube.com/watch?v=myP46pO9xsU" TargetMode="External"/><Relationship Id="rId4" Type="http://schemas.openxmlformats.org/officeDocument/2006/relationships/image" Target="../media/image52.png"/><Relationship Id="rId5" Type="http://schemas.openxmlformats.org/officeDocument/2006/relationships/image" Target="../media/image53.jpg"/><Relationship Id="rId6" Type="http://schemas.openxmlformats.org/officeDocument/2006/relationships/hyperlink" Target="https://www.youtube.com/watch?v=2a1YM7MCXng" TargetMode="External"/><Relationship Id="rId7" Type="http://schemas.openxmlformats.org/officeDocument/2006/relationships/image" Target="../media/image54.png"/><Relationship Id="rId8" Type="http://schemas.openxmlformats.org/officeDocument/2006/relationships/image" Target="../media/image55.jpg"/><Relationship Id="rId9" Type="http://schemas.openxmlformats.org/officeDocument/2006/relationships/hyperlink" Target="https://www.youtube.com/watch?v=OhHzzl4Z6qU" TargetMode="External"/><Relationship Id="rId10" Type="http://schemas.openxmlformats.org/officeDocument/2006/relationships/image" Target="../media/image56.png"/><Relationship Id="rId11" Type="http://schemas.openxmlformats.org/officeDocument/2006/relationships/image" Target="../media/image57.jpg"/><Relationship Id="rId12" Type="http://schemas.openxmlformats.org/officeDocument/2006/relationships/hyperlink" Target="https://www.youtube.com/watch?v=KWYewgdSAOI" TargetMode="External"/><Relationship Id="rId13" Type="http://schemas.openxmlformats.org/officeDocument/2006/relationships/image" Target="../media/image58.png"/><Relationship Id="rId14" Type="http://schemas.openxmlformats.org/officeDocument/2006/relationships/image" Target="../media/image59.jpg"/><Relationship Id="rId15" Type="http://schemas.openxmlformats.org/officeDocument/2006/relationships/hyperlink" Target="https://www.youtube.com/watch?v=HQDUEU-Zhyc" TargetMode="External"/><Relationship Id="rId16" Type="http://schemas.openxmlformats.org/officeDocument/2006/relationships/image" Target="../media/image60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920240"/>
            <a:ext cx="9144000" cy="118872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993392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rial Black"/>
              </a:rPr>
              <a:t>▶  YouTube トレンド ランキング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918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2026年05月20日  ·  急上昇 TOP 10 発表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#10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https://www.youtube.com/watch?v=rl8wB80vu2M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【Among Us#332】『ぬーん』大活躍！？初手から相方不在のピンチからの大逆転なるか！【ゆっくり実況】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めめんともり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64,000  👍 5,351  💬 272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19:00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公開-4時間で急上昇入り！　急上昇中の新興コンテンツ　いいね率8.4%と視聴者の支持が非常に高い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#9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https://www.youtube.com/watch?v=5lBX4kt4eUI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日向坂46『円周率』MUSIC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日向坂46 OFFICIAL YouTube CHANNEL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337,895  👍 17,025  💬 4,239  📈+37.7%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4:11  ·  📅 公開38時間前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10万再生突破の話題作　前日比+37.7%で着実に成長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#8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https://www.youtube.com/watch?v=pQI_b1odl1Y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『暴走AI』が襲ってくる世界でエンドラ討伐【マイクラ】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ドズル社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370,060  👍 10,996  💬 404  📈+310.1%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1:17:09  ·  📅 公開17時間前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公開17時間で急上昇入り！　10万再生突破の話題作　前日比+310.1%の爆発的な伸び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#7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https://www.youtube.com/watch?v=GEldnLWOXlU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SEKAI NO OWARI「Fight Music」〜「インスタントラジオ」 from 「Twilight City」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SEKAI NO OWARI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102,364  👍 10,603  💬 834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11:23  ·  📅 公開16時間前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公開16時間で急上昇入り！　10万再生突破の話題作　いいね率10.4%と視聴者の支持が非常に高い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#6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https://www.youtube.com/watch?v=dyzyY4qezW8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誰も予想できない展開へ。恋の告白をする観察4日目『トモダチコレクションわくわく生活』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ちろぴの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109,731  👍 4,847  💬 190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54:20  ·  📅 公開-4時間前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公開-4時間で急上昇入り！　10万再生突破の話題作　いいね率4.4%と好評価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https://www.youtube.com/watch?v=rywOkzkQegE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映画『君と花火と約束と』本予告【7月17日(金)公開】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SHOCHIKU animeチャンネル【公式】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33,669  👍 2,465  💬 45  📈+133.7%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1:01  ·  📅 公開29時間前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公開1日で急上昇　急上昇中の新興コンテンツ　前日比+133.7%と急拡散中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FFFFFF"/>
                </a:solidFill>
                <a:latin typeface="Arial Black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https://www.youtube.com/watch?v=CE6VVjxwsQw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天国 - Mrs. GREEN APPLE / 町田ちま(Cover)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町田ちま【にじさんじ】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Arial"/>
              </a:rPr>
              <a:t>👁 199,904  👍 24,937  💬 657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5:30  ·  📅 公開16時間前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公開16時間で急上昇入り！　10万再生突破の話題作　いいね率12.5%と視聴者の支持が非常に高い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https://www.youtube.com/watch?v=hht6joL_W9U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【新章】10日でX帯に到達したFPS元プロが初の認定戦に挑んだ結果…【スプラ10日目】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GON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D7F32"/>
                </a:solidFill>
                <a:latin typeface="Arial"/>
              </a:rPr>
              <a:t>👁 169,925  👍 4,826  💬 761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41:26  ·  📅 公開0時間前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公開0時間で急上昇入り！　10万再生突破の話題作　いいね率2.8%と好評価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91440"/>
            <a:ext cx="182880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48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960120"/>
            <a:ext cx="3657600" cy="2057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3090672"/>
            <a:ext cx="1005840" cy="10058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417320" y="3246120"/>
            <a:ext cx="2606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https://www.youtube.com/watch?v=Cx1oNoLXf3I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60520" y="777240"/>
            <a:ext cx="46634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まさかの全編「犬」視点、世界注目の異色ホラー　映画『GOOD BOY／グッド・ボーイ』予告編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60520" y="2331720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📺  シネマトゥデイ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60520" y="2670048"/>
            <a:ext cx="466344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1">
                <a:solidFill>
                  <a:srgbClr val="C0C0C0"/>
                </a:solidFill>
                <a:latin typeface="Arial"/>
              </a:rPr>
              <a:t>👁 157,122  👍 4,615  💬 520  📈+1210.7%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60520" y="3035808"/>
            <a:ext cx="46634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AAAAAA"/>
                </a:solidFill>
                <a:latin typeface="Arial"/>
              </a:rPr>
              <a:t>⏱ 1:11  ·  📅 公開21時間前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160520"/>
            <a:ext cx="85039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9B0"/>
                </a:solidFill>
                <a:latin typeface="Arial"/>
              </a:rPr>
              <a:t>💡 公開21時間で急上昇入り！　10万再生突破の話題作　前日比+1210.7%の爆発的な伸び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80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29200"/>
            <a:ext cx="91440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09728"/>
            <a:ext cx="9144000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600" b="1">
                <a:solidFill>
                  <a:srgbClr val="FFD700"/>
                </a:solidFill>
                <a:latin typeface="Arial Black"/>
              </a:rPr>
              <a:t>🏆  NO. 1 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1024128"/>
            <a:ext cx="4572000" cy="2569464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0" y="3639312"/>
            <a:ext cx="1005840" cy="1005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74320" y="3657600"/>
            <a:ext cx="7406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u="sng">
                <a:solidFill>
                  <a:srgbClr val="FFFFFF"/>
                </a:solidFill>
                <a:latin typeface="Arial"/>
                <a:hlinkClick r:id="rId4"/>
              </a:rPr>
              <a:t>櫻坂46『Lonesome rabbit』 MUSIC VIDEO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4160520"/>
            <a:ext cx="740664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 b="0">
                <a:solidFill>
                  <a:srgbClr val="FFD700"/>
                </a:solidFill>
                <a:latin typeface="Arial"/>
              </a:rPr>
              <a:t>👁 610,681  👍 32,161  💬 12,325  ⏱ 4:10  📅 公開36時間前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4498848"/>
            <a:ext cx="74066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EC9B0"/>
                </a:solidFill>
                <a:latin typeface="Arial"/>
              </a:rPr>
              <a:t>💡 公開1日で急上昇　50万再生の注目コンテンツ　前日比+57.3%と急拡散中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4828032"/>
            <a:ext cx="74066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700" b="0">
                <a:solidFill>
                  <a:srgbClr val="AAAAAA"/>
                </a:solidFill>
                <a:latin typeface="Arial"/>
              </a:rPr>
              <a:t>https://www.youtube.com/watch?v=4HfAH746QJo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🎬 エンタメ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いや勝つんかいw　 #おもしろ #エンタメ #ネタ #バズれ #shorts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19,145,532  👍 158,080  ⏱ 0:10  📅 2025-08-09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https://www.youtube.com/watch?v=fBQOV3jiST0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無反応挑戦　w#おもしろ＃おもしろ動画＃エンタメ#お笑い#バラエティ#テレビ#バズれ…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ネタ秒  👁 14,609,616  👍 41,782  ⏱ 0:17  📅 2025-09-26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https://www.youtube.com/watch?v=9nXbYZL8V9E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クビの真相は？【GOKKO】【ごっこ倶楽部】【企業研究】【エンタメ業界】【IT業界】…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ごっこ倶楽部のウラ垢 - STUDIO GOKKO -  👁 12,780,933  👍 170,570  ⏱ 1:28  📅 2025-04-14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https://www.youtube.com/watch?v=i5TSvrhVH94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狩野英孝のマイクラ実況が面白いwww#エンタメ #マイクラ #狩野英孝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はるえもん  👁 11,691,543  👍 185,381  ⏱ 1:33  📅 2025-07-05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https://www.youtube.com/watch?v=21eblauBPy8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ネプリーグ放送事故w #おもしろ #面白い #テレビ #エンタメ #お笑い #芸人 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やっさん2  👁 11,458,791  👍 132,161  ⏱ 0:18  📅 2025-11-01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https://www.youtube.com/watch?v=fGaa5iluMIQ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🎮 ゲーム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感動のダブルスイカ‼️ #スイカゲーム #ゲーム実況 #サワヤンゲームズ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にこみチャンネル  👁 20,445,831  👍 362,580  ⏱ 0:59  📅 2023-12-22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https://www.youtube.com/watch?v=mhCy0IgobIw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全部ひっかかる人【しょぼんのアクション3D】 #ゲーム実況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19,796,440  👍 389,823  ⏱ 1:00  📅 2023-09-28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https://www.youtube.com/watch?v=XGbduoPa_-0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見たことの無い落ち方をする配信者#葉 #ゲーム実況 #切り抜き #onlyup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葉ちゅべ  👁 18,317,623  👍 348,321  ⏱ 0:38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https://www.youtube.com/watch?v=0cjKg-Z3xak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デビルレベルpart9 #switch2 #ゲーム実況 #shorts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ぐりげんの南極第二拠点  👁 16,594,797  👍 195,501  ⏱ 1:02  📅 2025-08-18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https://www.youtube.com/watch?v=1JT-CjiNVok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アドリブ入れちゃった【リズム天国ゴールド】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タン  👁 11,590,870  👍 274,594  ⏱ 0:45  📅 2024-10-23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https://www.youtube.com/watch?v=kc5cQdoliwc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✨ アニメ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いえでマネしないでね！@MashaBearJAPAN #Shorts #マーシャとく…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マーシャとくま - Masha and the Bear Japan  👁 1,734,026,341  👍 13,555,521  ⏱ 0:53  📅 2023-12-30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https://www.youtube.com/watch?v=1JrBFDwE-jo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YOASOBI「勇者」 Official Music Video／TVアニメ『葬送の…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Ayase / YOASOBI  👁 214,090,668  👍 1,206,149  ⏱ 3:24  📅 2023-09-29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https://www.youtube.com/watch?v=OIBODIPC_8Y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TVアニメ『呪術廻戦』第2期「懐玉・玉折」ノンクレジットOPムービー／OPテーマ：キ…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TOHO animation チャンネル  👁 140,295,682  👍 0  ⏱ 1:31  📅 2023-07-07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https://www.youtube.com/watch?v=gcgKUcJKxIs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Mrs. GREEN APPLE「ライラック」MV - TVアニメ『忘却バッテリー』…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Mrs. GREEN APPLE  👁 52,435,366  👍 179,828  ⏱ 4:53  📅 2024-07-04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https://www.youtube.com/watch?v=-NFhRWhkp7I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アイナ・ジ・エンド / 革命道中 - On The Way × TVアニメ『ダンダダ…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アイナ・ジ・エンド Official  👁 42,787,781  👍 184,790  ⏱ 3:22  📅 2025-08-20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https://www.youtube.com/watch?v=ScWlFcYn_FI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3716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Arial Black"/>
              </a:rPr>
              <a:t>🍿 映画 人気動画 TOP 5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749808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749808"/>
            <a:ext cx="1737360" cy="97840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194560" y="786384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FFD700"/>
                </a:solidFill>
                <a:latin typeface="Arial Black"/>
              </a:rPr>
              <a:t>#1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786384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3"/>
              </a:rPr>
              <a:t>ってるワイフ#film #映画レビュー #映画紹介 #映画 #映画解説 #ドラマ #…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804672"/>
            <a:ext cx="685800" cy="6858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697480" y="1207008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slin映画館  👁 7,366,813  👍 106,532  ⏱ 2:59  📅 2025-06-30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97480" y="1389888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https://www.youtube.com/watch?v=myP46pO9xsU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627632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image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20040" y="1627632"/>
            <a:ext cx="1737360" cy="978408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194560" y="1664208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0C0C0"/>
                </a:solidFill>
                <a:latin typeface="Arial Black"/>
              </a:rPr>
              <a:t>#2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97480" y="1664208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6"/>
              </a:rPr>
              <a:t>歌舞伎町タワーの日本一高い映画館「109シネマズプレミアム新宿」を正直レビュー！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46720" y="1682496"/>
            <a:ext cx="685800" cy="6858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97480" y="2084832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正直レビュー 🍰🍛  👁 6,795,196  👍 119,438  ⏱ 1:00  📅 2025-03-15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97480" y="2267712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https://www.youtube.com/watch?v=2a1YM7MCXng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505456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9" name="Picture 18" descr="image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040" y="2505456"/>
            <a:ext cx="1737360" cy="97840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2194560" y="2542032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CD7F32"/>
                </a:solidFill>
                <a:latin typeface="Arial Black"/>
              </a:rPr>
              <a:t>#3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97480" y="25420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9"/>
              </a:rPr>
              <a:t>市川團十郎が語る映画「国宝」の率直な感想と歌舞伎への想い</a:t>
            </a:r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046720" y="2560320"/>
            <a:ext cx="685800" cy="68580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2697480" y="2962656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KABUKU. / 市川團十郎。  👁 3,488,220  👍 45,034  ⏱ 17:48  📅 2025-07-12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97480" y="3145536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https://www.youtube.com/watch?v=OhHzzl4Z6qU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383280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image.jp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20040" y="3383280"/>
            <a:ext cx="1737360" cy="978408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2194560" y="3419856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97480" y="3419856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2"/>
              </a:rPr>
              <a:t>名作映画を見た感想を嘘ついてる奴は誰だ！映画人狼バトル開始！</a:t>
            </a:r>
          </a:p>
        </p:txBody>
      </p:sp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046720" y="3438144"/>
            <a:ext cx="685800" cy="6858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2697480" y="3840480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東海オンエア  👁 3,331,476  👍 29,835  ⏱ 34:45  📅 2024-09-26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697480" y="4023360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https://www.youtube.com/watch?v=KWYewgdSAOI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4261104"/>
            <a:ext cx="8595360" cy="804672"/>
          </a:xfrm>
          <a:prstGeom prst="rect">
            <a:avLst/>
          </a:prstGeom>
          <a:solidFill>
            <a:srgbClr val="1E1E1E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image.jp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20040" y="4261104"/>
            <a:ext cx="1737360" cy="978408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2194560" y="4297680"/>
            <a:ext cx="548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500" b="1">
                <a:solidFill>
                  <a:srgbClr val="AAAAAA"/>
                </a:solidFill>
                <a:latin typeface="Arial Black"/>
              </a:rPr>
              <a:t>#5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697480" y="4297680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u="sng">
                <a:solidFill>
                  <a:srgbClr val="FFFFFF"/>
                </a:solidFill>
                <a:latin typeface="Arial"/>
                <a:hlinkClick r:id="rId15"/>
              </a:rPr>
              <a:t>ディズニー１００周年のゴミ『ウィッシュ』レビュー</a:t>
            </a:r>
          </a:p>
        </p:txBody>
      </p:sp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8046720" y="4315968"/>
            <a:ext cx="685800" cy="685800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697480" y="4718304"/>
            <a:ext cx="5212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>
                <a:solidFill>
                  <a:srgbClr val="AAAAAA"/>
                </a:solidFill>
                <a:latin typeface="Arial"/>
              </a:rPr>
              <a:t>📺 ホッカイロレン  👁 3,264,646  👍 43,202  ⏱ 12:56  📅 2023-12-19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697480" y="4901184"/>
            <a:ext cx="52120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700" b="0">
                <a:solidFill>
                  <a:srgbClr val="666666"/>
                </a:solidFill>
                <a:latin typeface="Arial"/>
              </a:rPr>
              <a:t>https://www.youtube.com/watch?v=HQDUEU-Zhyc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