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vQ9UFb1E2Go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FXazPEsG5Oc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3TUWvc5cfRU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REA6cv8IZqc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SkIE2hq2bf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L7ri_UYNljo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-KIx0i0Edd0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3lOsboT-IW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uoHD2_PzTME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3C0EOqt7sqA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9nXbYZL8V9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7l76OBSrc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4cpyl0ffMJc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2MzSLqlLIs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lyZZdUUM_G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TYHa-sSFa_s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2026年07月19日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https://www.youtube.com/watch?v=vQ9UFb1E2Go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【まとめ】やばすぎる三姉妹に出会って家族ができる叶ｗｗｗ（VCR RUST）【叶/にじさんじ切り抜き】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白瀬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109,162  👍 2,178  💬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29:25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https://www.youtube.com/watch?v=FXazPEsG5Oc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F.A.C.E. / キタニタツヤ - F.A.C.E. / Tatsuya Kitani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キタニタツヤ / Tatsuya Kitani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126,837  👍 10,712  💬 502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2:31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いいね率8.4%と視聴者の支持が非常に高い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https://www.youtube.com/watch?v=3TUWvc5cfRU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機械に任せて寝てるだけの簡単な仕事だと思ってた【秋葉原のガチャショップシミュレーター】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牛沢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342,731  👍 16,666  💬 1,978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43:20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いいね率4.9%と好評価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https://www.youtube.com/watch?v=REA6cv8IZqc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原因は自分にある。 「火宴」MUSIC VIDEO（TVアニメ『鉄鍋のジャン！』オープニング主題歌)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原因は自分にある。Official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97,517  👍 11,844  💬 1,795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3:29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いいね率12.1%と視聴者の支持が非常に高い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https://www.youtube.com/watch?v=SkIE2hq2bfU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極限無人島サバイバル【マイクラ】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364,159  👍 11,684  💬 362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1:07:33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いいね率3.2%と好評価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https://www.youtube.com/watch?v=L7ri_UYNljo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B&amp;ZAI【Ready for B&amp;ZAI】LIVE TOUR 2026 -ROCK’N’DOL-in日本武道館より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286,769  👍 11,745  💬 9,851  📈+97.6%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4:38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前日比+97.6%と急拡散中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https://www.youtube.com/watch?v=-KIx0i0Edd0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【VCR Rust】ボソボソ海賊団 【喉警戒】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846,183  👍 9,010  💬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10:02:17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https://www.youtube.com/watch?v=3lOsboT-IWU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 マイオンリー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3,980,397  👍 62,034  💬 5,827  📈+192.0%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4:00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前日比+192.0%と急拡散中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https://www.youtube.com/watch?v=uoHD2_PzTME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【#にじ甲2026】フィジアカ２年目秋から 全てを破壊する【ローレン・イロアス/にじさんじ】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ローレン・イロアス / Lauren Iroas【にじさんじ】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509,017  👍 6,488  💬 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9:17:41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You!Joy!Parade! (Official Music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2,367,052  👍 95,815  💬 10,105  ⏱ 3:47  📅 公開34時間前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前日比+99.8%と急拡散中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https://www.youtube.com/watch?v=3C0EOqt7sqA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22,249,768  👍 55,778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19,158,655  👍 157,912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14,609,880  👍 41,709  ⏱ 0:17  📅 2025-09-26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11,748,067  👍 186,119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11,539,733  👍 133,056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21,264,906  👍 382,668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20,454,272  👍 362,227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19,812,428  👍 389,550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16,603,538  👍 195,171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ヒカキンのスーパーマリオ3Dワールド実況 パート1【Nintendo Switc…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12,597,336  👍 42,658  ⏱ 42:29  📅 2021-03-27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219,124,109  👍 1,220,310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217,627,908  👍 2,026,089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146,741,159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【♪うたアニメ】やさいのうた〈うた：いっちー＆なる〉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88,665,988  👍 38,661  ⏱ 1:36  📅 2021-11-27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https://www.youtube.com/watch?v=4cpyl0ffMJc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55,358,682  👍 182,344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7,382,504  👍 106,507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6,829,953  👍 119,662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【残酷】衝撃の妊娠・出産アニメ3選 #shorts #アニメ #紹介 #感想 #an…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6,466,709  👍 95,170  ⏱ 0:47  📅 2025-03-01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シンクロ率100％だった映画『Michael』の裏側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6,200,125  👍 96,554  ⏱ 0:56  📅 2026-05-18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【コメ欄有益】まだ見てない人がガチで羨ましい神映画挙げてけw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2ch映画通信  👁 4,476,692  👍 151,198  ⏱ 2:05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https://www.youtube.com/watch?v=TYHa-sSFa_s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