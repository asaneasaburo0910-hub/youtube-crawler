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RH7x7R5nizU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1Q-bdbhqAqI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659YxWs0AjQ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-WIyGsIMIr0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VexlWE-N5bU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yqViwp_5M4w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a1b50_ht97c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ou4lp_3te9U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HP5wg0kTh54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KsHKaP50FBE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RHUauMcYlX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P8QordVAUyU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y_fYd3ZwPE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9nXbYZL8V9E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ytBtKVEAmGQ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CJ1A1aYvTe4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2pECnr5MNuU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PkDfrVdCwC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4cpyl0ffMJc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v8bZVdTgXoY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O2MzSLqlLIs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lyZZdUUM_G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KWYewgdSAOI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2026年07月03日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https://www.youtube.com/watch?v=RH7x7R5nizU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SUPER EIGHT - 再咲 [Official Music Video]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Storm Labels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44,010  👍 0  💬 1,318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3:54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急上昇中の新興コンテンツ　コメント1000件超と議論が活発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https://www.youtube.com/watch?v=1Q-bdbhqAqI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1人で新作リズム天国を先行プレイして俺より壊れてる奴いんの？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1,418,262  👍 43,203  💬 4,121  📈+59.1%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1:40:35  ·  📅 公開35時間前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前日比+59.1%と急拡散中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https://www.youtube.com/watch?v=659YxWs0AjQ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いま、大いなる力が目覚める――🕷『スパイダーマン：ブランド・ニュー・デイ』＜60秒予告＞7月31日（金）日米同時公開！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ソニー・ピクチャーズ 映画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77,519  👍 2,111  💬 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1:01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急上昇中の新興コンテンツ　いいね率2.7%と好評価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https://www.youtube.com/watch?v=-WIyGsIMIr0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Kvi Baba - BPM feat. KREVA / THE FIRST 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739,999  👍 23,176  💬 1,014  📈+106.4%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3:26  ·  📅 公開31時間前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前日比+106.4%と急拡散中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https://www.youtube.com/watch?v=VexlWE-N5bU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モンストニュース[7/2]激・獣神祭に新限定キャラクター「アルカ」が登場！「サッカー日本代表」との期間限定イベント開催！新黎絶やアップデート情報などモンストの最新情報をお届けします！【モンスト公式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モンスト（モンスターストライク）公式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315,112  👍 3,917  💬 263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39:01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https://www.youtube.com/watch?v=yqViwp_5M4w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【予告2】劇場版『TOKYO MER～走る緊急救命室～CAPITAL CRISIS』《8月21日(金)公開》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435,462  👍 5,586  💬 351  📈+349.9%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1:31  ·  📅 公開22時間前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公開22時間で急上昇入り！　10万再生突破の話題作　前日比+349.9%の爆発的な伸び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https://www.youtube.com/watch?v=a1b50_ht97c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BE:FIRST / Missing -Behind The Scenes-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183,805  👍 23,447  💬 843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1:36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いいね率12.8%と視聴者の支持が非常に高い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https://www.youtube.com/watch?v=ou4lp_3te9U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【4人】「全員一致ゲーム＆全員不一致ゲーム」で連続目指したら地獄でした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レトルト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343,570  👍 12,437  💬 854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52:53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いいね率3.6%と好評価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https://www.youtube.com/watch?v=HP5wg0kTh54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『劇場版 薬屋のひとりごと 亡妃の秘宝』予告｜2026年12月11日（金）公開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TOHO animation 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121,521  👍 11,257  💬 371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0:52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10万再生突破の話題作　いいね率9.3%と視聴者の支持が非常に高い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EBiDAN(恵比寿学園男子部) 「Yes! 東京」 MUSIC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1,306,599  👍 57,003  💬 5,803  ⏱ 5:30  📅 公開11時間前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100万再生超の大ヒット　いいね率4.4%と好評価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https://www.youtube.com/watch?v=KsHKaP50FBE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19,154,564  👍 157,962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🔴LIVE: 24 HOURS+ Bluey Episodes in HD! ✨ 💙…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19,062,538  👍 48,367  ⏱ 不明  📅 2026-04-02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[🔴LIVE]  깔깔티비 💫1박2일💫 화질UP 🔥24시간 무한 스트리밍🔥 ㅣ…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18,070,284  👍 10,449  ⏱ 不明  📅 2025-04-07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El Chavo del 8 EN VIVO 24/7 🔴 Maratón de t…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15,418,758  👍 53,988  ⏱ 不明  📅 2025-12-25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14,609,811  👍 41,730  ⏱ 0:17  📅 2025-09-26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21,051,217  👍 379,823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20,452,033  👍 362,304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19,807,244  👍 389,604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ホラーゲームを全力で楽しむ男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キシタク店長-DVR-  👁 17,279,339  👍 540,905  ⏱ 1:00  📅 2022-10-19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https://www.youtube.com/watch?v=ytBtKVEAmGQ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崩れる時は一瞬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ひろちんくん  👁 16,778,587  👍 292,641  ⏱ 0:58  📅 2023-06-11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https://www.youtube.com/watch?v=CJ1A1aYvTe4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TVアニメ「ダンベル何キロ持てる？」OPテーマ Muscle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KADOKAWAanime  👁 282,793,943  👍 791,728  ⏱ 1:44  📅 2019-07-11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https://www.youtube.com/watch?v=2pECnr5MNuU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映画「アンパンマンが生まれた日」【アンパンマンアニメ公式】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それいけ!アンパンマン【アニメ公式】  👁 149,135,463  👍 0  ⏱ 11:16  📅 2021-02-18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https://www.youtube.com/watch?v=PkDfrVdCwCs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145,078,751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【♪うたアニメ】やさいのうた〈うた：いっちー＆なる〉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ボンボンアカデミー  👁 87,496,803  👍 38,138  ⏱ 1:36  📅 2021-11-27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https://www.youtube.com/watch?v=4cpyl0ffMJc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TVアニメ『呪術廻戦』ノンクレジットOPムービー／OPテーマ：Eve「廻廻奇譚」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75,634,397  👍 0  ⏱ 1:31  📅 2020-10-03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https://www.youtube.com/watch?v=v8bZVdTgXoY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6,821,747  👍 119,620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【残酷】衝撃の妊娠・出産アニメ3選 #shorts #アニメ #紹介 #感想 #an…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ゆっくりアニメ  👁 6,321,081  👍 93,499  ⏱ 0:47  📅 2025-03-01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https://www.youtube.com/watch?v=O2MzSLqlLIs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シンクロ率100％だった映画『Michael』の裏側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5,621,822  👍 88,950  ⏱ 0:56  📅 2026-05-18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3,685,960  👍 46,533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名作映画を見た感想を嘘ついてる奴は誰だ！映画人狼バトル開始！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3,429,660  👍 30,211  ⏱ 34:45  📅 2024-09-26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