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p67W66bny9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UNRVyCBZl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0JhhNI25oa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wLUSUckR9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P_QNG1al3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1X8NXI6iU7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VdDPPWb5cF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Qd6_Hvd87JA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JObfZSbzAw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T5XyATc-Z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-rilWEHxlD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oodunTw0k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GPAXsz8L7E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gJhW-zRy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https://www.youtube.com/watch?v=p67W66bny94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ATEEZ(에이티즈) - 'BAD (Japanese Ver.)'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KQ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422,721  👍 62,150  💬 2,497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いいね率14.7%と視聴者の支持が非常に高い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https://www.youtube.com/watch?v=AUNRVyCBZlA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がんばれゴエモン大集合！ 】クリアまで！シリーズ完全初見！がんばれゴエモン2 奇天烈将軍マッギネス🪭王覇山、初挑戦。（ シリーズ40周年記念 ）【 にじさんじ┊︎葉山舞鈴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葉山舞鈴 / Ohayama 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125,125  👍 1,969  💬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9:05:35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https://www.youtube.com/watch?v=0JhhNI25oaM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「SとX」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29,610  👍 721  💬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2:05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https://www.youtube.com/watch?v=hwLUSUckR9E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大人になったら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TOMOO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46,035  👍 2,003  💬 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3:43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いいね率4.4%と好評価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https://www.youtube.com/watch?v=6P_QNG1al3Q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【ホロドリ】ぺこマリで水着ガチャバトル！水着コンプリートできるのはどっちだ！！【ホロライブ/宝鐘マリン・兎田ぺこら】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530,902  👍 18,520  💬 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2:19:01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50万再生の注目コンテンツ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https://www.youtube.com/watch?v=1X8NXI6iU7k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映画『RYUJI 竜二』ロング予告【10.30 fri 全国公開】🕶️🚬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映画・ドラマ情報　カルチュア・エンタテインメント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185,195  👍 8,365  💬 286  📈+370.5%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1:34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前日比+370.5%の爆発的な伸び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https://www.youtube.com/watch?v=VdDPPWb5cF8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好き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星野源 Gen Hoshino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73,652  👍 5,608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いいね率7.6%と視聴者の支持が非常に高い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https://www.youtube.com/watch?v=Qd6_Hvd87JA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初RUSTでパニックになるもかに爆笑、陰キャオタクにモテると言われ強がる（？）のせさん、全員で褒めまくるゆふなファームの成功に爆笑するひなーの達ｗｗ【VCR RUST/橘ひなの/ぶいすぽ】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107,184  👍 1,266  💬 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31:46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https://www.youtube.com/watch?v=jJObfZSbzAw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Apex Legends: Marked Gameplay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Apex Legends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322,045  👍 12,106  💬 1,115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2:12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GO GHOST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169,582  👍 11,319  💬 606  ⏱ 2:51  📅 公開5時間前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いいね率6.7%と視聴者の支持が非常に高い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https://www.youtube.com/watch?v=gT5XyATc-Z8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24,039,649  👍 59,904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19,161,556  👍 157,877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14,609,925  👍 41,696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11,756,824  👍 186,220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11,547,041  👍 133,109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21,663,865  👍 388,054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20,455,948  👍 362,155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19,818,735  👍 389,571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遠足に行ったらカラフルなバケモノがいるロブロックス😨『レインボーフレンズ２』【 RO…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ちろぴの  👁 16,259,029  👍 66,943  ⏱ 21:58  📅 2023-06-05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https://www.youtube.com/watch?v=-rilWEHxlDI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14,757,474  👍 138,994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282,860,609  👍 791,800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162,279,220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66,369,563  👍 230,640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40,668,864  👍 547,330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TVアニメ『ダンダダン』HAYASii「Hunting Soul」【lyric vi…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34,122,824  👍 471,552  ⏱ 4:04  📅 2025-08-08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6,835,743  👍 119,693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6,550,403  👍 96,024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6,432,647  👍 99,761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世にも奇妙な物語 2007 秋の特別編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1分シネマ365  👁 4,902,177  👍 67,382  ⏱ 2:06  📅 2026-07-21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https://www.youtube.com/watch?v=yGPAXsz8L7E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4,299,015  👍 89,303  ⏱ 3:00  📅 2025-06-20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