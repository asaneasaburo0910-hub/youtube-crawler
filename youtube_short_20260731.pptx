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2026年07月31日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『THE RIBBON HERO リボンヒーロー』第3弾予告公開 / 2026年…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TWIN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2万回　👍 696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【original MV】BooooM!!!【hololive/宝鐘マリン】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Marine Ch. 宝鐘マリン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VCT Pacific 2026 : STAGE 2 - DAY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VALORANT //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52万回　👍 2,955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RAMAYANA - Official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Sony Pictures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1013万回　👍 29万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≒JOY（ニアリーイコールジョイ）/ 5th Single c/w『わたし注意報…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NEARLY EQUAL JOY ニアリーイコールジョイ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13万回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