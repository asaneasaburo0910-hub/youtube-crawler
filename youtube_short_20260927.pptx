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【地獄】アヌビスが無双しすぎた伝説の配信【パズドラ】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297万回　👍 7,520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–「Shine with U」from LIVE DVD/BD…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MONST FREAK 2026 [9.26]【モンスト公式】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210万回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アニメ「コードギアス 星追いのアスパル」ティザーPV｜Official Teas…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コードギアスチャンネル CODEGEASS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308万回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ACEes「Colors」Music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45万回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