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Hs9C9XdZbi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p-PpwERgl5s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8vKdDA1owY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xOBpzWbKXK4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u7a1iNmX6-E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Q1s93-kSQ5M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UcJqa2vIPwY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7KACDlmRaMQ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OwgvFefFAVA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T55qxLy38q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k3pCB0OwN1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mEAhcCWMAa4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-gJhW-zRyz8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2026年09月14日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https://www.youtube.com/watch?v=Hs9C9XdZbiQ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使用可能キャラがたった３人しかいない無双できないクソゲー【真・三國無双DS ファイターズバトル】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572,354  👍 6,093  💬 692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18:06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https://www.youtube.com/watch?v=p-PpwERgl5s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Number_i  「BUGS LIFE(Official Music Video) Behind The Scenes」Teaser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Number_i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116,512  👍 16,932  💬 517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いいね率14.5%と視聴者の支持が非常に高い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https://www.youtube.com/watch?v=8vKdDA1owY8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初日にSレア妖怪を引き当ててしまいました...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562,116  👍 8,426  💬 574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50:03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https://www.youtube.com/watch?v=xOBpzWbKXK4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BLACK OUT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Naniwa Danshi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44,175  👍 4,815  💬 542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3:45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いいね率10.9%と視聴者の支持が非常に高い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https://www.youtube.com/watch?v=u7a1iNmX6-E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Apex Legends Global Series Year 6：Split 2 【APAC North Pro League Regional Finals】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esports_RAGE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532,780  👍 1,728  💬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4:59:49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https://www.youtube.com/watch?v=Q1s93-kSQ5M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映画『八つ墓村』特別主題歌予告【9月18日(金)全国公開】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松竹チャンネル/SHOCHIKUch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72,811  👍 1,114  💬 88  📈+48.6%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0:56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急上昇中の新興コンテンツ　前日比+48.6%で着実に成長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https://www.youtube.com/watch?v=UcJqa2vIPwY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セレナーデ Cover / Gero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Gero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219,504  👍 13,991  💬 2,823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3:37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いいね率6.4%と視聴者の支持が非常に高い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https://www.youtube.com/watch?v=7KACDlmRaMQ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【日本語実況】UFA 2026 - Day 2「CAPCOM Pro Tour 2026 Premier」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1,245,549  👍 4,685  💬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9:18:58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https://www.youtube.com/watch?v=OwgvFefFAVA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NCT WISH 엔시티 위시 'I SPY' Trailer Part 1. Confused Boy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NCT WISH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128,252  👍 15,564  💬 1,846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2:10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いいね率12.1%と視聴者の支持が非常に高い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時空超えてユニバース (Official Teaser)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386,723  👍 26,302  💬 1,667  ⏱ 0:12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いいね率6.8%と視聴者の支持が非常に高い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https://www.youtube.com/watch?v=T55qxLy38q8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32,928,927  👍 80,329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19,165,079  👍 157,737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11,799,425  👍 186,778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11,588,236  👍 133,347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10,661,048  👍 99,327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22,959,751  👍 406,321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20,474,655  👍 362,098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18,662,342  👍 546,093  ⏱ 0:44  📅 2024-12-11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17,531,136  👍 246,113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16,612,299  👍 194,857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223,979,160  👍 1,232,269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222,636,753  👍 2,050,187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165,952,402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150,935,161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58,034,896  👍 184,351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7,385,700  👍 106,432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7,128,204  👍 107,732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6,944,015  👍 120,617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4,595,622  👍 24,346  ⏱ 0:12  📅 2026-07-09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4,299,262  👍 89,195  ⏱ 3:00  📅 2025-06-20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