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youtube.com/watch?v=YC-ioRXqnX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OBwi8-bUquI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youtube.com/watch?v=oW9o571Nyr0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www.youtube.com/watch?v=LRXqfr59mb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youtube.com/watch?v=Wwo2Dp8FSe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youtube.com/watch?v=grBzaA04Sbw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SileUBDdAqU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youtube.com/watch?v=0d75H2_LH2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www.youtube.com/watch?v=GpIJrhmmes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youtube.com/watch?v=laOwIwY_dW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s://www.youtube.com/watch?v=9nXbYZL8V9E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www.youtube.com/watch?v=i5TSvrhVH94" TargetMode="External"/><Relationship Id="rId8" Type="http://schemas.openxmlformats.org/officeDocument/2006/relationships/image" Target="../media/image14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15.jpg"/><Relationship Id="rId11" Type="http://schemas.openxmlformats.org/officeDocument/2006/relationships/hyperlink" Target="https://www.youtube.com/watch?v=fGaa5iluMIQ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17.jpg"/><Relationship Id="rId5" Type="http://schemas.openxmlformats.org/officeDocument/2006/relationships/hyperlink" Target="https://www.youtube.com/watch?v=mhCy0IgobIw" TargetMode="External"/><Relationship Id="rId6" Type="http://schemas.openxmlformats.org/officeDocument/2006/relationships/image" Target="../media/image18.jpg"/><Relationship Id="rId7" Type="http://schemas.openxmlformats.org/officeDocument/2006/relationships/hyperlink" Target="https://www.youtube.com/watch?v=XGbduoPa_-0" TargetMode="External"/><Relationship Id="rId8" Type="http://schemas.openxmlformats.org/officeDocument/2006/relationships/image" Target="../media/image19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20.jpg"/><Relationship Id="rId11" Type="http://schemas.openxmlformats.org/officeDocument/2006/relationships/hyperlink" Target="https://www.youtube.com/watch?v=0cjKg-Z3xak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22.jpg"/><Relationship Id="rId5" Type="http://schemas.openxmlformats.org/officeDocument/2006/relationships/hyperlink" Target="https://www.youtube.com/watch?v=88uap7ImJ88" TargetMode="External"/><Relationship Id="rId6" Type="http://schemas.openxmlformats.org/officeDocument/2006/relationships/image" Target="../media/image23.jpg"/><Relationship Id="rId7" Type="http://schemas.openxmlformats.org/officeDocument/2006/relationships/hyperlink" Target="https://www.youtube.com/watch?v=gcgKUcJKxIs" TargetMode="External"/><Relationship Id="rId8" Type="http://schemas.openxmlformats.org/officeDocument/2006/relationships/image" Target="../media/image24.jpg"/><Relationship Id="rId9" Type="http://schemas.openxmlformats.org/officeDocument/2006/relationships/hyperlink" Target="https://www.youtube.com/watch?v=e3jwcBltVgA" TargetMode="External"/><Relationship Id="rId10" Type="http://schemas.openxmlformats.org/officeDocument/2006/relationships/image" Target="../media/image25.jpg"/><Relationship Id="rId11" Type="http://schemas.openxmlformats.org/officeDocument/2006/relationships/hyperlink" Target="https://www.youtube.com/watch?v=-NFhRWhkp7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27.jpg"/><Relationship Id="rId5" Type="http://schemas.openxmlformats.org/officeDocument/2006/relationships/hyperlink" Target="https://www.youtube.com/watch?v=OhHzzl4Z6qU" TargetMode="External"/><Relationship Id="rId6" Type="http://schemas.openxmlformats.org/officeDocument/2006/relationships/image" Target="../media/image28.jpg"/><Relationship Id="rId7" Type="http://schemas.openxmlformats.org/officeDocument/2006/relationships/hyperlink" Target="https://www.youtube.com/watch?v=KWYewgdSAOI" TargetMode="External"/><Relationship Id="rId8" Type="http://schemas.openxmlformats.org/officeDocument/2006/relationships/image" Target="../media/image29.jpg"/><Relationship Id="rId9" Type="http://schemas.openxmlformats.org/officeDocument/2006/relationships/hyperlink" Target="https://www.youtube.com/watch?v=HQDUEU-Zhyc" TargetMode="External"/><Relationship Id="rId10" Type="http://schemas.openxmlformats.org/officeDocument/2006/relationships/image" Target="../media/image30.jpg"/><Relationship Id="rId11" Type="http://schemas.openxmlformats.org/officeDocument/2006/relationships/hyperlink" Target="https://www.youtube.com/watch?v=J4JTp1tNrk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2026年05月15日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＜期間限定公開＞Mrs. GREEN APPLE – クスシキ【LIVE on TBS “テレビ×ミセス”】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568,387  👍 35,364  💬 1,006  📈+48.3%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3:13  ·  公開41時間前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前日比+48.3%で着実に成長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モンストニュース[5/14]TVアニメ『SAKAMOTO DAYS』コラボ開催決定！限定キャラクターの真獣神化、獣神化・改情報も！【モンスト公式】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491,366  👍 5,424  💬 576  📈+55.5%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38:40  ·  公開19時間前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公開19時間で急上昇入り！　10万再生突破の話題作　前日比+55.5%と急拡散中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「ガス人間」ティーザー予告編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481,640  👍 5,492  💬 719  📈+37.2%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1:25  ·  公開51時間前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公開2日で急上昇　10万再生突破の話題作　前日比+37.2%で着実に成長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キュートなキューたい (TV size)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CUTIE STREET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40,703  👍 2,072  💬 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1:30  ·  公開11時間前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いいね率5.1%と視聴者の支持が非常に高い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【マインクラフト】採掘したダイヤを使ってスロットで大勝ちしましょう【日常組】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121,525  👍 9,540  💬 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1:05:02  ·  公開-5時間前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10万再生突破の話題作　いいね率7.9%と視聴者の支持が非常に高い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予告映像解禁！映画『時には懺悔を』8月28日（金）公開！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72,965  👍 676  💬 47  📈+359.3%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1:31  ·  公開28時間前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前日比+359.3%の爆発的な伸び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日向坂46『Empty』MUSIC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136,280  👍 11,797  💬 1,963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4:38  ·  公開11時間前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いいね率8.7%と視聴者の支持が非常に高い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「 怖すぎる、間違いなく今年一怖い 」と噂のホラーゲーム『 悪意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709,407  👍 22,399  💬 1,329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2:14:44  ·  公開17時間前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50万再生の注目コンテンツ　いいね率3.2%と好評価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『機動警察パトレイバー EZY』　File 2 本予告　60秒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バンダイナムコフィルムワークス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80,264  👍 2,768  💬 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1:01  ·  公開4時間前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急上昇中の新興コンテンツ　いいね率3.4%と好評価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24128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かぐや (cv. 夏吉ゆうこ) &amp; 月見ヤチヨ (cv. 早見沙織) - ワールドイズマイン CPK! Rem…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1,142,152  👍 93,063  💬 2,569  ⏱ 4:57  📅 公開37時間前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9087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前日比+48.3%で着実に成長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19,142,145  👍 158,085  ⏱ 0:10  📅 2025-08-09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無反応挑戦　w#おもしろ＃おもしろ動画＃エンタメ#お笑い#バラエティ#テレビ#バズれ…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14,609,583  👍 41,784  ⏱ 0:17  📅 2025-09-26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クビの真相は？【GOKKO】【ごっこ倶楽部】【企業研究】【エンタメ業界】【IT業界】…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12,780,792  👍 170,583  ⏱ 1:28  📅 2025-04-14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11,683,687  👍 185,267  ⏱ 1:33  📅 2025-07-05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ネプリーグ放送事故w #おもしろ #面白い #テレビ #エンタメ #お笑い #芸人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11,449,687  👍 132,066  ⏱ 0:18  📅 2025-11-01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24,734,285  👍 378,118  ⏱ 0:37  📅 2024-09-30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20,445,034  👍 362,581  ⏱ 0:59  📅 2023-12-22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19,795,390  👍 389,841  ⏱ 1:00  📅 2023-09-28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18,636,156  👍 547,087  ⏱ 0:44  📅 2024-12-11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18,307,542  👍 348,127  ⏱ 0:38  📅 2023-07-07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 #Shorts #マーシャとく…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1,725,220,857  👍 13,517,175  ⏱ 0:53  📅 2023-12-30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赤ちゃん・子供向け 知育アニメ★数字をおぼえよう・アイスクリーム★Learn To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254,462,638  👍 543,703  ⏱ 3:23  📅 2018-05-11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TVアニメ『呪術廻戦』第2期「懐玉・玉折」ノンクレジットOPムービー／OPテーマ：キ…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139,730,606  👍 0  ⏱ 1:31  📅 2023-07-07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フェイスランチ皿にお菓子を盛り付けよう！#アニメキッズ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85,602,649  👍 0  ⏱ 14:52  📅 2017-07-12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Mrs. GREEN APPLE「ライラック」MV - TVアニメ『忘却バッテリー』…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52,166,733  👍 179,530  ⏱ 4:53  📅 2024-07-04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6,790,943  👍 119,410  ⏱ 1:00  📅 2025-03-15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3,486,075  👍 45,021  ⏱ 17:48  📅 2025-07-12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3,317,747  👍 29,778  ⏱ 34:45  📅 2024-09-26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3,258,556  👍 43,146  ⏱ 12:56  📅 2023-12-19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2,954,177  👍 35,293  ⏱ 0:59  📅 2023-10-19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