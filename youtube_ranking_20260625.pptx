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-iuG8oCIp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CdUdN3NcLH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EJhsl8zZhd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1hSOOSaPZZ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Og50UFwL29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Zl4igAf4Yh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Pz29ehcGsF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Qlgf5cfMb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VXKN5pxbc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7IFjVUUb_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krs11bLvp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https://www.youtube.com/watch?v=R-iuG8oCIpg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宇多田ヒカル　パッパパラダイス feat.甲本ヒロト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Hikaru Utada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474,163  👍 28,577  💬 1,159  📈+200.6%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前日比+200.6%の爆発的な伸び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https://www.youtube.com/watch?v=CdUdN3NcLHA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加藤純一のパワフルプロ野球2026-2027 栄冠ナインダイジェスト【2026/06/23】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加藤純一ロードショー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181,613  👍 1,633  💬 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1:55:43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https://www.youtube.com/watch?v=EJhsl8zZhdc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映画『HiGH&amp;LOW THE 新世界』超特報映像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HiGH&amp;LOW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103,697  👍 3,568  💬 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https://www.youtube.com/watch?v=1hSOOSaPZZc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モーニング娘。'26『Lonely...But not Alone』Promotion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モーニング娘。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140,011  👍 10,778  💬 1,658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https://www.youtube.com/watch?v=Og50UFwL29U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184,627  👍 2,252  💬 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8:38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https://www.youtube.com/watch?v=Zl4igAf4Yhc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「THE ONE PIECE」ティーザー予告編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687,253  👍 23,506  💬 2,035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https://www.youtube.com/watch?v=Pz29ehcGsFk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Dance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299,047  👍 24,732  💬 1,321  📈+132.9%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前日比+132.9%と急拡散中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https://www.youtube.com/watch?v=UQlgf5cfMbA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ホラーが嫌いすぎる友人に「 今年最も怖いと言われた５本のビデオ 」を見せてみた 【 Don't Play This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524,210  👍 19,263  💬 1,192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1:35:09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https://www.youtube.com/watch?v=zVXKN5pxbcI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【THE ONE PIECE】ティザー予告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PIECE公式YouTubeチャンネル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555,179  👍 26,156  💬 1,873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いいね率4.7%と好評価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Stray Kids "RUN IT"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9,462,409  👍 968,309  💬 95,076  ⏱ 3:49  📅 公開17時間前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500万再生超の超バズ動画　いいね率10.2%と視聴者の支持が非常に高い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https://www.youtube.com/watch?v=Q7IFjVUUb_E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19,153,738  👍 157,986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12,781,995  👍 170,485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11,732,873  👍 185,956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11,522,218  👍 132,961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10,547,613  👍 97,984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20,919,793  👍 378,039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20,451,083  👍 362,355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19,805,106  👍 389,634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12,535,096  👍 42,581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12,189,815  👍 159,675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282,773,251  👍 791,689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144,246,225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71,058,020  👍 0  ⏱ 1:20  📅 2024-02-27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45,520,238  👍 190,250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37,633,210  👍 531,520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6,817,422  👍 119,590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6,196,524  👍 91,722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6,133,396  👍 28,436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4,942,025  👍 79,600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3,663,242  👍 46,378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