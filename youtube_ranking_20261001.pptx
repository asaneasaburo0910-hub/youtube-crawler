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6-YdwCEmPro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xk5JEbTWhC4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bX1lt9yF_3s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Jx7Pw8F3z0g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uJCNFbSaJxE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fMEoIPruRWE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hSg9Yb28vZA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8gnukWDaTzg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3hRe2y7VXsM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gaf-pO2PdO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NGsjOrzwjZk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Omr7v9o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210R0ozmLwg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gJhW-zRyz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2026年10月01日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https://www.youtube.com/watch?v=6-YdwCEmPro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ヨルシカ - LIVE「昼鳶」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ヨルシカ / n-buna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489,636  👍 21,521  💬 821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3:18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いいね率4.4%と好評価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https://www.youtube.com/watch?v=xk5JEbTWhC4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【まとめ】感謝の花束を渡す無馬【叶/にじさんじ切り抜き/ストグラ切り抜き/無馬かな】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白瀬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122,350  👍 1,933  💬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43:38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https://www.youtube.com/watch?v=bX1lt9yF_3s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「ダウンタイム」特別予告「共闘」編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44,149  👍 136  💬 10  📈+251.2%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0:44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公開22時間で急上昇入り！　急上昇中の新興コンテンツ　前日比+251.2%の爆発的な伸び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https://www.youtube.com/watch?v=Jx7Pw8F3z0g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pupa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natori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68,530  👍 4,445  💬 253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3:29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いいね率6.5%と視聴者の支持が非常に高い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https://www.youtube.com/watch?v=uJCNFbSaJxE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【APEX】CRカップ魔王合わせ【しゃかちゃ Rasっち】コーチ:YukaF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736,600  👍 6,543  💬 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5:55:49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https://www.youtube.com/watch?v=fMEoIPruRWE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主演：内野聖陽×共演：松本若菜・北村一輝、実話を基にした逆襲エンターテインメント『負けへんで』本予告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シネマカフェ／cinemacafenet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9,887  👍 19  💬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1:03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https://www.youtube.com/watch?v=hSg9Yb28vZA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初星学園 「Agitato」Official Music Video (HATSUBOSHI GAKUEN - Agitato)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初星学園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316,783  👍 15,239  💬 512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3:22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いいね率4.8%と好評価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https://www.youtube.com/watch?v=8gnukWDaTzg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LF進化前アヌビス1体でヘラ・ウルズ降臨を完全攻略する配信。【パズドラ】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ゆうこる/Yuukoru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1,677,210  👍 6,444  💬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9:35:47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https://www.youtube.com/watch?v=3hRe2y7VXsM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磯村勇斗と末澤誠也が予告編の反応を検証してみた！映画『mentor』10月16日(金) 全国公開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avex pictures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45,656  👍 3,427  💬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9:21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急上昇中の新興コンテンツ　いいね率7.5%と視聴者の支持が非常に高い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Mrs. GREEN APPLE「ア・ポステリオリ」Official 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2,023,846  👍 53,774  💬 3,358  ⏱ 3:25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100万再生超の大ヒット　いいね率2.7%と好評価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https://www.youtube.com/watch?v=gaf-pO2PdO8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19,165,291  👍 157,697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12,786,189  👍 170,237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Avrupa Yakası Bölümler 7/24 #canlıyayın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Avrupa Yakası  👁 11,872,611  👍 7,768  ⏱ 不明  📅 2025-10-30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https://www.youtube.com/watch?v=NGsjOrzwjZk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11,816,013  👍 186,914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BLOK EKIPA 🔴 MARATON ODCINKÓW 24/7 | SPInk…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SPInka Film Studio (official)  👁 11,732,632  👍 31,555  ⏱ 不明  📅 2026-06-11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https://www.youtube.com/watch?v=9Omr7v9omIQ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23,344,696  👍 411,844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20,480,096  👍 362,042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19,850,870  👍 389,568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18,664,704  👍 545,911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18,065,665  👍 250,460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225,450,881  👍 1,235,847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167,414,463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152,417,763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TVアニメ「マッシュル-MASHLE-」第2期ノンクレジットOPムービー｜Creep…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134,241,508  👍 1,358,826  ⏱ 1:31  📅 2024-01-07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58,744,126  👍 184,807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7,386,103  👍 106,406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7,196,713  👍 108,398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6,958,693  👍 120,726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4,299,364  👍 89,149  ⏱ 3:00  📅 2025-06-20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3,790,318  👍 47,077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