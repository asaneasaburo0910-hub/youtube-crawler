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hyperlink" Target="https://www.youtube.com/watch?v=t9I1nEjwS64" TargetMode="External"/><Relationship Id="rId5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hyperlink" Target="https://www.youtube.com/watch?v=40AbunWFAUU" TargetMode="External"/><Relationship Id="rId5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hyperlink" Target="https://www.youtube.com/watch?v=xAupkimVzOo" TargetMode="External"/><Relationship Id="rId5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hyperlink" Target="https://www.youtube.com/watch?v=SLe3j6oz12k" TargetMode="External"/><Relationship Id="rId5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hyperlink" Target="https://www.youtube.com/watch?v=vSKMyQH7msk" TargetMode="External"/><Relationship Id="rId5" Type="http://schemas.openxmlformats.org/officeDocument/2006/relationships/image" Target="../media/image1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hyperlink" Target="https://www.youtube.com/watch?v=K_cOrwcV-54" TargetMode="External"/><Relationship Id="rId5" Type="http://schemas.openxmlformats.org/officeDocument/2006/relationships/image" Target="../media/image1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hyperlink" Target="https://www.youtube.com/watch?v=W8BJE4McQAw" TargetMode="External"/><Relationship Id="rId5" Type="http://schemas.openxmlformats.org/officeDocument/2006/relationships/image" Target="../media/image1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hyperlink" Target="https://www.youtube.com/watch?v=ps2E3T63UWw" TargetMode="External"/><Relationship Id="rId5" Type="http://schemas.openxmlformats.org/officeDocument/2006/relationships/image" Target="../media/image1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hyperlink" Target="https://www.youtube.com/watch?v=SZ6CRUa2PfA" TargetMode="External"/><Relationship Id="rId5" Type="http://schemas.openxmlformats.org/officeDocument/2006/relationships/image" Target="../media/image1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hyperlink" Target="https://www.youtube.com/watch?v=zDLyAvDHKD8" TargetMode="External"/><Relationship Id="rId5" Type="http://schemas.openxmlformats.org/officeDocument/2006/relationships/image" Target="../media/image1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hyperlink" Target="https://www.youtube.com/watch?v=fBQOV3jiST0" TargetMode="External"/><Relationship Id="rId4" Type="http://schemas.openxmlformats.org/officeDocument/2006/relationships/image" Target="../media/image23.png"/><Relationship Id="rId5" Type="http://schemas.openxmlformats.org/officeDocument/2006/relationships/image" Target="../media/image24.jpg"/><Relationship Id="rId6" Type="http://schemas.openxmlformats.org/officeDocument/2006/relationships/hyperlink" Target="https://www.youtube.com/watch?v=9nXbYZL8V9E" TargetMode="External"/><Relationship Id="rId7" Type="http://schemas.openxmlformats.org/officeDocument/2006/relationships/image" Target="../media/image25.png"/><Relationship Id="rId8" Type="http://schemas.openxmlformats.org/officeDocument/2006/relationships/image" Target="../media/image26.jpg"/><Relationship Id="rId9" Type="http://schemas.openxmlformats.org/officeDocument/2006/relationships/hyperlink" Target="https://www.youtube.com/watch?v=i5TSvrhVH94" TargetMode="External"/><Relationship Id="rId10" Type="http://schemas.openxmlformats.org/officeDocument/2006/relationships/image" Target="../media/image27.png"/><Relationship Id="rId11" Type="http://schemas.openxmlformats.org/officeDocument/2006/relationships/image" Target="../media/image28.jpg"/><Relationship Id="rId12" Type="http://schemas.openxmlformats.org/officeDocument/2006/relationships/hyperlink" Target="https://www.youtube.com/watch?v=21eblauBPy8" TargetMode="External"/><Relationship Id="rId13" Type="http://schemas.openxmlformats.org/officeDocument/2006/relationships/image" Target="../media/image29.png"/><Relationship Id="rId14" Type="http://schemas.openxmlformats.org/officeDocument/2006/relationships/image" Target="../media/image30.jpg"/><Relationship Id="rId15" Type="http://schemas.openxmlformats.org/officeDocument/2006/relationships/hyperlink" Target="https://www.youtube.com/watch?v=fGaa5iluMIQ" TargetMode="External"/><Relationship Id="rId16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hyperlink" Target="https://www.youtube.com/watch?v=mhCy0IgobIw" TargetMode="External"/><Relationship Id="rId4" Type="http://schemas.openxmlformats.org/officeDocument/2006/relationships/image" Target="../media/image33.png"/><Relationship Id="rId5" Type="http://schemas.openxmlformats.org/officeDocument/2006/relationships/image" Target="../media/image34.jpg"/><Relationship Id="rId6" Type="http://schemas.openxmlformats.org/officeDocument/2006/relationships/hyperlink" Target="https://www.youtube.com/watch?v=0cjKg-Z3xak" TargetMode="External"/><Relationship Id="rId7" Type="http://schemas.openxmlformats.org/officeDocument/2006/relationships/image" Target="../media/image35.png"/><Relationship Id="rId8" Type="http://schemas.openxmlformats.org/officeDocument/2006/relationships/image" Target="../media/image36.jpg"/><Relationship Id="rId9" Type="http://schemas.openxmlformats.org/officeDocument/2006/relationships/hyperlink" Target="https://www.youtube.com/watch?v=XGbduoPa_-0" TargetMode="External"/><Relationship Id="rId10" Type="http://schemas.openxmlformats.org/officeDocument/2006/relationships/image" Target="../media/image37.png"/><Relationship Id="rId11" Type="http://schemas.openxmlformats.org/officeDocument/2006/relationships/image" Target="../media/image38.jpg"/><Relationship Id="rId12" Type="http://schemas.openxmlformats.org/officeDocument/2006/relationships/hyperlink" Target="https://www.youtube.com/watch?v=s7l76OBSrcg" TargetMode="External"/><Relationship Id="rId13" Type="http://schemas.openxmlformats.org/officeDocument/2006/relationships/image" Target="../media/image39.png"/><Relationship Id="rId14" Type="http://schemas.openxmlformats.org/officeDocument/2006/relationships/image" Target="../media/image40.jpg"/><Relationship Id="rId15" Type="http://schemas.openxmlformats.org/officeDocument/2006/relationships/hyperlink" Target="https://www.youtube.com/watch?v=d9MAnruE_-c" TargetMode="External"/><Relationship Id="rId16" Type="http://schemas.openxmlformats.org/officeDocument/2006/relationships/image" Target="../media/image4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hyperlink" Target="https://www.youtube.com/watch?v=gcgKUcJKxIs" TargetMode="External"/><Relationship Id="rId4" Type="http://schemas.openxmlformats.org/officeDocument/2006/relationships/image" Target="../media/image43.png"/><Relationship Id="rId5" Type="http://schemas.openxmlformats.org/officeDocument/2006/relationships/image" Target="../media/image44.jpg"/><Relationship Id="rId6" Type="http://schemas.openxmlformats.org/officeDocument/2006/relationships/hyperlink" Target="https://www.youtube.com/watch?v=-NFhRWhkp7I" TargetMode="External"/><Relationship Id="rId7" Type="http://schemas.openxmlformats.org/officeDocument/2006/relationships/image" Target="../media/image45.png"/><Relationship Id="rId8" Type="http://schemas.openxmlformats.org/officeDocument/2006/relationships/image" Target="../media/image46.jpg"/><Relationship Id="rId9" Type="http://schemas.openxmlformats.org/officeDocument/2006/relationships/hyperlink" Target="https://www.youtube.com/watch?v=fGGTf044UPI" TargetMode="External"/><Relationship Id="rId10" Type="http://schemas.openxmlformats.org/officeDocument/2006/relationships/image" Target="../media/image47.png"/><Relationship Id="rId11" Type="http://schemas.openxmlformats.org/officeDocument/2006/relationships/image" Target="../media/image48.jpg"/><Relationship Id="rId12" Type="http://schemas.openxmlformats.org/officeDocument/2006/relationships/hyperlink" Target="https://www.youtube.com/watch?v=Xr032EhUDPw" TargetMode="External"/><Relationship Id="rId13" Type="http://schemas.openxmlformats.org/officeDocument/2006/relationships/image" Target="../media/image49.png"/><Relationship Id="rId14" Type="http://schemas.openxmlformats.org/officeDocument/2006/relationships/image" Target="../media/image50.jpg"/><Relationship Id="rId15" Type="http://schemas.openxmlformats.org/officeDocument/2006/relationships/hyperlink" Target="https://www.youtube.com/watch?v=9lnh--ZOPyo" TargetMode="External"/><Relationship Id="rId16" Type="http://schemas.openxmlformats.org/officeDocument/2006/relationships/image" Target="../media/image5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hyperlink" Target="https://www.youtube.com/watch?v=2a1YM7MCXng" TargetMode="External"/><Relationship Id="rId4" Type="http://schemas.openxmlformats.org/officeDocument/2006/relationships/image" Target="../media/image53.png"/><Relationship Id="rId5" Type="http://schemas.openxmlformats.org/officeDocument/2006/relationships/image" Target="../media/image54.jpg"/><Relationship Id="rId6" Type="http://schemas.openxmlformats.org/officeDocument/2006/relationships/hyperlink" Target="https://www.youtube.com/watch?v=OhHzzl4Z6qU" TargetMode="External"/><Relationship Id="rId7" Type="http://schemas.openxmlformats.org/officeDocument/2006/relationships/image" Target="../media/image55.png"/><Relationship Id="rId8" Type="http://schemas.openxmlformats.org/officeDocument/2006/relationships/image" Target="../media/image56.jpg"/><Relationship Id="rId9" Type="http://schemas.openxmlformats.org/officeDocument/2006/relationships/hyperlink" Target="https://www.youtube.com/watch?v=KWYewgdSAOI" TargetMode="External"/><Relationship Id="rId10" Type="http://schemas.openxmlformats.org/officeDocument/2006/relationships/image" Target="../media/image57.png"/><Relationship Id="rId11" Type="http://schemas.openxmlformats.org/officeDocument/2006/relationships/image" Target="../media/image58.jpg"/><Relationship Id="rId12" Type="http://schemas.openxmlformats.org/officeDocument/2006/relationships/hyperlink" Target="https://www.youtube.com/watch?v=HQDUEU-Zhyc" TargetMode="External"/><Relationship Id="rId13" Type="http://schemas.openxmlformats.org/officeDocument/2006/relationships/image" Target="../media/image59.png"/><Relationship Id="rId14" Type="http://schemas.openxmlformats.org/officeDocument/2006/relationships/image" Target="../media/image60.jpg"/><Relationship Id="rId15" Type="http://schemas.openxmlformats.org/officeDocument/2006/relationships/hyperlink" Target="https://www.youtube.com/watch?v=lyZZdUUM_GM" TargetMode="External"/><Relationship Id="rId16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943600" cy="128016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901952"/>
            <a:ext cx="5669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5669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AAAAAA"/>
                </a:solidFill>
                <a:latin typeface="Arial"/>
              </a:rPr>
              <a:t>2026年06月13日  ·  急上昇 TOP 10 発表</a:t>
            </a:r>
          </a:p>
        </p:txBody>
      </p:sp>
      <p:pic>
        <p:nvPicPr>
          <p:cNvPr id="6" name="Picture 5" descr="ezgif_com-animated-gif-maker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https://www.youtube.com/watch?v=t9I1nEjwS64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【検証】スプラ上位勢と２時間オープンマッチに潜ったら余裕で世界１位取れる説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GON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142,138  👍 2,802  💬 250  📈+165.3%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1:03:52  ·  📅 公開2時間前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公開2時間で急上昇入り！　10万再生突破の話題作　前日比+165.3%と急拡散中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https://www.youtube.com/watch?v=40AbunWFAUU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STARGLOW / USOTSUKI [フジテレビ系「STAR」]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STARGLOW Official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73,861  👍 7,344  💬 246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2:54  ·  📅 公開1時間前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公開1時間で急上昇入り！　急上昇中の新興コンテンツ　いいね率9.9%と視聴者の支持が非常に高い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https://www.youtube.com/watch?v=xAupkimVzOo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【マインクラフト】モンスターにお金を賭けて1番儲けた人の勝ちです【日常組】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日常組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631,002  👍 21,203  💬 695  📈+20.1%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1:33:24  ·  📅 公開21時間前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公開21時間で急上昇入り！　50万再生の注目コンテンツ　前日比+20.1%で着実に成長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https://www.youtube.com/watch?v=SLe3j6oz12k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WEST. - LIVE Blu-ray &amp; DVD「WEST. SPECIAL LIVE 『WESTA!』 2025-2026」Digest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WEST.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48,652  👍 10,547  💬 927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3:34  ·  📅 公開-3時間前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公開-3時間で急上昇入り！　急上昇中の新興コンテンツ　いいね率21.7%と視聴者の支持が非常に高い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https://www.youtube.com/watch?v=vSKMyQH7msk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ドズル社 VS 超巨大ビンゴ！！【マイクラ】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ドズル社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140,090  👍 6,995  💬 342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53:59  ·  📅 公開-4時間前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公開-4時間で急上昇入り！　10万再生突破の話題作　いいね率5.0%と好評価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https://www.youtube.com/watch?v=K_cOrwcV-54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【自己紹介曲】ぷろふぃ〜る / のんふぃく！【Dance Practice】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のんふぃく！【Non¬Fiction】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166,639  👍 9,226  💬 417  📈+18.3%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3:55  ·  📅 公開17時間前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公開17時間で急上昇入り！　10万再生突破の話題作　前日比+18.3%で着実に成長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https://www.youtube.com/watch?v=W8BJE4McQAw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【#にじシャドバ杯 本番】  徹夜バース 【 くるぜBBB 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Kuzuha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278,219  👍 4,896  💬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2:55:57  ·  📅 公開-6時間前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公開-6時間で急上昇入り！　10万再生突破の話題作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https://www.youtube.com/watch?v=ps2E3T63UWw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是非に及ばず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Nogizaka46 - Topic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D7F32"/>
                </a:solidFill>
                <a:latin typeface="Arial"/>
              </a:rPr>
              <a:t>👁 138,537  👍 3,339  💬 2,355  📈+40.9%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3:57  ·  📅 公開14時間前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公開14時間で急上昇入り！　10万再生突破の話題作　前日比+40.9%で着実に成長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https://www.youtube.com/watch?v=SZ6CRUa2PfA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【#にじシャドバ杯 Day1】にじさんじシャドバ杯2026 リーグ戦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にじさんじ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0C0C0"/>
                </a:solidFill>
                <a:latin typeface="Arial"/>
              </a:rPr>
              <a:t>👁 567,806  👍 8,031  💬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5:38:53  ·  📅 公開-6時間前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公開-6時間で急上昇入り！　50万再生の注目コンテンツ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24128"/>
            <a:ext cx="4572000" cy="256946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3639312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365760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【歌ってみた】おしゃかしゃま/星導ショウ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160520"/>
            <a:ext cx="7406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FFD700"/>
                </a:solidFill>
                <a:latin typeface="Arial"/>
              </a:rPr>
              <a:t>👁 32,555  👍 28,673  💬 1,333  ⏱ 3:51  📅 公開-6時間前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49884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EC9B0"/>
                </a:solidFill>
                <a:latin typeface="Arial"/>
              </a:rPr>
              <a:t>💡 公開-6時間で急上昇入り！　急上昇中の新興コンテンツ　いいね率88.1%と視聴者の支持が非常に高い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828032"/>
            <a:ext cx="7406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https://www.youtube.com/watch?v=zDLyAvDHKD8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いや勝つんかいw　 #おもしろ #エンタメ #ネタ #バズれ #shorts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19,151,740  👍 158,016  ⏱ 0:10  📅 2025-08-09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https://www.youtube.com/watch?v=fBQOV3jiST0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無反応挑戦　w#おもしろ＃おもしろ動画＃エンタメ#お笑い#バラエティ#テレビ#バズれ…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ネタ秒  👁 14,609,720  👍 41,749  ⏱ 0:17  📅 2025-09-26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https://www.youtube.com/watch?v=9nXbYZL8V9E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クビの真相は？【GOKKO】【ごっこ倶楽部】【企業研究】【エンタメ業界】【IT業界】…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ごっこ倶楽部のウラ垢 - STUDIO GOKKO -  👁 12,781,582  👍 170,508  ⏱ 1:28  📅 2025-04-14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https://www.youtube.com/watch?v=i5TSvrhVH94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狩野英孝のマイクラ実況が面白いwww#エンタメ #マイクラ #狩野英孝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11,724,576  👍 185,887  ⏱ 1:33  📅 2025-07-05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https://www.youtube.com/watch?v=21eblauBPy8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ネプリーグ放送事故w #おもしろ #面白い #テレビ #エンタメ #お笑い #芸人 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11,506,317  👍 132,791  ⏱ 0:18  📅 2025-11-01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https://www.youtube.com/watch?v=fGaa5iluMIQ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感動のダブルスイカ‼️ #スイカゲーム #ゲーム実況 #サワヤンゲームズ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にこみチャンネル  👁 20,449,472  👍 362,402  ⏱ 0:59  📅 2023-12-22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https://www.youtube.com/watch?v=mhCy0IgobIw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見たことの無い落ち方をする配信者#葉 #ゲーム実況 #切り抜き #onlyup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葉ちゅべ  👁 19,985,543  👍 368,993  ⏱ 0:38  📅 2023-07-07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https://www.youtube.com/watch?v=0cjKg-Z3xak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全部ひっかかる人【しょぼんのアクション3D】 #ゲーム実況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タン  👁 19,801,420  👍 389,684  ⏱ 1:00  📅 2023-09-28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https://www.youtube.com/watch?v=XGbduoPa_-0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ヒカキンのスーパーマリオ3Dワールド実況 パート1【Nintendo Switc…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HikakinGames  👁 12,505,722  👍 42,538  ⏱ 42:29  📅 2021-03-27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https://www.youtube.com/watch?v=s7l76OBSrcg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自然に隠れた末路がww #shorts  #prophunt #かくれんぼ #cod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プン  👁 11,824,975  👍 157,640  ⏱ 1:00  📅 2024-10-30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https://www.youtube.com/watch?v=d9MAnruE_-c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TVアニメ『呪術廻戦』第2期「懐玉・玉折」ノンクレジットOPムービー／OPテーマ：キ…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143,005,751  👍 0  ⏱ 1:31  📅 2023-07-07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https://www.youtube.com/watch?v=gcgKUcJKxIs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Mrs. GREEN APPLE「ライラック」MV - TVアニメ『忘却バッテリー』…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Mrs. GREEN APPLE  👁 53,630,774  👍 180,876  ⏱ 4:53  📅 2024-07-04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https://www.youtube.com/watch?v=-NFhRWhkp7I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ライオン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May'n - Topic  👁 40,563,317  👍 138,247  ⏱ 5:04  📅 2020-10-01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https://www.youtube.com/watch?v=fGGTf044UPI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TVアニメ『呪術廻戦』第3期「死滅回游 前編」ノンクレジットOPムービー／OPテーマ…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36,549,761  👍 525,566  ⏱ 1:31  📅 2026-01-09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https://www.youtube.com/watch?v=Xr032EhUDPw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TVアニメ「進撃の巨人」The Final Season Part 2ノンクレジット…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ぽにきゃん-Anime PONY CANYON  👁 30,666,834  👍 583,776  ⏱ 1:31  📅 2022-01-10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https://www.youtube.com/watch?v=9lnh--ZOPyo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歌舞伎町タワーの日本一高い映画館「109シネマズプレミアム新宿」を正直レビュー！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正直レビュー 🍰🍛  👁 6,811,608  👍 119,555  ⏱ 1:00  📅 2025-03-15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https://www.youtube.com/watch?v=2a1YM7MCXng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市川團十郎が語る映画「国宝」の率直な感想と歌舞伎への想い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KABUKU. / 市川團十郎。  👁 3,587,226  👍 45,889  ⏱ 17:48  📅 2025-07-12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https://www.youtube.com/watch?v=OhHzzl4Z6qU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名作映画を見た感想を嘘ついてる奴は誰だ！映画人狼バトル開始！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東海オンエア  👁 3,392,263  👍 30,074  ⏱ 34:45  📅 2024-09-26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https://www.youtube.com/watch?v=KWYewgdSAOI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ディズニー１００周年のゴミ『ウィッシュ』レビュー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ホッカイロレン  👁 3,325,054  👍 43,716  ⏱ 12:56  📅 2023-12-19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https://www.youtube.com/watch?v=HQDUEU-Zhyc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シンクロ率100％だった映画『Michael』の裏側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フィルムチェーン  👁 3,296,792  👍 56,309  ⏱ 0:56  📅 2026-05-18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https://www.youtube.com/watch?v=lyZZdUUM_GM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