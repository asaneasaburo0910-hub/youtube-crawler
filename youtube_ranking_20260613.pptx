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oWRCXGvcU9s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wX7AnZimlMY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wWCC_n0szNc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wMDo5iZ0mdM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MEoxtFRfPoc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N9mySY1GBVE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ps2E3T63UWw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xAupkimVzOo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jUDBTz8hGHQ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K_cOrwcV-54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6uuRH_iMBT4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0cjKg-Z3xak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XGbduoPa_-0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CJ1A1aYvTe4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OIBODIPC_8Y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gcgKUcJKxIs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-NFhRWhkp7I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Xr032EhUDPw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nGQyPzkEy2s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lyZZdUUM_GM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94360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901952"/>
            <a:ext cx="5669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669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Arial"/>
              </a:rPr>
              <a:t>2026年06月13日  ·  急上昇 TOP 10 発表</a:t>
            </a:r>
          </a:p>
        </p:txBody>
      </p:sp>
      <p:pic>
        <p:nvPicPr>
          <p:cNvPr id="6" name="Picture 5" descr="ezgif_com-animated-gif-mak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https://www.youtube.com/watch?v=oWRCXGvcU9s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≠ME（ノットイコールミー）/ 12th 両A面シングル『愛くださいませ』【MV full】/  Ai Kudasai Mase (Please give me your love)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NOT EQUAL ME ノットイコールミー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521,250  👍 28,049  💬 2,940  📈+144.7%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4:09  ·  📅 公開32時間前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前日比+144.7%と急拡散中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https://www.youtube.com/watch?v=wX7AnZimlMY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全てが10分の1の世界でエンドラ討伐！【マイクラ】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ドズル社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308,520  👍 9,048  💬 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32:49  ·  📅 公開12時間前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公開12時間で急上昇入り！　10万再生突破の話題作　いいね率2.9%と好評価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https://www.youtube.com/watch?v=wWCC_n0szNc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Little Glee Monster - Jupiter / THE FIRST 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105,438  👍 5,831  💬 288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6:03  ·  📅 公開8時間前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公開8時間で急上昇入り！　10万再生突破の話題作　いいね率5.5%と視聴者の支持が非常に高い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https://www.youtube.com/watch?v=wMDo5iZ0mdM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100日間でブレインロッド動物園を作る【 マイクラ / マインクラフト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ウォーターチャレンジ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273,736  👍 2,614  💬 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30:09  ·  📅 公開14時間前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公開14時間で急上昇入り！　10万再生突破の話題作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https://www.youtube.com/watch?v=MEoxtFRfPoc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BTS (방탄소년단) 'Come Over' Lyric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BANGTANTV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2,978,850  👍 767,405  💬 57,575  📈+280.8%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3:00  ·  📅 公開17時間前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公開17時間で急上昇入り！　100万再生超の大ヒット　前日比+280.8%の爆発的な伸び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https://www.youtube.com/watch?v=N9mySY1GBVE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自由な住民たちの生活を見守る神ゲー『 トモダチコレクション わくわく生活 』～けーきよちん～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キヨ。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1,338,872  👍 43,968  💬 3,134  📈+50.4%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1:11:55  ·  📅 公開36時間前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100万再生超の大ヒット　前日比+50.4%と急拡散中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https://www.youtube.com/watch?v=ps2E3T63UWw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是非に及ばず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Nogizaka46 -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98,331  👍 2,824  💬 1,741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3:57  ·  📅 公開6時間前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公開6時間で急上昇入り！　急上昇中の新興コンテンツ　いいね率2.9%と好評価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https://www.youtube.com/watch?v=xAupkimVzOo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【マインクラフト】モンスターにお金を賭けて1番儲けた人の勝ちです【日常組】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日常組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D7F32"/>
                </a:solidFill>
                <a:latin typeface="Arial"/>
              </a:rPr>
              <a:t>👁 525,544  👍 19,119  💬 657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1:33:24  ·  📅 公開13時間前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公開13時間で急上昇入り！　50万再生の注目コンテンツ　いいね率3.6%と好評価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https://www.youtube.com/watch?v=jUDBTz8hGHQ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『FINAL FANTASY VII REVELATION』 1stトレーラー｜タイトル発表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PlayStation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0C0C0"/>
                </a:solidFill>
                <a:latin typeface="Arial"/>
              </a:rPr>
              <a:t>👁 149,965  👍 2,141  💬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2:26  ·  📅 公開15時間前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公開15時間で急上昇入り！　10万再生突破の話題作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【自己紹介曲】ぷろふぃ〜る / のんふぃく！【Dance Practice】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140,895  👍 8,568  💬 395  ⏱ 3:55  📅 公開9時間前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公開9時間で急上昇入り！　10万再生突破の話題作　いいね率6.1%と視聴者の支持が非常に高い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https://www.youtube.com/watch?v=K_cOrwcV-54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19,151,661  👍 158,016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14,609,719  👍 41,749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12,781,574  👍 170,512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11,724,230  👍 185,886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11,505,579  👍 132,776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金に触れたら死ぬ #shorts #minecraft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ヒロたまゲームズ  👁 80,510,114  👍 1,753,542  ⏱ 0:46  📅 2025-04-24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https://www.youtube.com/watch?v=6uuRH_iMBT4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20,449,413  👍 362,409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見たことの無い落ち方をする配信者#葉 #ゲーム実況 #切り抜き #onlyup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19,948,605  👍 368,579  ⏱ 0:38  📅 2023-07-07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全部ひっかかる人【しょぼんのアクション3D】 #ゲーム実況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19,801,354  👍 389,685  ⏱ 1:00  📅 2023-09-28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崩れる時は一瞬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ひろちんくん  👁 16,754,495  👍 292,477  ⏱ 0:58  📅 2023-06-11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https://www.youtube.com/watch?v=CJ1A1aYvTe4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YOASOBI「勇者」 Official Music Video／TVアニメ『葬送の…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YOASOBI  👁 216,093,575  👍 1,211,948  ⏱ 3:24  📅 2023-09-29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https://www.youtube.com/watch?v=OIBODIPC_8Y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142,970,243  👍 0  ⏱ 1:31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Mrs. GREEN APPLE「ライラック」MV - TVアニメ『忘却バッテリー』…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53,608,906  👍 180,862  ⏱ 4:53  📅 2024-07-04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36,520,353  👍 525,441  ⏱ 1:31  📅 2026-01-09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合コンでライバルを潰す女【アニメ】 #shorts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そろ谷のアニメっち  👁 23,088,646  👍 141,983  ⏱ 0:16  📅 2026-02-27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https://www.youtube.com/watch?v=nGQyPzkEy2s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6,811,315  👍 119,552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3,582,961  👍 45,855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3,391,229  👍 30,068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3,324,194  👍 43,708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シンクロ率100％だった映画『Michael』の裏側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フィルムチェーン  👁 3,249,083  👍 55,545  ⏱ 0:56  📅 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https://www.youtube.com/watch?v=lyZZdUUM_GM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