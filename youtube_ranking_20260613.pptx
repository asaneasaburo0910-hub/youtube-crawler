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www.youtube.com/watch?v=_9ew9YbJzw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www.youtube.com/watch?v=AxKtVcMNpz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hyperlink" Target="https://www.youtube.com/watch?v=_vlKStRH3O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youtube.com/watch?v=MEoxtFRfPoc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hyperlink" Target="https://www.youtube.com/watch?v=7aLBk2afxqQ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hyperlink" Target="https://www.youtube.com/watch?v=WGROOungvyI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hyperlink" Target="https://www.youtube.com/watch?v=PDB62ahZb-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hyperlink" Target="https://www.youtube.com/watch?v=N9mySY1GBV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hyperlink" Target="https://www.youtube.com/watch?v=HRtqmsjR2FU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hyperlink" Target="https://www.youtube.com/watch?v=oWRCXGvcU9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2.png"/><Relationship Id="rId5" Type="http://schemas.openxmlformats.org/officeDocument/2006/relationships/image" Target="../media/image23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4.png"/><Relationship Id="rId8" Type="http://schemas.openxmlformats.org/officeDocument/2006/relationships/image" Target="../media/image25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6.png"/><Relationship Id="rId11" Type="http://schemas.openxmlformats.org/officeDocument/2006/relationships/image" Target="../media/image27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8.png"/><Relationship Id="rId14" Type="http://schemas.openxmlformats.org/officeDocument/2006/relationships/image" Target="../media/image29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hyperlink" Target="https://www.youtube.com/watch?v=6uuRH_iMBT4" TargetMode="External"/><Relationship Id="rId4" Type="http://schemas.openxmlformats.org/officeDocument/2006/relationships/image" Target="../media/image32.png"/><Relationship Id="rId5" Type="http://schemas.openxmlformats.org/officeDocument/2006/relationships/image" Target="../media/image33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4.png"/><Relationship Id="rId8" Type="http://schemas.openxmlformats.org/officeDocument/2006/relationships/image" Target="../media/image35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6.png"/><Relationship Id="rId11" Type="http://schemas.openxmlformats.org/officeDocument/2006/relationships/image" Target="../media/image37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8.png"/><Relationship Id="rId14" Type="http://schemas.openxmlformats.org/officeDocument/2006/relationships/image" Target="../media/image39.jpg"/><Relationship Id="rId15" Type="http://schemas.openxmlformats.org/officeDocument/2006/relationships/hyperlink" Target="https://www.youtube.com/watch?v=CJ1A1aYvTe4" TargetMode="External"/><Relationship Id="rId16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hyperlink" Target="https://www.youtube.com/watch?v=2pECnr5MNuU" TargetMode="External"/><Relationship Id="rId4" Type="http://schemas.openxmlformats.org/officeDocument/2006/relationships/image" Target="../media/image42.png"/><Relationship Id="rId5" Type="http://schemas.openxmlformats.org/officeDocument/2006/relationships/image" Target="../media/image43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4.png"/><Relationship Id="rId8" Type="http://schemas.openxmlformats.org/officeDocument/2006/relationships/image" Target="../media/image45.jpg"/><Relationship Id="rId9" Type="http://schemas.openxmlformats.org/officeDocument/2006/relationships/hyperlink" Target="https://www.youtube.com/watch?v=Xr032EhUDPw" TargetMode="External"/><Relationship Id="rId10" Type="http://schemas.openxmlformats.org/officeDocument/2006/relationships/image" Target="../media/image46.png"/><Relationship Id="rId11" Type="http://schemas.openxmlformats.org/officeDocument/2006/relationships/image" Target="../media/image47.jpg"/><Relationship Id="rId12" Type="http://schemas.openxmlformats.org/officeDocument/2006/relationships/hyperlink" Target="https://www.youtube.com/watch?v=CFjI21M9wZs" TargetMode="External"/><Relationship Id="rId13" Type="http://schemas.openxmlformats.org/officeDocument/2006/relationships/image" Target="../media/image48.png"/><Relationship Id="rId14" Type="http://schemas.openxmlformats.org/officeDocument/2006/relationships/image" Target="../media/image49.jpg"/><Relationship Id="rId15" Type="http://schemas.openxmlformats.org/officeDocument/2006/relationships/hyperlink" Target="https://www.youtube.com/watch?v=4vXdJ8-LZdY" TargetMode="External"/><Relationship Id="rId16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2.png"/><Relationship Id="rId5" Type="http://schemas.openxmlformats.org/officeDocument/2006/relationships/image" Target="../media/image53.jpg"/><Relationship Id="rId6" Type="http://schemas.openxmlformats.org/officeDocument/2006/relationships/hyperlink" Target="https://www.youtube.com/watch?v=I67cxxiztVM" TargetMode="External"/><Relationship Id="rId7" Type="http://schemas.openxmlformats.org/officeDocument/2006/relationships/image" Target="../media/image54.png"/><Relationship Id="rId8" Type="http://schemas.openxmlformats.org/officeDocument/2006/relationships/image" Target="../media/image55.jpg"/><Relationship Id="rId9" Type="http://schemas.openxmlformats.org/officeDocument/2006/relationships/hyperlink" Target="https://www.youtube.com/watch?v=OhHzzl4Z6qU" TargetMode="External"/><Relationship Id="rId10" Type="http://schemas.openxmlformats.org/officeDocument/2006/relationships/image" Target="../media/image56.png"/><Relationship Id="rId11" Type="http://schemas.openxmlformats.org/officeDocument/2006/relationships/image" Target="../media/image57.jpg"/><Relationship Id="rId12" Type="http://schemas.openxmlformats.org/officeDocument/2006/relationships/hyperlink" Target="https://www.youtube.com/watch?v=KWYewgdSAOI" TargetMode="External"/><Relationship Id="rId13" Type="http://schemas.openxmlformats.org/officeDocument/2006/relationships/image" Target="../media/image58.png"/><Relationship Id="rId14" Type="http://schemas.openxmlformats.org/officeDocument/2006/relationships/image" Target="../media/image59.jpg"/><Relationship Id="rId15" Type="http://schemas.openxmlformats.org/officeDocument/2006/relationships/hyperlink" Target="https://www.youtube.com/watch?v=HQDUEU-Zhyc" TargetMode="External"/><Relationship Id="rId16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94360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901952"/>
            <a:ext cx="5669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Arial"/>
              </a:rPr>
              <a:t>2026年06月13日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https://www.youtube.com/watch?v=_9ew9YbJzwE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Doesn't Really Matter (Remix)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Release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72,200  👍 7,888  💬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2:56  ·  📅 公開30時間前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急上昇中の新興コンテンツ　いいね率10.9%と視聴者の支持が非常に高い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https://www.youtube.com/watch?v=AxKtVcMNpzY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Nintendo Direct 2026.6.9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Nintendo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7,306,838  👍 144,195  💬 0  📈+2.6%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55:08  ·  📅 公開73時間前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500万再生超の超バズ動画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https://www.youtube.com/watch?v=_vlKStRH3Oo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KINGDOM HEARTS IV – Teaser Trailer |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スクウェア・エニックス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397,000  👍 0  💬 0  📈+6.2%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1:27  ·  📅 公開73時間前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10万再生突破の話題作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https://www.youtube.com/watch?v=MEoxtFRfPoc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BTS (방탄소년단) 'Come Over' Lyric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BANGTANTV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782,313  👍 397,272  💬 38,592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3:00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公開12時間で急上昇入り！　50万再生の注目コンテンツ　いいね率50.8%と視聴者の支持が非常に高い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https://www.youtube.com/watch?v=7aLBk2afxqQ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モンストニュース[6/11]TVアニメ『NARUTO-ナルト- 疾⾵伝』コラボ開催決定！登場キャラクターをたっぷりご紹介！その他獣神化・改情報など、モンストの最新情報をお届けします！【モンスト公式】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モンスト（モンスターストライク）公式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1,038,414  👍 14,091  💬 1,557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50:30  ·  📅 公開33時間前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100万再生超の大ヒット　コメント1000件超と議論が活発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https://www.youtube.com/watch?v=WGROOungvyI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ブラッド・ピット主演最新作！映画『ハート・オブ・ビースト』ティザー予告｜退役軍人と愛犬の“絆”を描く感動ドラマ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シネマトゥデイ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63,512  👍 778  💬 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2:27  ·  📅 公開27時間前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急上昇中の新興コンテンツ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https://www.youtube.com/watch?v=PDB62ahZb-M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なにわ男子 -【自作MV完成！】ビーマイベイベー -Special Music Video-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なにわ男子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189,910  👍 24,641  💬 3,101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3:13  ·  📅 公開30時間前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10万再生突破の話題作　いいね率13.0%と視聴者の支持が非常に高い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https://www.youtube.com/watch?v=N9mySY1GBVE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自由な住民たちの生活を見守る神ゲー『 トモダチコレクション わくわく生活 』～けーきよちん～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D7F32"/>
                </a:solidFill>
                <a:latin typeface="Arial"/>
              </a:rPr>
              <a:t>👁 890,328  👍 36,555  💬 2,844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1:11:55  ·  📅 公開31時間前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50万再生の注目コンテンツ　いいね率4.1%と好評価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https://www.youtube.com/watch?v=HRtqmsjR2FU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映画『ラスト・サバイバー』新予告編｜8月28日（金）日米同時公開！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20世紀スタジオ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0C0C0"/>
                </a:solidFill>
                <a:latin typeface="Arial"/>
              </a:rPr>
              <a:t>👁 62,719  👍 162  💬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2:26  ·  📅 公開18時間前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公開18時間で急上昇入り！　急上昇中の新興コンテンツ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≠ME（ノットイコールミー）/ 12th 両A面シングル『愛くださいませ』【MV full】/  Ai Kud…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213,040  👍 20,555  💬 2,267  ⏱ 4:09  📅 公開27時間前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10万再生突破の話題作　いいね率9.6%と視聴者の支持が非常に高い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https://www.youtube.com/watch?v=oWRCXGvcU9s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19,151,563  👍 158,018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14,609,714  👍 41,750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12,781,529  👍 170,514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11,723,263  👍 185,878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11,503,937  👍 132,749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金に触れたら死ぬ #shorts #minecraft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ヒロたまゲームズ  👁 80,489,925  👍 1,753,732  ⏱ 0:46  📅 2025-04-24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https://www.youtube.com/watch?v=6uuRH_iMBT4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20,449,266  👍 362,420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19,801,111  👍 389,695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19,741,877  👍 366,896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崩れる時は一瞬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ひろちんくん  👁 16,753,392  👍 292,473  ⏱ 0:58  📅 2023-06-11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https://www.youtube.com/watch?v=CJ1A1aYvTe4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TVアニメ「ダンベル何キロ持てる？」OPテーマ Muscle Video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KADOKAWAanime  👁 282,736,627  👍 791,590  ⏱ 1:44  📅 2019-07-11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https://www.youtube.com/watch?v=2pECnr5MNuU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142,860,861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36,426,543  👍 524,913  ⏱ 1:31  📅 2026-01-09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アニメ『怪獣８号』ノンクレジットOP｜YUNGBLUD「Abyss」｜毎週土曜23時…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22,014,631  👍 268,118  ⏱ 1:31  📅 2024-04-20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https://www.youtube.com/watch?v=CFjI21M9wZs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【ポケモン公式】アニメ「ゲンガーになっちゃった！？」－ポケモン Kids TV【PO…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ポケモン Kids TV  👁 21,917,161  👍 0  ⏱ 15:06  📅 2021-09-10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https://www.youtube.com/watch?v=4vXdJ8-LZdY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6,810,592  👍 119,535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PEDDI Movie First' Genuine Review Imax | S…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SSP TV  👁 5,867,551  👍 51,465  ⏱ 0:10  📅 2026-06-04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https://www.youtube.com/watch?v=I67cxxiztVM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市川團十郎が語る映画「国宝」の率直な感想と歌舞伎への想い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3,572,395  👍 45,779  ⏱ 17:48  📅 2025-07-12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名作映画を見た感想を嘘ついてる奴は誰だ！映画人狼バトル開始！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3,387,112  👍 30,057  ⏱ 34:45  📅 2024-09-26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ディズニー１００周年のゴミ『ウィッシュ』レビュー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3,322,317  👍 43,690  ⏱ 12:56  📅 2023-12-19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