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dePs7UPp6G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iUeyOn0AyU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d1rWv8VeQO0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bI4KaXOTY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pCoVdp-_iM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dN0XujknK9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xXZwZ0DolJ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DhceOMNrd5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PoMq1TVEj-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oFzP7YKS5gM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https://www.youtube.com/watch?v=dePs7UPp6GQ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Mrs. GREEN APPLE「Brand New」Official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2,126,095  👍 94,711  💬 6,498  📈+35.3%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公開56時間前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前日比+35.3%で着実に成長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https://www.youtube.com/watch?v=iUeyOn0AyUs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誘拐グループから脱出するまで終われません！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154,441  👍 6,347  💬 404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3:14:34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いいね率4.1%と好評価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https://www.youtube.com/watch?v=d1rWv8VeQO0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TWS (투어스) 'SODA SODA'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269,967  👍 44,242  💬 4,231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https://www.youtube.com/watch?v=vbI4KaXOTYU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悪魔に唆されたけっつんチームと未来に託したドンピシャチームのLOVE The k4sen【VCR 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k4sen / かせん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267,143  👍 4,624  💬 294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1:24:29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https://www.youtube.com/watch?v=pCoVdp-_iMI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Travis Japan – 'On My Road -Stadium ver.-'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Travis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99,927  👍 17,342  💬 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4:59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いいね率17.4%と視聴者の支持が非常に高い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https://www.youtube.com/watch?v=dN0XujknK9Q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#008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45,151  👍 535  💬 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4:41  ·  📅 公開-6時間前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公開-6時間で急上昇入り！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https://www.youtube.com/watch?v=xXZwZ0DolJc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BABYMONSTER - 'MOON'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BABYMONSTER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4,499,692  👍 447,694  💬 39,596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2:55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100万再生超の大ヒット　いいね率9.9%と視聴者の支持が非常に高い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https://www.youtube.com/watch?v=DhceOMNrd5o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【FGO Fes. 2026】「Fate/Grand Order」カルデア放送局 11周年SP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【公式】Fate/Grand Order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746,315  👍 15,775  💬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2:02:43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https://www.youtube.com/watch?v=PoMq1TVEj-k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主題歌はRADWIMPS「夕星-ゆうづつ-」｜『汝、星のごとく』予告②【10月9日(金)公開】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48,944  👍 1,878  💬 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罪と罰と雨とキス (佐野勇斗&amp;吉田仁人)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451,945  👍 40,813  💬 3,697  ⏱ 3:43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いいね率9.0%と視聴者の支持が非常に高い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https://www.youtube.com/watch?v=oFzP7YKS5gM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19,216,407  👍 11,002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19,163,559  👍 157,870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17,081,374  👍 58,843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14,609,951  👍 41,691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12,784,444  👍 170,423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21,900,370  👍 391,885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20,457,838  👍 362,165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19,821,304  👍 389,582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18,654,259  👍 546,412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17,427,275  👍 542,886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1,844,145,620  👍 14,056,413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220,357,406  👍 1,223,475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147,933,082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48,479,486  👍 196,774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40,987,260  👍 549,384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6,839,085  👍 119,713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6,507,618  👍 100,753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4,085,284  👍 21,920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3,724,460  👍 46,783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3,494,190  👍 30,449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