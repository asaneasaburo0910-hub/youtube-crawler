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2026年06月20日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JUJUTSU KAISEN Season 4 Trailer Mega Rea…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SENKAIRO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3万回　👍 719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Elmiene, Fujii Kaze - Comets + Gold (Off…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ElmieneVEVO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25万回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【マインクラフト】1カット撮影で映画を完成させるまで終われません【日常組】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日常組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51万回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『チェンソーマン 刺客篇』ティザーPV②／Chainsaw Man –  Ass…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MAPPA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289万回　👍 26万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Aぇ! group - 「PRIDE」Official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Aぇ!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35万回　👍 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