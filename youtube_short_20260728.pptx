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2026年07月28日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《人生はちゃんと狂っていく》映画『mentor』本予告【10月16日(金) 全国…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avex pictures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6万回　👍 3,289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ACEes【真夜中のZOO】Arena Tour 2026 "V" より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ジュニアCHANNEL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91万回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『ONE PIECE バウンティラッシュ』7.5アニバーサリー生放送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Bandai Namco Entertainment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30万回　👍 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映画『RYUJI 竜二』ロング予告【10.30 fri 全国公開】🕶️🚬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映画・ドラマ情報　カルチュア・エンタテインメント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3万回　👍 3,850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Juice=Juice『BLOODY BULLET』(Music Video)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Juice=Juice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27万回　👍 3万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