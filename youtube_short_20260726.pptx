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モエチャッカファイア／Cover - ヒューゴ、狛野真斗、ライト、セヴェリアン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HoYoFair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26万回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SHAKAを攻撃して即ひなーのを盾にするちせ、海賊団を抜けてきたうひの加入会議（…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ぶいすぽ倉庫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1,664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- グッタイム / THE FIRST 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282万回　👍 15万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完成したクイズ施設を色んな賢さの配信者で試すk4sen【VCR RUST】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k4sen / かせん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34万回　👍 7,234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ACEes【真夜中のZOO】Arena Tour 2026 "V"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31万回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