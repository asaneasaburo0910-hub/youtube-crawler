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2026年08月17日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KINGDOM HEARTS IV | D23 2026 Showcase Tr…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Pixar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154万回　👍 6万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TXT (투모로우바이투게더) 'セツナハナビ (Setsuna Hanabi)…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HYBE LABELS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57万回　👍 11万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ガチで100万円が貰えるかもしれないエンドラ討伐（本当）【マイクラ】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ドズル社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31万回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「アベンジャーズ／ドゥームズデイ」新予告｜12月18日(金)劇場公開｜MARVE…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マーベル公式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136万回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【MV】アイドルライフメガパック/iLiFE!【コール動画】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iLiFE!【あいらいふ】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42万回　👍 3万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