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l2jvIuTp534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BQslquSLefY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BM_K9vE5P5Q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35dPYp1-nQo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c1tDOLW8GSI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uXWV49_mpxQ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lx3KDeBoLMM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sX8nl6eCua0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UAYfHUSrX-M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lmYusdmVg28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9nXbYZL8V9E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21eblauBPy8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Gaa5iluMIQ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Mr8II4SLhaI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1JT-CjiNVok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ru5Gp72W17c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CaqHOvgAnO0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4cpyl0ffMJc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-NFhRWhkp7I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Z8xvh9B1JZk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ScWlFcYn_FI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myP46pO9xsU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lyZZdUUM_GM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-gJhW-zRyz8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EoY46IjI_jM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2026年07月17日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https://www.youtube.com/watch?v=l2jvIuTp534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米津玄師「夜鷹」Kenshi Yonezu - Yodaka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Kenshi Yonezu  米津玄師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1,229,884  👍 56,955  💬 2,968  📈+68.7%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3:29  ·  📅 公開33時間前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前日比+68.7%と急拡散中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https://www.youtube.com/watch?v=BQslquSLefY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ウォーデン100体撃破するまで帰れません！！【マイクラ】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296,177  👍 7,977  💬 142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40:04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いいね率2.7%と好評価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https://www.youtube.com/watch?v=BM_K9vE5P5Q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【水上恒司、狂気】黒木華、山下美月、小池栄子、佐々木蔵之介競演！／映画『本当にあった話（の話）』予告編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moviecollectionjp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141,700  👍 489  💬 21  📈+1042.1%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1:03  ·  📅 公開21時間前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公開21時間で急上昇入り！　10万再生突破の話題作　前日比+1042.1%の爆発的な伸び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https://www.youtube.com/watch?v=35dPYp1-nQo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King &amp; Prince「So Honey」MV Short Clip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King &amp; Prince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209,181  👍 23,877  💬 4,381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1:58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いいね率11.4%と視聴者の支持が非常に高い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https://www.youtube.com/watch?v=c1tDOLW8GSI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【#にじ甲2026】２年目 新入生の皆さん、入ってきてください。【ローレン・イロアス/にじさんじ】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ローレン・イロアス / Lauren Iroas【にじさんじ】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479,746  👍 6,661  💬 102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5:31:51  ·  📅 公開3時間前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公開3時間で急上昇入り！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https://www.youtube.com/watch?v=uXWV49_mpxQ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『ママがもうこの世界にいなくても　私の命の日記』予告【10月2日(金)公開】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東映映画チャンネル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105,668  👍 1,159  💬 24  📈+1060.5%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1:00  ·  📅 公開21時間前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公開21時間で急上昇入り！　10万再生突破の話題作　前日比+1060.5%の爆発的な伸び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https://www.youtube.com/watch?v=lx3KDeBoLMM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You!Joy!Parade!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M!LK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212,727  👍 18,188  💬 1,037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3:02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　いいね率8.5%と視聴者の支持が非常に高い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https://www.youtube.com/watch?v=sX8nl6eCua0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福留孝介・糸井嘉男の新能力公開！ 福留×糸井 ホンネ！俺の実力話しますSP 後編【プロスピA】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パワプロ・プロスピ公式チャンネル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250,964  👍 3,798  💬 739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35:11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https://www.youtube.com/watch?v=UAYfHUSrX-M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スパイダーマン VS ハルク！？『スパイダーマン：ブランド・ニュー・デイ』15秒予告｜7月31日（金）日米同時公開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ソニー・ピクチャーズ 映画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76,401  👍 1,186  💬 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0:16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SixTONES – Dance Forever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1,763,783  👍 63,350  💬 6,855  ⏱ 4:04  📅 公開10時間前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100万再生超の大ヒット　いいね率3.6%と好評価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https://www.youtube.com/watch?v=lmYusdmVg28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19,158,052  👍 157,914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14,609,873  👍 41,712  ⏱ 0:17  📅 2025-09-26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狩野英孝のマイクラ実況が面白いwww#エンタメ #マイクラ #狩野英孝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11,746,444  👍 186,092  ⏱ 1:33  📅 2025-07-05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11,538,515  👍 133,051  ⏱ 0:18  📅 2025-11-01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入れないと蝶野に制裁ビンタされる⁉️ #エンタメ #ガキ使 #ダウンタウン#方正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10,564,522  👍 98,177  ⏱ 0:57  📅 2025-10-17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https://www.youtube.com/watch?v=Mr8II4SLhaI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21,219,874  👍 382,056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20,453,874  👍 362,230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19,811,279  👍 389,536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デビルレベルpart9 #switch2 #ゲーム実況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ぐりげんの南極第二拠点  👁 16,603,083  👍 195,181  ⏱ 1:02  📅 2025-08-18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https://www.youtube.com/watch?v=1JT-CjiNVok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溶岩ダイブ！？ #shorts #マイクラ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おんりー / ドズル社  👁 14,563,722  👍 137,804  ⏱ 0:52  📅 2025-03-25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https://www.youtube.com/watch?v=ru5Gp72W17c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アンパンマンたいそう （テレビサイズver.）［公式エンディングテーマ］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VAP OFFICIAL MUSIC CHANNEL  👁 117,347,922  👍 0  ⏱ 1:19  📅 2023-03-24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https://www.youtube.com/watch?v=CaqHOvgAnO0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【♪うたアニメ】やさいのうた〈うた：いっちー＆なる〉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ボンボンアカデミー  👁 88,497,032  👍 38,586  ⏱ 1:36  📅 2021-11-27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https://www.youtube.com/watch?v=4cpyl0ffMJc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Mrs. GREEN APPLE「ライラック」MV - TVアニメ『忘却バッテリー』…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55,239,340  👍 182,240  ⏱ 4:53  📅 2024-07-04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ピンポン玉チャレンジLv100【アニメ】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ゆずざくろ  👁 49,665,406  👍 180,385  ⏱ 0:22  📅 2026-06-08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https://www.youtube.com/watch?v=Z8xvh9B1JZk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アイナ・ジ・エンド / 革命道中 - On The Way × TVアニメ『ダンダダ…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47,217,327  👍 194,043  ⏱ 3:22  📅 2025-08-20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ってるワイフ#film #映画レビュー #映画紹介 #映画 #映画解説 #ドラマ #…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7,382,003  👍 106,506  ⏱ 2:59  📅 2025-06-30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https://www.youtube.com/watch?v=myP46pO9xsU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6,828,779  👍 119,658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シンクロ率100％だった映画『Michael』の裏側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6,160,871  👍 95,997  ⏱ 0:56  📅 2026-05-18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フロント・オブ・ザ・クラス#映画紹介 #映画解説 #映画レビュー #映画 #film…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4,298,890  👍 89,318  ⏱ 3:00  📅 2025-06-20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https://www.youtube.com/watch?v=-gJhW-zRyz8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マイケル・ジャクソンが心から笑った瞬間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3,794,386  👍 67,043  ⏱ 0:41  📅 2026-05-24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https://www.youtube.com/watch?v=EoY46IjI_jM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