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hyperlink" Target="https://www.youtube.com/watch?v=qB6k3ZKiQGw" TargetMode="External"/><Relationship Id="rId5" Type="http://schemas.openxmlformats.org/officeDocument/2006/relationships/image" Target="../media/image1.g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hyperlink" Target="https://www.youtube.com/watch?v=PSsPm3jEI20" TargetMode="External"/><Relationship Id="rId5" Type="http://schemas.openxmlformats.org/officeDocument/2006/relationships/image" Target="../media/image1.gi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hyperlink" Target="https://www.youtube.com/watch?v=9QvnptQXPx0" TargetMode="External"/><Relationship Id="rId5" Type="http://schemas.openxmlformats.org/officeDocument/2006/relationships/image" Target="../media/image1.gi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hyperlink" Target="https://www.youtube.com/watch?v=mGFi9UnCjCE" TargetMode="External"/><Relationship Id="rId5" Type="http://schemas.openxmlformats.org/officeDocument/2006/relationships/image" Target="../media/image1.gi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hyperlink" Target="https://www.youtube.com/watch?v=sJu9iNIr7gU" TargetMode="External"/><Relationship Id="rId5" Type="http://schemas.openxmlformats.org/officeDocument/2006/relationships/image" Target="../media/image1.gi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image" Target="../media/image13.png"/><Relationship Id="rId4" Type="http://schemas.openxmlformats.org/officeDocument/2006/relationships/hyperlink" Target="https://www.youtube.com/watch?v=-RruNFUA7ys" TargetMode="External"/><Relationship Id="rId5" Type="http://schemas.openxmlformats.org/officeDocument/2006/relationships/image" Target="../media/image1.gif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hyperlink" Target="https://www.youtube.com/watch?v=-WIyGsIMIr0" TargetMode="External"/><Relationship Id="rId5" Type="http://schemas.openxmlformats.org/officeDocument/2006/relationships/image" Target="../media/image1.gif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png"/><Relationship Id="rId4" Type="http://schemas.openxmlformats.org/officeDocument/2006/relationships/hyperlink" Target="https://www.youtube.com/watch?v=1Q-bdbhqAqI" TargetMode="External"/><Relationship Id="rId5" Type="http://schemas.openxmlformats.org/officeDocument/2006/relationships/image" Target="../media/image1.gif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9.png"/><Relationship Id="rId4" Type="http://schemas.openxmlformats.org/officeDocument/2006/relationships/hyperlink" Target="https://www.youtube.com/watch?v=yqViwp_5M4w" TargetMode="External"/><Relationship Id="rId5" Type="http://schemas.openxmlformats.org/officeDocument/2006/relationships/image" Target="../media/image1.gif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hyperlink" Target="https://www.youtube.com/watch?v=bjNiiDKv2yg" TargetMode="External"/><Relationship Id="rId5" Type="http://schemas.openxmlformats.org/officeDocument/2006/relationships/image" Target="../media/image1.gif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Relationship Id="rId3" Type="http://schemas.openxmlformats.org/officeDocument/2006/relationships/hyperlink" Target="https://www.youtube.com/watch?v=fBQOV3jiST0" TargetMode="External"/><Relationship Id="rId4" Type="http://schemas.openxmlformats.org/officeDocument/2006/relationships/image" Target="../media/image23.png"/><Relationship Id="rId5" Type="http://schemas.openxmlformats.org/officeDocument/2006/relationships/image" Target="../media/image24.jpg"/><Relationship Id="rId6" Type="http://schemas.openxmlformats.org/officeDocument/2006/relationships/hyperlink" Target="https://www.youtube.com/watch?v=RHUauMcYlX0" TargetMode="External"/><Relationship Id="rId7" Type="http://schemas.openxmlformats.org/officeDocument/2006/relationships/image" Target="../media/image25.png"/><Relationship Id="rId8" Type="http://schemas.openxmlformats.org/officeDocument/2006/relationships/image" Target="../media/image26.jpg"/><Relationship Id="rId9" Type="http://schemas.openxmlformats.org/officeDocument/2006/relationships/hyperlink" Target="https://www.youtube.com/watch?v=fy_fYd3ZwPE" TargetMode="External"/><Relationship Id="rId10" Type="http://schemas.openxmlformats.org/officeDocument/2006/relationships/image" Target="../media/image27.png"/><Relationship Id="rId11" Type="http://schemas.openxmlformats.org/officeDocument/2006/relationships/image" Target="../media/image28.jpg"/><Relationship Id="rId12" Type="http://schemas.openxmlformats.org/officeDocument/2006/relationships/hyperlink" Target="https://www.youtube.com/watch?v=9nXbYZL8V9E" TargetMode="External"/><Relationship Id="rId13" Type="http://schemas.openxmlformats.org/officeDocument/2006/relationships/image" Target="../media/image29.png"/><Relationship Id="rId14" Type="http://schemas.openxmlformats.org/officeDocument/2006/relationships/image" Target="../media/image30.jpg"/><Relationship Id="rId15" Type="http://schemas.openxmlformats.org/officeDocument/2006/relationships/hyperlink" Target="https://www.youtube.com/watch?v=yHmPWzkhcZ8" TargetMode="External"/><Relationship Id="rId16" Type="http://schemas.openxmlformats.org/officeDocument/2006/relationships/image" Target="../media/image3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Relationship Id="rId3" Type="http://schemas.openxmlformats.org/officeDocument/2006/relationships/hyperlink" Target="https://www.youtube.com/watch?v=ffE0CxNxrII" TargetMode="External"/><Relationship Id="rId4" Type="http://schemas.openxmlformats.org/officeDocument/2006/relationships/image" Target="../media/image33.png"/><Relationship Id="rId5" Type="http://schemas.openxmlformats.org/officeDocument/2006/relationships/image" Target="../media/image34.jpg"/><Relationship Id="rId6" Type="http://schemas.openxmlformats.org/officeDocument/2006/relationships/hyperlink" Target="https://www.youtube.com/watch?v=l75_uEo7ZL0" TargetMode="External"/><Relationship Id="rId7" Type="http://schemas.openxmlformats.org/officeDocument/2006/relationships/image" Target="../media/image35.png"/><Relationship Id="rId8" Type="http://schemas.openxmlformats.org/officeDocument/2006/relationships/image" Target="../media/image36.jpg"/><Relationship Id="rId9" Type="http://schemas.openxmlformats.org/officeDocument/2006/relationships/hyperlink" Target="https://www.youtube.com/watch?v=KUPVSLpxDf4" TargetMode="External"/><Relationship Id="rId10" Type="http://schemas.openxmlformats.org/officeDocument/2006/relationships/image" Target="../media/image37.png"/><Relationship Id="rId11" Type="http://schemas.openxmlformats.org/officeDocument/2006/relationships/image" Target="../media/image38.jpg"/><Relationship Id="rId12" Type="http://schemas.openxmlformats.org/officeDocument/2006/relationships/hyperlink" Target="https://www.youtube.com/watch?v=fYIzoKvpl7c" TargetMode="External"/><Relationship Id="rId13" Type="http://schemas.openxmlformats.org/officeDocument/2006/relationships/image" Target="../media/image39.png"/><Relationship Id="rId14" Type="http://schemas.openxmlformats.org/officeDocument/2006/relationships/image" Target="../media/image40.jpg"/><Relationship Id="rId15" Type="http://schemas.openxmlformats.org/officeDocument/2006/relationships/hyperlink" Target="https://www.youtube.com/watch?v=QCFyL7tG-v4" TargetMode="External"/><Relationship Id="rId16" Type="http://schemas.openxmlformats.org/officeDocument/2006/relationships/image" Target="../media/image4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hyperlink" Target="https://www.youtube.com/watch?v=2pECnr5MNuU" TargetMode="External"/><Relationship Id="rId4" Type="http://schemas.openxmlformats.org/officeDocument/2006/relationships/image" Target="../media/image43.png"/><Relationship Id="rId5" Type="http://schemas.openxmlformats.org/officeDocument/2006/relationships/image" Target="../media/image44.jpg"/><Relationship Id="rId6" Type="http://schemas.openxmlformats.org/officeDocument/2006/relationships/hyperlink" Target="https://www.youtube.com/watch?v=PkDfrVdCwCs" TargetMode="External"/><Relationship Id="rId7" Type="http://schemas.openxmlformats.org/officeDocument/2006/relationships/image" Target="../media/image45.png"/><Relationship Id="rId8" Type="http://schemas.openxmlformats.org/officeDocument/2006/relationships/image" Target="../media/image46.jpg"/><Relationship Id="rId9" Type="http://schemas.openxmlformats.org/officeDocument/2006/relationships/hyperlink" Target="https://www.youtube.com/watch?v=4cpyl0ffMJc" TargetMode="External"/><Relationship Id="rId10" Type="http://schemas.openxmlformats.org/officeDocument/2006/relationships/image" Target="../media/image47.png"/><Relationship Id="rId11" Type="http://schemas.openxmlformats.org/officeDocument/2006/relationships/image" Target="../media/image48.jpg"/><Relationship Id="rId12" Type="http://schemas.openxmlformats.org/officeDocument/2006/relationships/hyperlink" Target="https://www.youtube.com/watch?v=v8bZVdTgXoY" TargetMode="External"/><Relationship Id="rId13" Type="http://schemas.openxmlformats.org/officeDocument/2006/relationships/image" Target="../media/image49.png"/><Relationship Id="rId14" Type="http://schemas.openxmlformats.org/officeDocument/2006/relationships/image" Target="../media/image50.jpg"/><Relationship Id="rId15" Type="http://schemas.openxmlformats.org/officeDocument/2006/relationships/hyperlink" Target="https://www.youtube.com/watch?v=ScWlFcYn_FI" TargetMode="External"/><Relationship Id="rId16" Type="http://schemas.openxmlformats.org/officeDocument/2006/relationships/image" Target="../media/image5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jpg"/><Relationship Id="rId3" Type="http://schemas.openxmlformats.org/officeDocument/2006/relationships/hyperlink" Target="https://www.youtube.com/watch?v=2a1YM7MCXng" TargetMode="External"/><Relationship Id="rId4" Type="http://schemas.openxmlformats.org/officeDocument/2006/relationships/image" Target="../media/image53.png"/><Relationship Id="rId5" Type="http://schemas.openxmlformats.org/officeDocument/2006/relationships/image" Target="../media/image54.jpg"/><Relationship Id="rId6" Type="http://schemas.openxmlformats.org/officeDocument/2006/relationships/hyperlink" Target="https://www.youtube.com/watch?v=O2MzSLqlLIs" TargetMode="External"/><Relationship Id="rId7" Type="http://schemas.openxmlformats.org/officeDocument/2006/relationships/image" Target="../media/image55.png"/><Relationship Id="rId8" Type="http://schemas.openxmlformats.org/officeDocument/2006/relationships/image" Target="../media/image56.jpg"/><Relationship Id="rId9" Type="http://schemas.openxmlformats.org/officeDocument/2006/relationships/hyperlink" Target="https://www.youtube.com/watch?v=Qut46hqaMvw" TargetMode="External"/><Relationship Id="rId10" Type="http://schemas.openxmlformats.org/officeDocument/2006/relationships/image" Target="../media/image57.png"/><Relationship Id="rId11" Type="http://schemas.openxmlformats.org/officeDocument/2006/relationships/image" Target="../media/image58.jpg"/><Relationship Id="rId12" Type="http://schemas.openxmlformats.org/officeDocument/2006/relationships/hyperlink" Target="https://www.youtube.com/watch?v=lyZZdUUM_GM" TargetMode="External"/><Relationship Id="rId13" Type="http://schemas.openxmlformats.org/officeDocument/2006/relationships/image" Target="../media/image59.png"/><Relationship Id="rId14" Type="http://schemas.openxmlformats.org/officeDocument/2006/relationships/image" Target="../media/image60.jpg"/><Relationship Id="rId15" Type="http://schemas.openxmlformats.org/officeDocument/2006/relationships/hyperlink" Target="https://www.youtube.com/watch?v=OhHzzl4Z6qU" TargetMode="External"/><Relationship Id="rId16" Type="http://schemas.openxmlformats.org/officeDocument/2006/relationships/image" Target="../media/image6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28800"/>
            <a:ext cx="5943600" cy="128016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901952"/>
            <a:ext cx="56692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 Black"/>
              </a:rPr>
              <a:t>▶  YouTube トレンド ランキング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3246120"/>
            <a:ext cx="5669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AAAAAA"/>
                </a:solidFill>
                <a:latin typeface="Arial"/>
              </a:rPr>
              <a:t>2026年07月02日  ·  急上昇 TOP 10 発表</a:t>
            </a:r>
          </a:p>
        </p:txBody>
      </p:sp>
      <p:pic>
        <p:nvPicPr>
          <p:cNvPr id="6" name="Picture 5" descr="ezgif_com-animated-gif-maker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#10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https://www.youtube.com/watch?v=qB6k3ZKiQGw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Tomohiro Kamiyama - G.O.D.［Official Music Video］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WEST.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73,938  👍 13,776  💬 1,723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3:23  ·  📅 公開7時間前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公開7時間で急上昇入り！　急上昇中の新興コンテンツ　いいね率18.6%と視聴者の支持が非常に高い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#9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https://www.youtube.com/watch?v=PSsPm3jEI20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【#原神】#39 傀儡役の声優がサンドローネを完凸するまでガチャ！！！【声優 本多真梨子】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本多真梨子とここあ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466,049  👍 16,067  💬 233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6:34:49  ·  📅 公開4時間前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公開4時間で急上昇入り！　10万再生突破の話題作　いいね率3.4%と好評価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#8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https://www.youtube.com/watch?v=9QvnptQXPx0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『犯罪者』予告映像｜プライムビデオ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Prime Video JP - プライムビデオ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12,728  👍 295  💬 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1:37  ·  📅 公開-1時間前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公開-1時間で急上昇入り！　急上昇中の新興コンテンツ　いいね率2.3%と好評価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#7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https://www.youtube.com/watch?v=mGFi9UnCjCE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Yes! 東京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EBiDAN Ebisu Gakuen Boys Club - Topic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52,347  👍 4,199  💬 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3:41  ·  📅 公開10時間前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公開10時間で急上昇入り！　急上昇中の新興コンテンツ　いいね率8.0%と視聴者の支持が非常に高い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#6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https://www.youtube.com/watch?v=sJu9iNIr7gU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スプラトゥーン レイダース Direct 2026.6.30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Nintendo 公式チャンネル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1,424,898  👍 36,258  💬 0  📈+31.1%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18:53  ·  📅 公開30時間前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公開1日で急上昇　100万再生超の大ヒット　前日比+31.1%で着実に成長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#5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https://www.youtube.com/watch?v=-RruNFUA7ys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【ついに7/17公開！】ファイナル予告篇〝友近サスペンス劇場Ⅱ〟寝台特急「はつゆき」殺人事件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フィルムエストTV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56,275  👍 3,357  💬 274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1:58  ·  📅 公開12時間前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公開12時間で急上昇入り！　急上昇中の新興コンテンツ　いいね率6.0%と視聴者の支持が非常に高い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#4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https://www.youtube.com/watch?v=-WIyGsIMIr0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Kvi Baba - BPM feat. KREVA / THE FIRST TAKE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THE FIRST TAKE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358,573  👍 16,678  💬 815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3:26  ·  📅 公開8時間前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公開8時間で急上昇入り！　10万再生突破の話題作　いいね率4.7%と好評価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https://www.youtube.com/watch?v=1Q-bdbhqAqI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1人で新作リズム天国を先行プレイして俺より壊れてる奴いんの？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キヨ。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CD7F32"/>
                </a:solidFill>
                <a:latin typeface="Arial"/>
              </a:rPr>
              <a:t>👁 891,324  👍 34,644  💬 3,568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1:40:35  ·  📅 公開12時間前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公開12時間で急上昇入り！　50万再生の注目コンテンツ　いいね率3.9%と好評価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https://www.youtube.com/watch?v=yqViwp_5M4w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【予告2】劇場版『TOKYO MER～走る緊急救命室～CAPITAL CRISIS』《8月21日(金)公開》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東宝MOVIEチャンネル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C0C0C0"/>
                </a:solidFill>
                <a:latin typeface="Arial"/>
              </a:rPr>
              <a:t>👁 96,790  👍 2,149  💬 169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1:31  ·  📅 公開0時間前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公開0時間で急上昇入り！　急上昇中の新興コンテンツ　いいね率2.2%と好評価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29200"/>
            <a:ext cx="91440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09728"/>
            <a:ext cx="91440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FFD700"/>
                </a:solidFill>
                <a:latin typeface="Arial Black"/>
              </a:rPr>
              <a:t>🏆  NO. 1  🏆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024128"/>
            <a:ext cx="4572000" cy="2569464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3639312"/>
            <a:ext cx="1005840" cy="10058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74320" y="3657600"/>
            <a:ext cx="7406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BE:FIRST / Missing -Dance Practice-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4160520"/>
            <a:ext cx="74066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FFD700"/>
                </a:solidFill>
                <a:latin typeface="Arial"/>
              </a:rPr>
              <a:t>👁 322,905  👍 34,689  💬 1,743  ⏱ 3:17  📅 公開8時間前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4498848"/>
            <a:ext cx="7406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EC9B0"/>
                </a:solidFill>
                <a:latin typeface="Arial"/>
              </a:rPr>
              <a:t>💡 公開8時間で急上昇入り！　10万再生突破の話題作　いいね率10.7%と視聴者の支持が非常に高い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4828032"/>
            <a:ext cx="7406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https://www.youtube.com/watch?v=bjNiiDKv2yg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🎬 エンタメ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いや勝つんかいw　 #おもしろ #エンタメ #ネタ #バズれ #shorts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やっさん2  👁 19,154,477  👍 157,964  ⏱ 0:10  📅 2025-08-09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https://www.youtube.com/watch?v=fBQOV3jiST0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🔴LIVE: 24 HOURS+ Bluey Episodes in HD! ✨ 💙…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Bluey - Official Channel  👁 18,837,530  👍 47,823  ⏱ 不明  📅 2026-04-02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https://www.youtube.com/watch?v=RHUauMcYlX0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El Chavo del 8 EN VIVO 24/7 🔴 Maratón de t…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El Chavo del 8  👁 15,367,318  👍 53,838  ⏱ 不明  📅 2025-12-25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https://www.youtube.com/watch?v=fy_fYd3ZwPE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無反応挑戦　w#おもしろ＃おもしろ動画＃エンタメ#お笑い#バラエティ#テレビ#バズれ…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ネタ秒  👁 14,609,808  👍 41,732  ⏱ 0:17  📅 2025-09-26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https://www.youtube.com/watch?v=9nXbYZL8V9E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🔴 LIVE! 24 HOURS Mickey Mouse Full Episode…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Disney Jr.   👁 13,622,357  👍 21,634  ⏱ 不明  📅 2026-01-09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https://www.youtube.com/watch?v=yHmPWzkhcZ8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🎮 ゲーム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息子の扱いが酷すぎる男。#ゲーム実況 #shorts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ぱんお。  👁 12,295,427  👍 182,117  ⏱ 0:58  📅 2026-03-12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https://www.youtube.com/watch?v=ffE0CxNxrII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【制御不能の言葉】汚言症のゲーム実況者に1日密着してみた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日本財団  👁 7,320,218  👍 86,540  ⏱ 21:40  📅 2024-03-20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https://www.youtube.com/watch?v=l75_uEo7ZL0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世界中で大流行している化け物ホラーゲーム『 Poppy Playtime Chapt…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キヨ。  👁 6,304,237  👍 93,709  ⏱ 6:12:15  📅 2026-02-23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https://www.youtube.com/watch?v=KUPVSLpxDf4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チートを使う配信者 #葉 #ゲーム実況 #ソーセージについての奇妙なゲーム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葉ちゅべ  👁 5,977,478  👍 91,299  ⏱ 0:53  📅 2026-06-09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https://www.youtube.com/watch?v=fYIzoKvpl7c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【マイクラ】次の人へ繋げ！無限に続く駅からの脱出【8番出口風マップ】【ドズル社一気見…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ドズル社  👁 5,957,515  👍 19,638  ⏱ 不明  📅 2026-04-27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https://www.youtube.com/watch?v=QCFyL7tG-v4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✨ アニメ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TVアニメ「ダンベル何キロ持てる？」OPテーマ Muscle Video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KADOKAWAanime  👁 282,791,097  👍 791,707  ⏱ 1:44  📅 2019-07-11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https://www.youtube.com/watch?v=2pECnr5MNuU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映画「アンパンマンが生まれた日」【アンパンマンアニメ公式】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それいけ!アンパンマン【アニメ公式】  👁 149,101,839  👍 0  ⏱ 11:16  📅 2021-02-18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https://www.youtube.com/watch?v=PkDfrVdCwCs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【♪うたアニメ】やさいのうた〈うた：いっちー＆なる〉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ボンボンアカデミー  👁 87,433,365  👍 38,106  ⏱ 1:36  📅 2021-11-27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https://www.youtube.com/watch?v=4cpyl0ffMJc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TVアニメ『呪術廻戦』ノンクレジットOPムービー／OPテーマ：Eve「廻廻奇譚」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TOHO animation チャンネル  👁 75,609,313  👍 0  ⏱ 1:31  📅 2020-10-03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https://www.youtube.com/watch?v=v8bZVdTgXoY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アイナ・ジ・エンド / 革命道中 - On The Way × TVアニメ『ダンダダ…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アイナ・ジ・エンド Official  👁 46,068,256  👍 191,474  ⏱ 3:22  📅 2025-08-20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https://www.youtube.com/watch?v=ScWlFcYn_FI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🍿 映画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歌舞伎町タワーの日本一高い映画館「109シネマズプレミアム新宿」を正直レビュー！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正直レビュー 🍰🍛  👁 6,821,288  👍 119,616  ⏱ 1:00  📅 2025-03-15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https://www.youtube.com/watch?v=2a1YM7MCXng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【残酷】衝撃の妊娠・出産アニメ3選 #shorts #アニメ #紹介 #感想 #an…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ゆっくりアニメ  👁 6,310,436  👍 93,350  ⏱ 0:47  📅 2025-03-01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https://www.youtube.com/watch?v=O2MzSLqlLIs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人食い村に赴任した新入巡査、衝撃的な素材と演出、面白さで世界で大好評！隠れた秀作日本…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映画少女  👁 6,137,229  👍 28,444  ⏱ 18:03  📅 2024-04-04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https://www.youtube.com/watch?v=Qut46hqaMvw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シンクロ率100％だった映画『Michael』の裏側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フィルムチェーン  👁 5,584,598  👍 88,343  ⏱ 0:56  📅 2026-05-18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https://www.youtube.com/watch?v=lyZZdUUM_GM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市川團十郎が語る映画「国宝」の率直な感想と歌舞伎への想い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KABUKU. / 市川團十郎。  👁 3,684,203  👍 46,523  ⏱ 17:48  📅 2025-07-12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https://www.youtube.com/watch?v=OhHzzl4Z6qU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