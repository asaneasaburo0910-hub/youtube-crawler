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2026年07月24日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EA SPORTS FC 27 | Official Reveal Traile…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EA SPORTS FC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233万回　👍 12万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aespa エスパ 'KISS N TELL' MV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SMTOWN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109万回　👍 18万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モンストニュース[7/23]超究極「石流龍」降臨！「神獣の聖域」に新たなエリアが…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モンスト（モンスターストライク）公式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42万回　👍 4,893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誰も見たことがない、新たな──『バイオハザード』＜予告＞10月9日（金）全国の映…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ソニー・ピクチャーズ 映画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105万回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KO1KEYZ(コイキーズ)｜'新世界(SHINSEKAI)' Dance Pr…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KO1KEYZ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29万回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