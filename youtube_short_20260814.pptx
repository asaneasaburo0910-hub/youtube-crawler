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2026年08月14日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【森田剛、17年間ずっとアシスタント】娘「夢は叶わないってこと？」／映画『見上け…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moviecollectionjp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12万回　👍 1,217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星野源 - 好き [Official Video]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星野源 Gen Hoshino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37万回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ホラーが大の苦手な友人と「開発中止を求められた本当に怖い事故物件を見るゲーム」を…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62万回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「アベンジャーズ／ドゥームズデイ」ティザー予告｜2026年12月18日(金)劇場…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マーベル公式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42万回　👍 8,911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T-Pablow &amp; Zeebra vs  CHEHON &amp; Red Eye/B…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戦極MCBATTLE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36万回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