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b06Iem3FW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O0IHwvffV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Sj8ySat4gk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tbJRUi__s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vOcZbxux-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jGn29ydxC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bSQaKFjyXI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uRqorIKPv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5P_e4KB7DW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YWFDKop74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17J3AXVK5w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P8QordVAUyU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pgRJnPQHei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AWEm4tA2hM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Ywq4XR0G4Q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https://www.youtube.com/watch?v=Hb06Iem3FWg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BTS (방탄소년단) 'NORMAL' Live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BANGTANTV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1,327,986  👍 334,083  💬 16,584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いいね率25.2%と視聴者の支持が非常に高い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https://www.youtube.com/watch?v=FO0IHwvffVo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『詐欺グループの管理者』として明るく楽しい職場を作るゲーム【詐欺センターシミュレーター】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377,864  👍 12,450  💬 792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38:27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https://www.youtube.com/watch?v=Sj8ySat4gkQ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アベンジャーズ/ドゥームズデイの予告がついに解禁....ヤバすぎるだろこの予告【ドゥームズデイ/MCU/アベンジャーズ/】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30,535  👍 623  💬 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11:12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https://www.youtube.com/watch?v=stbJRUi__s0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ジュニア【カリスマックス(Snow Man)】STAR to FESTIVAL 2026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149,478  👍 12,920  💬 2,256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https://www.youtube.com/watch?v=6vOcZbxux-o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【#にじ甲2026】最終回 最後の夏、笑って終ろうぜ。【ローレン・イロアス/にじさんじ】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ローレン・イロアス / Lauren Iroas【にじさんじ】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554,905  👍 7,477  💬 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8:55:45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https://www.youtube.com/watch?v=TjGn29ydxCY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映画『カイジ 人生リベンジゲーム』予告1｜2027年1月29日(金)公開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137,440  👍 2,599  💬 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1:25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https://www.youtube.com/watch?v=zbSQaKFjyXI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Drivin' My Life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255,908  👍 21,716  💬 2,544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https://www.youtube.com/watch?v=BuRqorIKPv4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初日に見つかる想定をしていないであろうお宝を発見してしまうk4sen【VCR 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k4sen / かせん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400,523  👍 8,178  💬 518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42:48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https://www.youtube.com/watch?v=5P_e4KB7DWg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「アベンジャーズ／ドゥームズデイ」ティザー予告｜12月18日[金] 劇場公開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ディズニー・スタジオ公式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685,601  👍 14,201  💬 1,658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しおざきわんだーらんど (塩﨑太智) (Dance Practice Movie)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570,073  👍 53,522  💬 4,872  ⏱ 2:38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いいね率9.4%と視聴者の支持が非常に高い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https://www.youtube.com/watch?v=lYWFDKop744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AVENGERS: DOOMSDAY CLOCK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25,110,982  👍 669,232  ⏱ 不明  📅 2025-12-16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22,585,288  👍 56,558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19,159,245  👍 157,899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[🔴LIVE]  깔깔티비 💫1박2일💫 화질UP 🔥24시간 무한 스트리밍🔥 ㅣ…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18,718,522  👍 10,764  ⏱ 不明  📅 2025-04-07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12,783,901  👍 170,435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21,323,965  👍 383,455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20,454,596  👍 362,212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19,813,779  👍 389,559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頭に丸いのをはめまくった結果【 Layer Man 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15,436,010  👍 35,041  ⏱ 9:11  📅 2023-02-28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14,626,704  👍 138,162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161,586,845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55,942,362  👍 200,786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TVアニメ『呪術廻戦』ノンクレジットEDムービー／EDテーマ：ALI「LOST IN…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41,619,392  👍 0  ⏱ 1:31  📅 2020-10-10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https://www.youtube.com/watch?v=AWEm4tA2hMc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40,053,423  👍 543,782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TVアニメ『かぐや様は告らせたい～天才たちの恋愛頭脳戦～』第3話エンディング映像 ♪…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37,829,745  👍 491,726  ⏱ 1:44  📅 2019-01-26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https://www.youtube.com/watch?v=Ywq4XR0G4Qk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7,382,818  👍 106,504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6,831,170  👍 119,668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6,247,968  👍 97,264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3,879,973  👍 68,414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3,716,750  👍 46,725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