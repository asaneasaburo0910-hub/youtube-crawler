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KPH2Yg_XPiQ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oX6PfHd9BOY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J9GHRbF_J9k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nUmNCyxE29A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tUnN3bYR40Y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Fk7lJ4rVrwI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W6abYxqfCPU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M_gNB7BVhV0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Yc1Fobkp4sw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-7Tar3VlrIw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82O6yOy_XwE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JpP13Wp1ke0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fBQOV3jiST0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OBe-ehVPKKk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i5TSvrhVH94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ffE0CxNxrII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Snd181QDquI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OIBODIPC_8Y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5yb2N3pnztU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gcgKUcJKxIs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-NFhRWhkp7I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ScWlFcYn_FI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lyZZdUUM_GM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2a1YM7MCXng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-gJhW-zRyz8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YmRxFhtYydY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OhHzzl4Z6qU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2026年10月07日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https://www.youtube.com/watch?v=KPH2Yg_XPiQ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【パチスロ最新台】スマスロモンスターハンターライズサンブレイクを最速ライブ配信！パチンコスロット生配信！10/6#shorts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やっちゃんの崖っぷちスロパチ生活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1,481,204  👍 4,200  💬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11:48:03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100万再生超の大ヒット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https://www.youtube.com/watch?v=oX6PfHd9BOY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M!LK - 時空超えてユニバース（Dance Practice Movie）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M!LK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1,065,067  👍 60,126  💬 7,409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3:30  ·  📅 公開35時間前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100万再生超の大ヒット　いいね率5.6%と視聴者の支持が非常に高い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https://www.youtube.com/watch?v=J9GHRbF_J9k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【#1】EIKOがSILENT HILL: Townfallを生配信！【ゲーム実況】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狩野英孝【公式チャンネル】EIKO!GO!!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738,467  👍 6,358  💬 152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3:00:04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50万再生の注目コンテンツ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https://www.youtube.com/watch?v=nUmNCyxE29A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板倉可奈 (CUTIE STREET) - DOLL / HIGHLIGHT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THE FIRST 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408,183  👍 13,080  💬 974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2:19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10万再生突破の話題作　いいね率3.2%と好評価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https://www.youtube.com/watch?v=tUnN3bYR40Y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【歩くの禁止】移動方法『クッションだけ』エンドラ討伐！【マイクラ】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ドズル社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476,334  👍 10,438  💬 391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46:22  ·  📅 公開13時間前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公開13時間で急上昇入り！　10万再生突破の話題作　いいね率2.2%と好評価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https://www.youtube.com/watch?v=Fk7lJ4rVrwI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マーベル最新ドラマシリーズ『ヴィジョンクエスト』｜本予告｜Disney+ (ディズニープラス）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マーベル公式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548,109  👍 3,136  💬 238  📈+169.4%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2:38  ·  📅 公開25時間前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50万再生の注目コンテンツ　前日比+169.4%と急拡散中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https://www.youtube.com/watch?v=W6abYxqfCPU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SixTONES –「Battery」from LIVE DVD/BD「MILESixTONES」(2026.3.26 YOKOHAMA ARENA)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SixTONES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429,057  👍 37,586  💬 2,224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2:42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10万再生突破の話題作　いいね率8.8%と視聴者の支持が非常に高い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https://www.youtube.com/watch?v=M_gNB7BVhV0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6次会・配信者当てクイズで何故かヒリつきまくる関優太＆SHAKA【みんなで推理】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SHAKAch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632,242  👍 4,240  💬 277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2:09:58  ·  📅 公開14時間前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公開14時間で急上昇入り！　50万再生の注目コンテンツ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https://www.youtube.com/watch?v=Yc1Fobkp4sw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UltraLMTM Patch1.0「NEW CREW++」Trailer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UltraLMTM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77,408  👍 972  💬 57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0:25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急上昇中の新興コンテンツ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なにわ男子 - Moonlit [Official Music Video]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450,553  👍 43,765  💬 7,011  ⏱ 4:27  📅 公開12時間前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10万再生突破の話題作　いいね率9.7%と視聴者の支持が非常に高い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https://www.youtube.com/watch?v=-7Tar3VlrIw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Star TV - Canlı Yayın (Full HD)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STAR TV  👁 185,514,532  👍 395,184  ⏱ 不明  📅 2023-08-10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https://www.youtube.com/watch?v=82O6yOy_XwE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Aşk-ı Memnu Canlı İzle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Aşk-ı Memnu  👁 55,375,532  👍 33,776  ⏱ 不明  📅 2025-02-24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https://www.youtube.com/watch?v=JpP13Wp1ke0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いや勝つんかいw　 #おもしろ #エンタメ #ネタ #バズれ #shorts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19,165,360  👍 157,684  ⏱ 0:10  📅 2025-08-09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🔴AO VIVO: Bluey Episódios Completos em HD 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Bluey Português Brasil - Canal Oficial  👁 16,644,828  👍 57,612  ⏱ 不明  📅 2026-01-13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https://www.youtube.com/watch?v=OBe-ehVPKKk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クビの真相は？【GOKKO】【ごっこ倶楽部】【企業研究】【エンタメ業界】【IT業界】…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ごっこ倶楽部の楽屋  👁 12,786,312  👍 170,229  ⏱ 1:28  📅 2025-04-14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https://www.youtube.com/watch?v=i5TSvrhVH94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23,474,493  👍 413,705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20,481,882  👍 362,054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19,852,362  👍 389,582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息子の扱いが酷すぎる男。#ゲーム実況 #shorts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ぱんお。  👁 18,609,428  👍 257,025  ⏱ 0:58  📅 2026-03-12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https://www.youtube.com/watch?v=ffE0CxNxrII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月のクレーターをトイレにする男🌙 #ゲーム実況 #shorts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ぱんお。  👁 15,233,393  👍 204,926  ⏱ 1:04  📅 2026-06-10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https://www.youtube.com/watch?v=Snd181QDquI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YOASOBI「勇者」 Official Music Video／TVアニメ『葬送の…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225,989,341  👍 1,237,387  ⏱ 3:24  📅 2023-09-29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TVアニメ『呪術廻戦』第2期「渋谷事変」ノンクレジットOPムービー／OPテーマ：Ki…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167,910,443  👍 0  ⏱ 1:31  📅 2023-09-01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https://www.youtube.com/watch?v=5yb2N3pnztU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152,929,179  👍 0  ⏱ 1:31  📅 2023-07-07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Mrs. GREEN APPLE「ライラック」MV - TVアニメ『忘却バッテリー』…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Mrs. GREEN APPLE  👁 58,972,130  👍 184,965  ⏱ 4:53  📅 2024-07-04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https://www.youtube.com/watch?v=-NFhRWhkp7I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アイナ・ジ・エンド / 革命道中 - On The Way × TVアニメ『ダンダダ…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アイナ・ジ・エンド Official  👁 52,781,867  👍 206,435  ⏱ 3:22  📅 2025-08-20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https://www.youtube.com/watch?v=ScWlFcYn_FI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シンクロ率100％だった映画『Michael』の裏側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7,218,447  👍 108,597  ⏱ 0:56  📅 2026-05-18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6,963,128  👍 120,751  ⏱ 1:00  📅 2025-03-15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フロント・オブ・ザ・クラス#映画紹介 #映画解説 #映画レビュー #映画 #film…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slin映画館  👁 4,299,392  👍 89,137  ⏱ 3:00  📅 2025-06-20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https://www.youtube.com/watch?v=-gJhW-zRyz8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ただの不倫じゃない…。難解だけど超名作と評判の愛と社会の“正しさ”を問う感動作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映画ドラマ二アック  👁 3,810,699  👍 7,764  ⏱ 20:56  📅 2026-08-27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https://www.youtube.com/watch?v=YmRxFhtYydY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市川團十郎が語る映画「国宝」の率直な感想と歌舞伎への想い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3,796,080  👍 47,097  ⏱ 17:48  📅 2025-07-12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