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【超ギャバン】ついに明かされるギャバン・エタニティの正体…！Vシネクスト『超宇宙…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シネマトゥデイ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5万回　👍 816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JO1 | 'ANIMAL' PERFORMANCE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【日本語実況】Evo France 2026 - Day 2 Part2「CAP…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54万回　👍 4,557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NARUTO×NINKŪ | Teaser | NARUTO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NARUTO / BORUTO Official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42万回　👍 9,318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Aぇ! group - Mrs.Vampire（Dance Practice）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Aぇ!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61万回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