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Apex Legends x Cyberpunk Event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Apex Legends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童話になったらいいのに（うた：琴葉姉妹）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電ǂ鯨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12万回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【JP】ALGS Year 6 Split 1 Playoffs at EWC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esports_RAGE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61万回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Stray Kids "THIS &amp; THAT"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JYP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133万回　👍 30万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しおざきわんだーらんど (塩﨑太智) (Official Musi…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125万回　👍 9万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