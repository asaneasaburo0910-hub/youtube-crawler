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DtB1Z0ZfdM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V1Lr-_AxeR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q9mjcVJLjrA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6ItK-vqYXAw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sQjzO8EU7c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QfB3PKkjxB8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F7bxrTb96_o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faPcJ17V7Co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YebqRYaTVNg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PFGfaQfzD64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210R0ozmLwg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pMTUitjC-48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2026年05月24日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https://www.youtube.com/watch?v=DtB1Z0ZfdMs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『小さい子ども』を求めるヤバい男がいる世界…【 マイクラ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355,535  👍 7,996  💬 320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27:54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いいね率2.2%と好評価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https://www.youtube.com/watch?v=V1Lr-_AxeR8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LE SSERAFIM (르세라핌) 'BOOMPALA'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6,034,056  👍 328,874  💬 19,651  📈+50.6%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3:29  ·  📅 公開44時間前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500万再生超の超バズ動画　前日比+50.6%と急拡散中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https://www.youtube.com/watch?v=q9mjcVJLjrA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サマードラゴンを作るブレインロットを盗むロブロックス.. ☀️🌊【ROBLOX】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てるとくん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143,763  👍 4,146  💬 1,358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15:38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いいね率2.9%と好評価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https://www.youtube.com/watch?v=6ItK-vqYXAw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B&amp;ZAI【衝動Never end】LIVE TOUR 2026 -ROCK’N’DOL- in日本武道館より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276,735  👍 11,116  💬 9,758  📈+93.5%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4:56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前日比+93.5%と急拡散中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https://www.youtube.com/watch?v=sQjzO8EU7cg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【日本語実況】COMBO BREAKER - Day2 Part 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273,894  👍 2,453  💬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2:21:41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https://www.youtube.com/watch?v=QfB3PKkjxB8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「スター・ウォーズ／マンダロリアン・アンド・グローグー」30秒予告｜別れの時はいつか必ず―｜大ヒット上映中！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スター・ウォーズ公式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28,815  👍 720  💬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0:31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公開15時間で急上昇入り！　急上昇中の新興コンテンツ　いいね率2.5%と好評価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https://www.youtube.com/watch?v=F7bxrTb96_o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Ryosuke Yamada - "Dive" [Official Dance Performance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Hey! Say! JUMP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101,408  👍 10,630  💬 881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いいね率10.5%と視聴者の支持が非常に高い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https://www.youtube.com/watch?v=faPcJ17V7Co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100日間で都市伝説動物園を作る【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109,922  👍 1,948  💬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31:23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https://www.youtube.com/watch?v=YebqRYaTVNg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Dead by Daylight | Jason | Official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Dead by Daylight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732,530  👍 64,711  💬 5,496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0:48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公開9時間で急上昇入り！　50万再生の注目コンテンツ　いいね率8.8%と視聴者の支持が非常に高い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おねがいダーリン／莉犬【歌ってみた 2026 ver.】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80,822  👍 19,267  💬 6,745  ⏱ 3:14  📅 公開-2時間前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いいね率23.8%と視聴者の支持が非常に高い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https://www.youtube.com/watch?v=PFGfaQfzD64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19,146,682  👍 158,057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14,609,631  👍 41,775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12,781,033  👍 170,556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11,700,095  👍 185,547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11,466,599  👍 132,245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24,786,889  👍 378,392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20,446,437  👍 362,557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19,797,362  👍 389,790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18,326,962  👍 348,501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16,595,380  👍 195,475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140,781,235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TVアニメ「マッシュル-MASHLE-」第2期ノンクレジットOPムービー｜Creep…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131,180,018  👍 1,345,785  ⏱ 1:31  📅 2024-01-07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52,651,567  👍 180,046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43,131,262  👍 185,514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34,626,454  👍 515,076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6,798,589  👍 119,446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#film #映画red #恋愛 #映画紹介 #ドラマ #movie #映画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3,493,480  👍 21,383  ⏱ 1:41  📅 2026-05-21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https://www.youtube.com/watch?v=pMTUitjC-48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3,490,158  👍 45,042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3,337,818  👍 29,851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3,275,596  👍 43,292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