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NZP153MUpHY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LT0ubwCDDrs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e_PajhiQh7c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9TjRdsqm7jE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vFelWeKLt_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mTCuV2xam6A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1wxHLrSmYNg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gOyEOqOO3Nw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PoMq1TVEj-k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7VqCdhFGE7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9nXbYZL8V9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ytBtKVEAmG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210R0ozmLwg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pcQzhUcRfqE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2026年08月04日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https://www.youtube.com/watch?v=NZP153MUpHY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Red Velvet 레드벨벳 'Surfin' Boy'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SMTOWN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1,366,940  👍 183,055  💬 11,225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2:53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100万再生超の大ヒット　いいね率13.4%と視聴者の支持が非常に高い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https://www.youtube.com/watch?v=LT0ubwCDDrs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【スト6】JPに投げを重ねてもいい時代ついに到来!? ODアムネジアの調整に感動を隠せないどぐら【2026/08/03アプデまとめ①】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どぐら 生駒デビル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214,787  👍 2,858  💬 268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24:49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https://www.youtube.com/watch?v=e_PajhiQh7c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NEXZ(넥스지) “SAUCIN'" Trailer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JYP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64,973  👍 9,179  💬 765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0:50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急上昇中の新興コンテンツ　いいね率14.1%と視聴者の支持が非常に高い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https://www.youtube.com/watch?v=9TjRdsqm7jE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Hearts2Hearts - RUDE! (Japanese Ver.)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470,408  👍 61,684  💬 3,769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4:28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いいね率13.1%と視聴者の支持が非常に高い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https://www.youtube.com/watch?v=vFelWeKLt_U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【ほの暮しの庭】#04　ほのぼの・・？スローライフ生活ッ・・・！！！！！【にじさんじ/鈴原るる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鈴原るる【にじさんじ所属】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179,838  👍 3,178  💬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7:00:34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https://www.youtube.com/watch?v=mTCuV2xam6A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ALPHA DRIVE ONE 'UNBREAKABLE : 少年BEAST' Trailer '21세기 소년 I'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ALPHA DRIVE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108,233  👍 18,311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6:14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いいね率16.9%と視聴者の支持が非常に高い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https://www.youtube.com/watch?v=1wxHLrSmYNg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恋、はじめました。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=LOVE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88,937  👍 6,350  💬 335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3:39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急上昇中の新興コンテンツ　いいね率7.1%と視聴者の支持が非常に高い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https://www.youtube.com/watch?v=gOyEOqOO3Nw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超巨大な世界でエンドラ討伐！【マイクラ】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338,976  👍 9,912  💬 246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48:54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いいね率2.9%と好評価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https://www.youtube.com/watch?v=PoMq1TVEj-k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主題歌はRADWIMPS「夕星-ゆうづつ-」｜『汝、星のごとく』予告②【10月9日(金)公開】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141,637  👍 3,415  💬 105  📈+189.4%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公開24時間前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公開24時間で急上昇入り！　10万再生突破の話題作　前日比+189.4%と急拡散中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罪と罰と雨とキス (佐野勇斗＆吉田仁人) (Official Music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1,431,483  👍 110,894  💬 11,952  ⏱ 3:48  📅 公開11時間前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100万再生超の大ヒット　いいね率7.7%と視聴者の支持が非常に高い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https://www.youtube.com/watch?v=7VqCdhFGE78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25,183,712  👍 62,711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19,257,655  👍 11,030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19,163,906  👍 157,868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14,609,955  👍 41,691  ⏱ 0:17  📅 2025-09-26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12,784,491  👍 170,417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21,977,114  👍 392,804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20,458,307  👍 362,166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19,821,775  👍 389,573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18,654,424  👍 546,398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ホラーゲームを全力で楽しむ男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17,432,629  👍 542,961  ⏱ 1:00  📅 2022-10-19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220,443,131  👍 1,223,634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147,996,776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TVアニメ「マッシュル-MASHLE-」第2期ノンクレジットOPムービー｜Creep…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133,012,603  👍 1,354,375  ⏱ 1:31  📅 2024-01-07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https://www.youtube.com/watch?v=210R0ozmLwg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48,546,420  👍 196,951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41,047,878  👍 549,715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6,839,570  👍 119,717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6,543,585  👍 101,183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4,131,799  👍 22,133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3,724,890  👍 46,783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映画『マイケル』を観たガチ勢の反応ｗｗ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キング・オブ・ポップ  👁 3,630,348  👍 40,400  ⏱ 0:18  📅 2026-05-08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https://www.youtube.com/watch?v=pcQzhUcRfqE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