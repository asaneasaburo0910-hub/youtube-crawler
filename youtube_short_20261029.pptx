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2026年10月29日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【予告】10月30日公開｜劇場版『COWBOY BEBOP 天国の扉』4K RE…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バンダイナムコフィルムワークス 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11万回　👍 1,431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ザッツ！超常 (Dance Performance Movie)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852万回　👍 13万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Indie World 2026.10.28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Nintendo 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163万回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『映画 九条の大罪』予告映像 ≪2027年1月8日(金)公開≫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57万回　👍 4,817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Slidin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HANA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23万回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