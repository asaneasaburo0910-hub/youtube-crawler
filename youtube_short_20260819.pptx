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5486400" cy="975664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5486400" cy="18288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3716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Arial"/>
              </a:rP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329184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YouTube
急上昇ランキング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484632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D700"/>
                </a:solidFill>
                <a:latin typeface="Arial"/>
              </a:rPr>
              <a:t>TOP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56692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AAAAAA"/>
                </a:solidFill>
                <a:latin typeface="Arial"/>
              </a:rPr>
              <a:t>2026年08月19日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8580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EC9B0"/>
                </a:solidFill>
                <a:latin typeface="Arial"/>
              </a:rPr>
              <a:t>ずんだもんと一緒に見ていくのだ！</a:t>
            </a:r>
          </a:p>
        </p:txBody>
      </p:sp>
      <p:pic>
        <p:nvPicPr>
          <p:cNvPr id="9" name="Picture 8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更に別のピーター登場？！『スパイダーマン：ノー・ウェイ・ホーム』（吹替版）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ソニー・ピクチャーズ 公式チャンネル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1万回　👍 512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ShowMinorSavage / Gradation -Music Video…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ShowMinorSavage_official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11万回　👍 1万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D7F32"/>
                </a:solidFill>
                <a:latin typeface="Arial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大流行している雪山が舞台のホラーゲーム『 雪葬 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キヨ。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D7F32"/>
                </a:solidFill>
                <a:latin typeface="Arial"/>
              </a:rPr>
              <a:t>👁 67万回　👍 2万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0C0C0"/>
                </a:solidFill>
                <a:latin typeface="Arial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映画『リバイアサン』予告映像｜2/11(木・祝)公開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東宝MOVIEチャンネル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0C0C0"/>
                </a:solidFill>
                <a:latin typeface="Arial"/>
              </a:rPr>
              <a:t>👁 4万回　👍 1,700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4692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743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D700"/>
                </a:solidFill>
                <a:latin typeface="Arial"/>
              </a:rPr>
              <a:t>🏆 NO.1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554480"/>
            <a:ext cx="5120640" cy="2880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2880" y="457200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Mrs. GREEN APPLE presents『CEREMONY』2026 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3093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Mrs. GREEN APPLE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681228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D700"/>
                </a:solidFill>
                <a:latin typeface="Arial"/>
              </a:rPr>
              <a:t>👁 17万回　👍 1万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7772400"/>
            <a:ext cx="1645920" cy="1645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28800" y="83210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8288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Arial"/>
              </a:rPr>
              <a:t>以上！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301752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0000"/>
                </a:solidFill>
                <a:latin typeface="Arial"/>
              </a:rPr>
              <a:t>YouTube急上昇
TOP5でした！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48640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4EC9B0"/>
                </a:solidFill>
                <a:latin typeface="Arial"/>
              </a:rPr>
              <a:t>チャンネル登録・
いいね！よろしくなのだ🌿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777240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AAAAAA"/>
                </a:solidFill>
                <a:latin typeface="Arial"/>
              </a:rPr>
              <a:t>また明日もお楽しみに！</a:t>
            </a:r>
          </a:p>
        </p:txBody>
      </p:sp>
      <p:pic>
        <p:nvPicPr>
          <p:cNvPr id="7" name="Picture 6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