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4zWvHgLTjN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T9krgzZNpI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OoKgj5iakPI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3Y0vjJ1ow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-69sINm7BW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sV6ciIWRDU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-tQ2lx27t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FeV_ICfP9y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7SQrGSjUs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5yxDVboR0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https://www.youtube.com/watch?v=4zWvHgLTjNs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忘れらんねえよ - アイラブ言う / THE FIRST 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587,843  👍 14,631  💬 938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https://www.youtube.com/watch?v=T9krgzZNpI4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イケメンスーパーアイドルを目指すマインクラフト【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301,131  👍 3,361  💬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20:36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https://www.youtube.com/watch?v=OoKgj5iakPI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特報「フェス・ゴジラⅡ 東京消失」/　Teaser Trailer: "Fest Godzilla II: Tokyo Vanishing"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Godzilla Channel ゴジラ（東宝特撮）チャンネル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203,015  👍 5,854  💬 264  📈+196.2%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0:34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10万再生突破の話題作　前日比+196.2%と急拡散中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https://www.youtube.com/watch?v=b3Y0vjJ1owA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Fujii Kaze - You (Live at FUJI ROCK FESTIVAL '26)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Fujii Kaze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312,159  👍 19,819  💬 826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いいね率6.3%と視聴者の支持が非常に高い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https://www.youtube.com/watch?v=-69sINm7BWs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【クマ危険】極限！！！無人島サバイバル【マイクラ】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449,691  👍 10,961  💬 557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51:33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https://www.youtube.com/watch?v=sV6ciIWRDUk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全世界で大ヒット🌎『バイオハザード』＜15秒予告＞映画館で大ヒット上映中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327,572  👍 215  💬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https://www.youtube.com/watch?v=L-tQ2lx27t8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RADWIMPS - 夕星 -ゆうづつ- / Yuzutsu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RADWIMPS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280,346  👍 11,636  💬 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https://www.youtube.com/watch?v=FeV_ICfP9yw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【マインクラフト】オリジナルの超本格的なメダルゲームが面白過ぎてやめられないんですけど?【日常組】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797,555  👍 17,520  💬 669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1:46:04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https://www.youtube.com/watch?v=U7SQrGSjUs8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『ドラゴンボール超 ビルス』超開幕トレーラー | プライムビデオ​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Prime Video JP - プライムビデオ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293,070  👍 2,664  💬 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1:55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- Mrs.Vampire（Dance Practice）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420,587  👍 35,379  💬 5,617  ⏱ 3:17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いいね率8.4%と視聴者の支持が非常に高い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https://www.youtube.com/watch?v=j5yxDVboR00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19,165,378  👍 157,679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12,786,398  👍 170,228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11,823,934  👍 186,966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11,620,358  👍 133,658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10,693,549  👍 99,599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23,533,166  👍 414,553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19,852,961  👍 389,584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18,823,482  👍 259,348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15,470,238  👍 207,866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13,574,807  👍 96,910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226,243,957  👍 1,238,133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168,158,911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153,178,670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59,088,298  👍 185,058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52,965,930  👍 206,793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7,230,384  👍 108,711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6,965,140  👍 120,769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4,658,664  👍 24,669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3,859,577  👍 7,839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3,798,311  👍 47,104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