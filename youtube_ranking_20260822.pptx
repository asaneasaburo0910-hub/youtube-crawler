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hyperlink" Target="https://www.youtube.com/watch?v=sBAv1wx4ghE" TargetMode="External"/><Relationship Id="rId5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hyperlink" Target="https://www.youtube.com/watch?v=tm_uppC-G6g" TargetMode="External"/><Relationship Id="rId5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hyperlink" Target="https://www.youtube.com/watch?v=yy7M_ORg14A" TargetMode="External"/><Relationship Id="rId5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hyperlink" Target="https://www.youtube.com/watch?v=uPXWMbG33UE" TargetMode="External"/><Relationship Id="rId5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hyperlink" Target="https://www.youtube.com/watch?v=rHcH2B-z8Fs" TargetMode="External"/><Relationship Id="rId5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png"/><Relationship Id="rId4" Type="http://schemas.openxmlformats.org/officeDocument/2006/relationships/hyperlink" Target="https://www.youtube.com/watch?v=pqjAe2AIGxg" TargetMode="External"/><Relationship Id="rId5" Type="http://schemas.openxmlformats.org/officeDocument/2006/relationships/image" Target="../media/image1.gif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hyperlink" Target="https://www.youtube.com/watch?v=MT-4Bk1Lw8g" TargetMode="External"/><Relationship Id="rId5" Type="http://schemas.openxmlformats.org/officeDocument/2006/relationships/image" Target="../media/image1.gif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hyperlink" Target="https://www.youtube.com/watch?v=lEKTujvTlVw" TargetMode="External"/><Relationship Id="rId5" Type="http://schemas.openxmlformats.org/officeDocument/2006/relationships/image" Target="../media/image1.gif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9.png"/><Relationship Id="rId4" Type="http://schemas.openxmlformats.org/officeDocument/2006/relationships/hyperlink" Target="https://www.youtube.com/watch?v=vh6wwh6SxN8" TargetMode="External"/><Relationship Id="rId5" Type="http://schemas.openxmlformats.org/officeDocument/2006/relationships/image" Target="../media/image1.gif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hyperlink" Target="https://www.youtube.com/watch?v=qay6r3hHOFo" TargetMode="External"/><Relationship Id="rId5" Type="http://schemas.openxmlformats.org/officeDocument/2006/relationships/image" Target="../media/image1.gif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hyperlink" Target="https://www.youtube.com/watch?v=RHUauMcYlX0" TargetMode="External"/><Relationship Id="rId4" Type="http://schemas.openxmlformats.org/officeDocument/2006/relationships/image" Target="../media/image23.png"/><Relationship Id="rId5" Type="http://schemas.openxmlformats.org/officeDocument/2006/relationships/image" Target="../media/image24.jpg"/><Relationship Id="rId6" Type="http://schemas.openxmlformats.org/officeDocument/2006/relationships/hyperlink" Target="https://www.youtube.com/watch?v=P8QordVAUyU" TargetMode="External"/><Relationship Id="rId7" Type="http://schemas.openxmlformats.org/officeDocument/2006/relationships/image" Target="../media/image25.png"/><Relationship Id="rId8" Type="http://schemas.openxmlformats.org/officeDocument/2006/relationships/image" Target="../media/image26.jpg"/><Relationship Id="rId9" Type="http://schemas.openxmlformats.org/officeDocument/2006/relationships/hyperlink" Target="https://www.youtube.com/watch?v=fBQOV3jiST0" TargetMode="External"/><Relationship Id="rId10" Type="http://schemas.openxmlformats.org/officeDocument/2006/relationships/image" Target="../media/image27.png"/><Relationship Id="rId11" Type="http://schemas.openxmlformats.org/officeDocument/2006/relationships/image" Target="../media/image28.jpg"/><Relationship Id="rId12" Type="http://schemas.openxmlformats.org/officeDocument/2006/relationships/hyperlink" Target="https://www.youtube.com/watch?v=fy_fYd3ZwPE" TargetMode="External"/><Relationship Id="rId13" Type="http://schemas.openxmlformats.org/officeDocument/2006/relationships/image" Target="../media/image29.png"/><Relationship Id="rId14" Type="http://schemas.openxmlformats.org/officeDocument/2006/relationships/image" Target="../media/image30.jpg"/><Relationship Id="rId15" Type="http://schemas.openxmlformats.org/officeDocument/2006/relationships/hyperlink" Target="https://www.youtube.com/watch?v=9nXbYZL8V9E" TargetMode="External"/><Relationship Id="rId16" Type="http://schemas.openxmlformats.org/officeDocument/2006/relationships/image" Target="../media/image3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hyperlink" Target="https://www.youtube.com/watch?v=0cjKg-Z3xak" TargetMode="External"/><Relationship Id="rId4" Type="http://schemas.openxmlformats.org/officeDocument/2006/relationships/image" Target="../media/image33.png"/><Relationship Id="rId5" Type="http://schemas.openxmlformats.org/officeDocument/2006/relationships/image" Target="../media/image34.jpg"/><Relationship Id="rId6" Type="http://schemas.openxmlformats.org/officeDocument/2006/relationships/hyperlink" Target="https://www.youtube.com/watch?v=mhCy0IgobIw" TargetMode="External"/><Relationship Id="rId7" Type="http://schemas.openxmlformats.org/officeDocument/2006/relationships/image" Target="../media/image35.png"/><Relationship Id="rId8" Type="http://schemas.openxmlformats.org/officeDocument/2006/relationships/image" Target="../media/image36.jpg"/><Relationship Id="rId9" Type="http://schemas.openxmlformats.org/officeDocument/2006/relationships/hyperlink" Target="https://www.youtube.com/watch?v=XGbduoPa_-0" TargetMode="External"/><Relationship Id="rId10" Type="http://schemas.openxmlformats.org/officeDocument/2006/relationships/image" Target="../media/image37.png"/><Relationship Id="rId11" Type="http://schemas.openxmlformats.org/officeDocument/2006/relationships/image" Target="../media/image38.jpg"/><Relationship Id="rId12" Type="http://schemas.openxmlformats.org/officeDocument/2006/relationships/hyperlink" Target="https://www.youtube.com/watch?v=k3pCB0OwN10" TargetMode="External"/><Relationship Id="rId13" Type="http://schemas.openxmlformats.org/officeDocument/2006/relationships/image" Target="../media/image39.png"/><Relationship Id="rId14" Type="http://schemas.openxmlformats.org/officeDocument/2006/relationships/image" Target="../media/image40.jpg"/><Relationship Id="rId15" Type="http://schemas.openxmlformats.org/officeDocument/2006/relationships/hyperlink" Target="https://www.youtube.com/watch?v=1JT-CjiNVok" TargetMode="External"/><Relationship Id="rId16" Type="http://schemas.openxmlformats.org/officeDocument/2006/relationships/image" Target="../media/image4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hyperlink" Target="https://www.youtube.com/watch?v=OIBODIPC_8Y" TargetMode="External"/><Relationship Id="rId4" Type="http://schemas.openxmlformats.org/officeDocument/2006/relationships/image" Target="../media/image43.png"/><Relationship Id="rId5" Type="http://schemas.openxmlformats.org/officeDocument/2006/relationships/image" Target="../media/image44.jpg"/><Relationship Id="rId6" Type="http://schemas.openxmlformats.org/officeDocument/2006/relationships/hyperlink" Target="https://www.youtube.com/watch?v=lWE2I8AKO2M" TargetMode="External"/><Relationship Id="rId7" Type="http://schemas.openxmlformats.org/officeDocument/2006/relationships/image" Target="../media/image45.png"/><Relationship Id="rId8" Type="http://schemas.openxmlformats.org/officeDocument/2006/relationships/image" Target="../media/image46.jpg"/><Relationship Id="rId9" Type="http://schemas.openxmlformats.org/officeDocument/2006/relationships/hyperlink" Target="https://www.youtube.com/watch?v=gcgKUcJKxIs" TargetMode="External"/><Relationship Id="rId10" Type="http://schemas.openxmlformats.org/officeDocument/2006/relationships/image" Target="../media/image47.png"/><Relationship Id="rId11" Type="http://schemas.openxmlformats.org/officeDocument/2006/relationships/image" Target="../media/image48.jpg"/><Relationship Id="rId12" Type="http://schemas.openxmlformats.org/officeDocument/2006/relationships/hyperlink" Target="https://www.youtube.com/watch?v=-NFhRWhkp7I" TargetMode="External"/><Relationship Id="rId13" Type="http://schemas.openxmlformats.org/officeDocument/2006/relationships/image" Target="../media/image49.png"/><Relationship Id="rId14" Type="http://schemas.openxmlformats.org/officeDocument/2006/relationships/image" Target="../media/image50.jpg"/><Relationship Id="rId15" Type="http://schemas.openxmlformats.org/officeDocument/2006/relationships/hyperlink" Target="https://www.youtube.com/watch?v=ScWlFcYn_FI" TargetMode="External"/><Relationship Id="rId16" Type="http://schemas.openxmlformats.org/officeDocument/2006/relationships/image" Target="../media/image5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Relationship Id="rId3" Type="http://schemas.openxmlformats.org/officeDocument/2006/relationships/hyperlink" Target="https://www.youtube.com/watch?v=2a1YM7MCXng" TargetMode="External"/><Relationship Id="rId4" Type="http://schemas.openxmlformats.org/officeDocument/2006/relationships/image" Target="../media/image53.png"/><Relationship Id="rId5" Type="http://schemas.openxmlformats.org/officeDocument/2006/relationships/image" Target="../media/image54.jpg"/><Relationship Id="rId6" Type="http://schemas.openxmlformats.org/officeDocument/2006/relationships/hyperlink" Target="https://www.youtube.com/watch?v=lyZZdUUM_GM" TargetMode="External"/><Relationship Id="rId7" Type="http://schemas.openxmlformats.org/officeDocument/2006/relationships/image" Target="../media/image55.png"/><Relationship Id="rId8" Type="http://schemas.openxmlformats.org/officeDocument/2006/relationships/image" Target="../media/image56.jpg"/><Relationship Id="rId9" Type="http://schemas.openxmlformats.org/officeDocument/2006/relationships/hyperlink" Target="https://www.youtube.com/watch?v=O2MzSLqlLIs" TargetMode="External"/><Relationship Id="rId10" Type="http://schemas.openxmlformats.org/officeDocument/2006/relationships/image" Target="../media/image57.png"/><Relationship Id="rId11" Type="http://schemas.openxmlformats.org/officeDocument/2006/relationships/image" Target="../media/image58.jpg"/><Relationship Id="rId12" Type="http://schemas.openxmlformats.org/officeDocument/2006/relationships/hyperlink" Target="https://www.youtube.com/watch?v=mEAhcCWMAa4" TargetMode="External"/><Relationship Id="rId13" Type="http://schemas.openxmlformats.org/officeDocument/2006/relationships/image" Target="../media/image59.png"/><Relationship Id="rId14" Type="http://schemas.openxmlformats.org/officeDocument/2006/relationships/image" Target="../media/image60.jpg"/><Relationship Id="rId15" Type="http://schemas.openxmlformats.org/officeDocument/2006/relationships/hyperlink" Target="https://www.youtube.com/watch?v=OhHzzl4Z6qU" TargetMode="External"/><Relationship Id="rId16" Type="http://schemas.openxmlformats.org/officeDocument/2006/relationships/image" Target="../media/image6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0"/>
            <a:ext cx="5943600" cy="128016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901952"/>
            <a:ext cx="56692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 Black"/>
              </a:rPr>
              <a:t>▶  YouTube トレンド ランキング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3246120"/>
            <a:ext cx="5669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AAAAAA"/>
                </a:solidFill>
                <a:latin typeface="Arial"/>
              </a:rPr>
              <a:t>2026年08月22日  ·  急上昇 TOP 10 発表</a:t>
            </a:r>
          </a:p>
        </p:txBody>
      </p:sp>
      <p:pic>
        <p:nvPicPr>
          <p:cNvPr id="6" name="Picture 5" descr="ezgif_com-animated-gif-maker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#10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https://www.youtube.com/watch?v=sBAv1wx4ghE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スピッツ / 見知らぬ糸　Spitz / Unknown Thread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spitzclips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422,165  👍 24,790  💬 1,568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4:17  ·  📅 公開28時間前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公開1日で急上昇　10万再生突破の話題作　いいね率5.9%と視聴者の支持が非常に高い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#9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https://www.youtube.com/watch?v=tm_uppC-G6g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【マインクラフト】オリジナル戦士を強くする為に相場を見極めます【日常組】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日常組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419,395  👍 13,851  💬 139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1:01:43  ·  📅 公開9時間前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公開9時間で急上昇入り！　10万再生突破の話題作　いいね率3.3%と好評価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#8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https://www.youtube.com/watch?v=yy7M_ORg14A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Stray Kids "THIS &amp; THAT" Trailer MAKING FILM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Stray Kids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232,729  👍 51,527  💬 616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15:45  ·  📅 公開6時間前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公開6時間で急上昇入り！　10万再生突破の話題作　いいね率22.1%と視聴者の支持が非常に高い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#7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https://www.youtube.com/watch?v=uPXWMbG33UE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'踊らなきゃ損' (From 'Travis Japan Concert Tour 2026 ’s travelers’)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Travis Japan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112,795  👍 15,081  💬 471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3:25  ·  📅 公開6時間前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公開6時間で急上昇入り！　10万再生突破の話題作　いいね率13.4%と視聴者の支持が非常に高い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#6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https://www.youtube.com/watch?v=rHcH2B-z8Fs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大人4人でやる地獄のリズム天国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キヨ。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614,158  👍 23,070  💬 654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1:54:22  ·  📅 公開8時間前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公開8時間で急上昇入り！　50万再生の注目コンテンツ　いいね率3.8%と好評価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https://www.youtube.com/watch?v=pqjAe2AIGxg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【予告】ABDK40＋ MOVIE 4K REVIVAL 2026.10-2027.3　／　『あぶない刑事』劇場版シリーズ　4Kリバイバル上映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東映映画チャンネル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17,427  👍 803  💬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1:06  ·  📅 公開8時間前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公開8時間で急上昇入り！　急上昇中の新興コンテンツ　いいね率4.6%と好評価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https://www.youtube.com/watch?v=MT-4Bk1Lw8g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ENHYPEN (엔하이픈) 'Bloody Paradise' Official MV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HYBE LABELS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3,050,910  👍 399,478  💬 8,644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2:15  ·  📅 公開2時間前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公開2時間で急上昇入り！　100万再生超の大ヒット　いいね率13.1%と視聴者の支持が非常に高い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https://www.youtube.com/watch?v=lEKTujvTlVw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【ゲーム編】桃鉄の移動の大変さを知りたい！負けた奴は実際に同じルートを旅行すべし！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東海オンエア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D7F32"/>
                </a:solidFill>
                <a:latin typeface="Arial"/>
              </a:rPr>
              <a:t>👁 603,071  👍 8,248  💬 84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1:29:27  ·  📅 公開5時間前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公開5時間で急上昇入り！　50万再生の注目コンテンツ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https://www.youtube.com/watch?v=vh6wwh6SxN8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『装甲騎兵ボトムズ 灰色の魔女』本予告 2026.11.20劇場公開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サンライズ  SUNRISE Official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0C0C0"/>
                </a:solidFill>
                <a:latin typeface="Arial"/>
              </a:rPr>
              <a:t>👁 247,481  👍 0  💬 375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1:01  ·  📅 公開19時間前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公開19時間で急上昇入り！　10万再生突破の話題作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09728"/>
            <a:ext cx="91440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D700"/>
                </a:solidFill>
                <a:latin typeface="Arial Black"/>
              </a:rPr>
              <a:t>🏆  NO. 1 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024128"/>
            <a:ext cx="4572000" cy="2569464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3639312"/>
            <a:ext cx="1005840" cy="1005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3657600"/>
            <a:ext cx="7406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B&amp;ZAI【EMPIRE(Snow Man)】LIVE 2026 Summer Beatより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160520"/>
            <a:ext cx="7406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FFD700"/>
                </a:solidFill>
                <a:latin typeface="Arial"/>
              </a:rPr>
              <a:t>👁 308,497  👍 23,902  💬 2,927  ⏱ 4:44  📅 公開6時間前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4498848"/>
            <a:ext cx="7406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EC9B0"/>
                </a:solidFill>
                <a:latin typeface="Arial"/>
              </a:rPr>
              <a:t>💡 公開6時間で急上昇入り！　10万再生突破の話題作　いいね率7.7%と視聴者の支持が非常に高い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4828032"/>
            <a:ext cx="7406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https://www.youtube.com/watch?v=qay6r3hHOFo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🎬 エンタメ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🔴LIVE: 24 HOURS+ Bluey Episodes in HD! ✨ 💙…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Bluey - Official Channel  👁 28,590,992  👍 70,605  ⏱ 不明  📅 2026-04-02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https://www.youtube.com/watch?v=RHUauMcYlX0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[🔴LIVE]  깔깔티비 💫1박2일💫 화질UP 🔥24시간 무한 스트리밍🔥 ㅣ…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KBS Entertain: 깔깔티비  👁 20,039,961  👍 11,409  ⏱ 不明  📅 2025-04-07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https://www.youtube.com/watch?v=P8QordVAUyU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いや勝つんかいw　 #おもしろ #エンタメ #ネタ #バズれ #shorts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19,164,775  👍 157,807  ⏱ 0:10  📅 2025-08-09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https://www.youtube.com/watch?v=fBQOV3jiST0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El Chavo del 8 EN VIVO 24/7 🔴 Maratón de t…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El Chavo del 8  👁 18,213,511  👍 61,709  ⏱ 不明  📅 2025-12-25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https://www.youtube.com/watch?v=fy_fYd3ZwPE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無反応挑戦　w#おもしろ＃おもしろ動画＃エンタメ#お笑い#バラエティ#テレビ#バズれ…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ネタ秒  👁 14,610,035  👍 41,662  ⏱ 0:17  📅 2025-09-26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https://www.youtube.com/watch?v=9nXbYZL8V9E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🎮 ゲーム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見たことの無い落ち方をする配信者#葉 #ゲーム実況 #切り抜き #onlyup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葉ちゅべ  👁 22,437,091  👍 399,110  ⏱ 0:38  📅 2023-07-07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https://www.youtube.com/watch?v=0cjKg-Z3xak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感動のダブルスイカ‼️ #スイカゲーム #ゲーム実況 #サワヤンゲームズ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にこみチャンネル  👁 20,466,291  👍 362,178  ⏱ 0:59  📅 2023-12-22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https://www.youtube.com/watch?v=mhCy0IgobIw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全部ひっかかる人【しょぼんのアクション3D】 #ゲーム実況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タン  👁 19,829,882  👍 389,565  ⏱ 1:00  📅 2023-09-28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https://www.youtube.com/watch?v=XGbduoPa_-0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ロシア人を質問責めしたら反応がカワイイwwwww【Liar’s Bar/ライアーズバ…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ゼロ / ZERO  👁 18,658,149  👍 546,256  ⏱ 0:44  📅 2024-12-11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https://www.youtube.com/watch?v=k3pCB0OwN10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デビルレベルpart9 #switch2 #ゲーム実況 #shorts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おバカなぐりげん  👁 16,609,852  👍 194,977  ⏱ 1:02  📅 2025-08-18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https://www.youtube.com/watch?v=1JT-CjiNVok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✨ アニメ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YOASOBI「勇者」 Official Music Video／TVアニメ『葬送の…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YOASOBI  👁 222,098,458  👍 1,227,867  ⏱ 3:24  📅 2023-09-29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https://www.youtube.com/watch?v=OIBODIPC_8Y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マーシャとくま 👱‍♀️🐻 ジャムのひ 🍓🍒 エピソード6 📺 子供向けアニメ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マーシャとくま - Masha and the Bear Japan  👁 165,674,805  👍 516,764  ⏱ 6:39  📅 2021-07-02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https://www.youtube.com/watch?v=lWE2I8AKO2M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TVアニメ『呪術廻戦』第2期「懐玉・玉折」ノンクレジットOPムービー／OPテーマ：キ…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149,205,920  👍 0  ⏱ 1:31  📅 2023-07-07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https://www.youtube.com/watch?v=gcgKUcJKxIs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Mrs. GREEN APPLE「ライラック」MV - TVアニメ『忘却バッテリー』…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Mrs. GREEN APPLE  👁 57,116,569  👍 183,717  ⏱ 4:53  📅 2024-07-04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https://www.youtube.com/watch?v=-NFhRWhkp7I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アイナ・ジ・エンド / 革命道中 - On The Way × TVアニメ『ダンダダ…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アイナ・ジ・エンド Official  👁 49,745,883  👍 199,788  ⏱ 3:22  📅 2025-08-20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https://www.youtube.com/watch?v=ScWlFcYn_FI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🍿 映画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歌舞伎町タワーの日本一高い映画館「109シネマズプレミアム新宿」を正直レビュー！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正直レビュー 🍰🍛  👁 6,858,637  👍 119,876  ⏱ 1:00  📅 2025-03-15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https://www.youtube.com/watch?v=2a1YM7MCXng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シンクロ率100％だった映画『Michael』の裏側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フィルムチェーン  👁 6,846,494  👍 104,919  ⏱ 0:56  📅 2026-05-18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https://www.youtube.com/watch?v=lyZZdUUM_GM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【残酷】衝撃の妊娠・出産アニメ3選 #shorts #アニメ #紹介 #感想 #an…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ゆっくりアニメ  👁 6,758,884  👍 98,403  ⏱ 0:47  📅 2025-03-01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https://www.youtube.com/watch?v=O2MzSLqlLIs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トイストーリー5面白くなかった。1と2が最高すぎたから見ない方がよかったと後悔してま…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かえぽん  👁 4,453,212  👍 23,679  ⏱ 0:12  📅 2026-07-09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https://www.youtube.com/watch?v=mEAhcCWMAa4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市川團十郎が語る映画「国宝」の率直な感想と歌舞伎への想い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KABUKU. / 市川團十郎。  👁 3,735,152  👍 46,860  ⏱ 17:48  📅 2025-07-12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https://www.youtube.com/watch?v=OhHzzl4Z6qU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