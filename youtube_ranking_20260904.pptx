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UF2rHapYjK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Bb0UNmbBH3Q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0g76elVK2jo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-XHBz5pozmM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FyS5dAywkEo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YdccUnqbPcA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lMa6lrXUSSo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o7-9kDxZMTE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U7kxUwfdlO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--rTmGtUFhI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P8QordVAUyU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y_fYd3ZwPE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yHmPWzkhcZ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ytBtKVEAmGQ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nGQyPzkEy2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J4JTp1tNrkk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2026年09月04日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https://www.youtube.com/watch?v=UF2rHapYjK4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ありふれた世界の果てに (feat. Awich, CHICO CARLITO, ONE OK ROCK &amp; Paledusk)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YAO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51,559  👍 3,315  💬 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3:55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急上昇中の新興コンテンツ　いいね率6.4%と視聴者の支持が非常に高い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https://www.youtube.com/watch?v=Bb0UNmbBH3Q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『FINAL FANTASY VII REVELATION』紹介映像｜ゲームプレイ バトル＆探索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スクウェア・エニックス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372,905  👍 4,322  💬 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10:25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https://www.youtube.com/watch?v=0g76elVK2jo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【MV】FRUITS ZIPPER『秘密のアティチュード』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KAWAII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153,403  👍 7,339  💬 1,263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3:33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いいね率4.8%と好評価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https://www.youtube.com/watch?v=-XHBz5pozmM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【神ゲー】今さら8年前の最高傑作『オクト・エキスパンション』を全クリした結果がヤバすぎた...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313,918  👍 7,399  💬 644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3:33:40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https://www.youtube.com/watch?v=FyS5dAywkEo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LISA - SaWaDiKa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LISAOfficialVEVO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14,169,866  👍 846,880  💬 82,671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3:07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500万再生超の超バズ動画　いいね率6.0%と視聴者の支持が非常に高い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https://www.youtube.com/watch?v=YdccUnqbPcA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『モンスターハンターワイルズ：アセンダンス』プロモーション映像①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870,532  👍 14,593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3:10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https://www.youtube.com/watch?v=lMa6lrXUSSo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抜錨 - ナナホシ管弦楽団 / 町田ちま(Cover)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町田ちま【にじさんじ】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522,482  👍 31,875  💬 505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3:23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いいね率6.1%と視聴者の支持が非常に高い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https://www.youtube.com/watch?v=o7-9kDxZMTE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State of Play | 2026年9月3日[日本語]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PlayStation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755,307  👍 7,393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1:45:47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https://www.youtube.com/watch?v=U7kxUwfdlOY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【ティザー予告 第2弾】「ハリー・ポッターと賢者の石」2026年クリスマス HBO Maxで配信開始！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ワーナー ブラザース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887,269  👍 5,217  💬 1,673  📈+268.1%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2:28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前日比+268.1%の爆発的な伸び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XG - NO GOOD (Performance Video)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712,105  👍 49,528  💬 2,151  ⏱ 2:41  📅 公開13時間前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いいね率7.0%と視聴者の支持が非常に高い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https://www.youtube.com/watch?v=--rTmGtUFhI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[🔴LIVE]  깔깔티비 💫1박2일💫 화질UP 🔥24시간 무한 스트리밍🔥 ㅣ…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20,758,425  👍 11,636  ⏱ 不明  📅 2025-04-07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19,164,945  👍 157,772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El Chavo del 8 EN VIVO 24/7 🔴 Maratón de t…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18,951,358  👍 63,365  ⏱ 不明  📅 2025-12-25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 LIVE! 24 HOURS Mickey Mouse Full Episode…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17,538,947  👍 25,913  ⏱ 不明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12,785,560  👍 170,335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22,718,863  👍 403,140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20,470,533  👍 362,136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19,838,901  👍 389,593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ホラーゲームを全力で楽しむ男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17,603,792  👍 545,284  ⏱ 1:00  📅 2022-10-19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16,923,201  👍 240,409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223,167,962  👍 1,230,427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165,111,047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150,132,679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43,000,663  👍 561,025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合コンでライバルを潰す女【アニメ】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そろ谷のアニメっち  👁 36,341,061  👍 192,560  ⏱ 0:16  📅 2026-02-27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https://www.youtube.com/watch?v=nGQyPzkEy2s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6,998,473  👍 106,525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6,930,166  👍 120,508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4,557,298  👍 24,164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3,563,725  👍 30,729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【2ch有益スレ】今まで見た映画の中で「一番最悪だった映画」挙げてけｗ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2ch有益プラネット【ゆっくり解説】  👁 3,203,220  👍 37,455  ⏱ 0:59  📅 2023-10-19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https://www.youtube.com/watch?v=J4JTp1tNrkk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