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4qW6S3lk5c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1jKnI_ib8c8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neaTwnh5ugw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Ac5UW-JfJt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Tvl6PE8Y-V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Cx1oNoLXf3I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5lBX4kt4eU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pQI_b1odl1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rywOkzkQeg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4HfAH746QJo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88uap7ImJ88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ScWlFcYn_FI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XoodunTw0kw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5nMQYLb2N-g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2026年05月19日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https://www.youtube.com/watch?v=4qW6S3lk5cA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【号泣】娘に嫌われたので立ち直れない「トモダチコレクション わくわく生活」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なつめさんちのゲーム実況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41,191  👍 4,157  💬 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17:18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いいね率10.1%と視聴者の支持が非常に高い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https://www.youtube.com/watch?v=1jKnI_ib8c8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ITZY “Motto”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3,376,362  👍 222,554  💬 20,523  📈+249.3%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3:19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100万再生超の大ヒット　前日比+249.3%の爆発的な伸び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https://www.youtube.com/watch?v=neaTwnh5ugw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突然おかしくなってしまう都市伝説を検証した結果...【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84,076  👍 2,286  💬 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20:01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　いいね率2.7%と好評価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https://www.youtube.com/watch?v=Ac5UW-JfJt8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ビーマイベイベー [Dance Practice]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242,202  👍 27,653  💬 2,683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4:34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公開15時間で急上昇入り！　10万再生突破の話題作　いいね率11.4%と視聴者の支持が非常に高い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https://www.youtube.com/watch?v=Tvl6PE8Y-Vs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【豪華メンツ】久々のVALOでも現役プロ相手にスプラエイムで無双するGONがエグいｗｗ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135,467  👍 3,736  💬 273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32:54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いいね率2.8%と好評価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https://www.youtube.com/watch?v=Cx1oNoLXf3I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まさかの全編「犬」視点、世界注目の異色ホラー　映画『GOOD BOY／グッド・ボーイ』予告編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11,988  👍 986  💬 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いいね率8.2%と視聴者の支持が非常に高い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https://www.youtube.com/watch?v=5lBX4kt4eUI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日向坂46『円周率』MUSIC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日向坂46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245,299  👍 15,624  💬 3,589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4:11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いいね率6.4%と視聴者の支持が非常に高い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https://www.youtube.com/watch?v=pQI_b1odl1Y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『暴走AI』が襲ってくる世界でエンドラ討伐【マイクラ】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90,241  👍 5,324  💬 220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1:17:09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いいね率5.9%と視聴者の支持が非常に高い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https://www.youtube.com/watch?v=rywOkzkQegE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映画『君と花火と約束と』本予告【7月17日(金)公開】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SHOCHIKU animeチャンネル【公式】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14,409  👍 1,720  💬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1:01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いいね率11.9%と視聴者の支持が非常に高い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櫻坂46『Lonesome rabbit』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388,198  👍 28,175  💬 8,442  ⏱ 4:10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いいね率7.3%と視聴者の支持が非常に高い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https://www.youtube.com/watch?v=4HfAH746QJo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19,145,094  👍 158,080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14,609,609  👍 41,782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12,780,906  👍 170,569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11,690,214  👍 185,349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11,457,370  👍 132,142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24,759,386  👍 378,287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20,445,756  👍 362,585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19,796,234  👍 389,822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18,637,091  👍 547,066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16,594,750  👍 195,505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赤ちゃん・子供向け 知育アニメ★数字をおぼえよう・アイスクリーム★Learn To 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254,492,604  👍 543,707  ⏱ 3:23  📅 2018-05-11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https://www.youtube.com/watch?v=88uap7ImJ88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アイナ・ジ・エンド / 革命道中 - On The Way × TVアニメ『ダンダダ…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42,708,154  👍 184,636  ⏱ 3:22  📅 2025-08-20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34,099,945  👍 512,114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TVアニメ『ダンダダン』HAYASii「Hunting Soul」【lyric vi…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31,145,224  👍 452,380  ⏱ 4:04  📅 2025-08-08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くしゃみをしたら、ふいてスッキリ！｜生活習慣｜しまじろうチャンネル公式 #食事 #し…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しまじろうチャンネル（YouTube）  👁 30,693,630  👍 0  ⏱ 0:25  📅 2025-06-01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https://www.youtube.com/watch?v=5nMQYLb2N-g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7,366,805  👍 106,532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6,794,367  👍 119,431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3,487,764  👍 45,030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3,329,701  👍 29,831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3,263,354  👍 43,183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