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2026年08月25日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ゆあんのことわかってるよね？ゆあん？それともAI?【マインクラフト】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カラフルピーチ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 21st Single c/w『夏名残サマーチュー…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47万回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【あもんぐあす】やたの方々とゲーマーズでやります【#やたげまあもあす】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「俺のこと、なんか言ってた？」ティーザー予告編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8,181回　👍 328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【期間限定公開】M!LK – 爆裂愛してる (from CDTVライブ！ライブ！…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44万回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