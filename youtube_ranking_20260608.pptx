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YVv3XZFLSOA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rwTmFhJtjG8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y1y1ZjVz1c0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QSIbtCr9a4k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3RqxiHILXpg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mhzX_E5O7O0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GGo__iXs4bA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xIAdTyoUkIo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l4XZtIPhpbQ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naoGk-Zjc1s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6uuRH_iMBT4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DuEKgK2B2p8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0cjKg-Z3xa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ScWlFcYn_F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9AIwtVPWzAE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Xr032EhUDPw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oodunTw0k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T9R-NPhRi1M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Qut46hqaMvw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hHzzl4Z6qU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2026年06月08日  ·  急上昇 TOP 10 発表</a:t>
            </a:r>
          </a:p>
        </p:txBody>
      </p:sp>
      <p:pic>
        <p:nvPicPr>
          <p:cNvPr id="6" name="Picture 5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https://www.youtube.com/watch?v=YVv3XZFLSOA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Snow Man 'Miss Brand-New Friday Night' Live Performance Video 〜 Dome Tour 2025-2026 ON〜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Snow 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928,488  👍 75,940  💬 3,050  📈+39.8%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4:22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前日比+39.8%で着実に成長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https://www.youtube.com/watch?v=rwTmFhJtjG8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Apex Legends Global Series Year 6：Split 1 【APAC North Pro League Regional Finals】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esports_RAGE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562,127  👍 0  💬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6:17:49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公開6時間で急上昇入り！　50万再生の注目コンテンツ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https://www.youtube.com/watch?v=y1y1ZjVz1c0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Castlevania: Belmont‘s Curse（ キャッスルヴァニア ベルモンドカース）Release Date Trailer (CERO) | KONAMI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KONAMI公式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72,252  👍 2,002  💬 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1:52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公開1時間で急上昇入り！　急上昇中の新興コンテンツ　いいね率2.8%と好評価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https://www.youtube.com/watch?v=QSIbtCr9a4k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サカナクション / 怪獣・夜の踊り子・新宝島 from「SAKANAQUARIUM 2025 "怪獣”」 MUSIC AWARDS JAPAN 2026 Edition【期間限定公開】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サカナクション sakanaction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193,455  👍 14,953  💬 331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15:27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いいね率7.7%と視聴者の支持が非常に高い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https://www.youtube.com/watch?v=3RqxiHILXpg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#004 『ドラゴンクエストスマッシュグロウ』の新情報を「マル」がお届け！「スマグロ マル秘 レポート」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ドラゴンクエストスマッシュグロウ公式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77,286  👍 1,275  💬 246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3:39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https://www.youtube.com/watch?v=mhzX_E5O7O0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『BIOHAZARD RE:Veronica』 Announcement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BIOHAZARD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964,890  👍 25,358  💬 0  📈+19.2%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4:00  ·  📅 公開46時間前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前日比+19.2%で着実に成長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https://www.youtube.com/watch?v=GGo__iXs4bA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【MV】FRUITS ZIPPER『ぱわーオブらぶ』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KAWAII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188,089  👍 10,146  💬 1,638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4:06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いいね率5.4%と視聴者の支持が非常に高い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https://www.youtube.com/watch?v=xIAdTyoUkIo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『ペルソナ４ リバイバル』プレオーダートレーラー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atlustube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593,181  👍 36,395  💬 2,374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2:04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公開4時間で急上昇入り！　50万再生の注目コンテンツ　いいね率6.1%と視聴者の支持が非常に高い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https://www.youtube.com/watch?v=l4XZtIPhpbQ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『うるわしの宵の月』予告｜2026年10月23日(金)公開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30,776  👍 1,508  💬 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1:01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公開-1時間で急上昇入り！　急上昇中の新興コンテンツ　いいね率4.9%と好評価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BABYMONSTER - 'SUGAR HONEY ICE TEA' M/V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8,614,065  👍 628,160  💬 64,035  ⏱ 3:07  📅 公開6時間前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500万再生超の超バズ動画　いいね率7.3%と視聴者の支持が非常に高い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https://www.youtube.com/watch?v=naoGk-Zjc1s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19,150,950  👍 158,030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12,781,408  👍 170,522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11,719,585  👍 185,827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11,497,809  👍 132,667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10,536,058  👍 97,876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金に触れたら死ぬ #shorts #minecraft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ヒロたまゲームズ  👁 80,441,842  👍 1,753,692  ⏱ 0:46  📅 2025-04-24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https://www.youtube.com/watch?v=6uuRH_iMBT4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たくさん食べてすくすく育つ！【MOD紹介】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24,864,781  👍 378,799  ⏱ 0:37  📅 2024-09-30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20,448,843  👍 362,436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19,800,226  👍 389,708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見たことの無い落ち方をする配信者#葉 #ゲーム実況 #切り抜き #onlyup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19,106,970  👍 361,306  ⏱ 0:38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アイナ・ジ・エンド / 革命道中 - On The Way × TVアニメ『ダンダダ…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44,267,438  👍 187,688  ⏱ 3:22  📅 2025-08-20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2017 乗り物 人気動画まとめ★赤ちゃん・子供向けアニメ★はたらくくるま いっぱい…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ノッカーナアニメーション nokkana animation  👁 41,380,314  👍 36,393  ⏱ 20:48  📅 2017-12-29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https://www.youtube.com/watch?v=9AIwtVPWzAE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36,072,691  👍 522,968  ⏱ 1:31  📅 2026-01-09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TVアニメ『ダンダダン』HAYASii「Hunting Soul」【lyric vi…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MBS animation 公式チャンネル  👁 31,999,813  👍 457,659  ⏱ 4:04  📅 2025-08-08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https://www.youtube.com/watch?v=XoodunTw0kw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夢をかなえてドラえもん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mao - Topic  👁 27,508,592  👍 91,177  ⏱ 4:09  📅 2018-07-11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https://www.youtube.com/watch?v=T9R-NPhRi1M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6,808,287  👍 119,521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6,123,135  👍 28,419  ⏱ 18:03  📅 2024-04-04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市川團十郎が語る映画「国宝」の率直な感想と歌舞伎への想い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3,516,103  👍 45,298  ⏱ 17:48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3,374,500  👍 30,002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3,315,336  👍 43,635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