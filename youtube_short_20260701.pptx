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2026年07月01日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「金のタンポポ」しかない世界で進捗10個クリアするまで終われません【マイクラ】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ドズル社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31万回　👍 9,403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Goodbye Molten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Yorushika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7万回　👍 5,494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スプラトゥーン レイダース Direct 2026.6.30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Nintendo 公式チャンネル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108万回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『サイバーパンク: エッジランナーズ2』ティーザー予告編2 - Netflix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29万回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BE:FIRST / Missing -Music Video- (Move v…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128万回　👍 5万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