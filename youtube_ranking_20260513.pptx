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www.youtube.com/watch?v=0X2r9BE3p-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youtube.com/watch?v=uSDkIfuYrqs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www.youtube.com/watch?v=NMBYbi6zk6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www.youtube.com/watch?v=ofI7CPSvk6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VWWRvD68cS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youtube.com/watch?v=Pl6onql0xtg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YC-ioRXqnX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youtube.com/watch?v=lQrqccgk0q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oW9o571Nyr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efu7Ha7Yt5g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12.jpg"/><Relationship Id="rId5" Type="http://schemas.openxmlformats.org/officeDocument/2006/relationships/hyperlink" Target="https://www.youtube.com/watch?v=P8QordVAUyU" TargetMode="External"/><Relationship Id="rId6" Type="http://schemas.openxmlformats.org/officeDocument/2006/relationships/image" Target="../media/image13.jpg"/><Relationship Id="rId7" Type="http://schemas.openxmlformats.org/officeDocument/2006/relationships/hyperlink" Target="https://www.youtube.com/watch?v=9nXbYZL8V9E" TargetMode="External"/><Relationship Id="rId8" Type="http://schemas.openxmlformats.org/officeDocument/2006/relationships/image" Target="../media/image14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15.jpg"/><Relationship Id="rId11" Type="http://schemas.openxmlformats.org/officeDocument/2006/relationships/hyperlink" Target="https://www.youtube.com/watch?v=fy_fYd3ZwP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17.jpg"/><Relationship Id="rId5" Type="http://schemas.openxmlformats.org/officeDocument/2006/relationships/hyperlink" Target="https://www.youtube.com/watch?v=mhCy0IgobIw" TargetMode="External"/><Relationship Id="rId6" Type="http://schemas.openxmlformats.org/officeDocument/2006/relationships/image" Target="../media/image18.jpg"/><Relationship Id="rId7" Type="http://schemas.openxmlformats.org/officeDocument/2006/relationships/hyperlink" Target="https://www.youtube.com/watch?v=XGbduoPa_-0" TargetMode="External"/><Relationship Id="rId8" Type="http://schemas.openxmlformats.org/officeDocument/2006/relationships/image" Target="../media/image19.jpg"/><Relationship Id="rId9" Type="http://schemas.openxmlformats.org/officeDocument/2006/relationships/hyperlink" Target="https://www.youtube.com/watch?v=k3pCB0OwN10" TargetMode="External"/><Relationship Id="rId10" Type="http://schemas.openxmlformats.org/officeDocument/2006/relationships/image" Target="../media/image20.jpg"/><Relationship Id="rId11" Type="http://schemas.openxmlformats.org/officeDocument/2006/relationships/hyperlink" Target="https://www.youtube.com/watch?v=0cjKg-Z3xak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gcgKUcJKxIs" TargetMode="External"/><Relationship Id="rId4" Type="http://schemas.openxmlformats.org/officeDocument/2006/relationships/image" Target="../media/image22.jpg"/><Relationship Id="rId5" Type="http://schemas.openxmlformats.org/officeDocument/2006/relationships/hyperlink" Target="https://www.youtube.com/watch?v=1oMxrHXzOsY" TargetMode="External"/><Relationship Id="rId6" Type="http://schemas.openxmlformats.org/officeDocument/2006/relationships/image" Target="../media/image23.jpg"/><Relationship Id="rId7" Type="http://schemas.openxmlformats.org/officeDocument/2006/relationships/hyperlink" Target="https://www.youtube.com/watch?v=ew4ig9E5gaQ" TargetMode="External"/><Relationship Id="rId8" Type="http://schemas.openxmlformats.org/officeDocument/2006/relationships/image" Target="../media/image24.jpg"/><Relationship Id="rId9" Type="http://schemas.openxmlformats.org/officeDocument/2006/relationships/hyperlink" Target="https://www.youtube.com/watch?v=ScWlFcYn_FI" TargetMode="External"/><Relationship Id="rId10" Type="http://schemas.openxmlformats.org/officeDocument/2006/relationships/image" Target="../media/image25.jpg"/><Relationship Id="rId11" Type="http://schemas.openxmlformats.org/officeDocument/2006/relationships/hyperlink" Target="https://www.youtube.com/watch?v=Xr032EhUDP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27.jpg"/><Relationship Id="rId5" Type="http://schemas.openxmlformats.org/officeDocument/2006/relationships/hyperlink" Target="https://www.youtube.com/watch?v=OhHzzl4Z6qU" TargetMode="External"/><Relationship Id="rId6" Type="http://schemas.openxmlformats.org/officeDocument/2006/relationships/image" Target="../media/image28.jpg"/><Relationship Id="rId7" Type="http://schemas.openxmlformats.org/officeDocument/2006/relationships/hyperlink" Target="https://www.youtube.com/watch?v=KWYewgdSAOI" TargetMode="External"/><Relationship Id="rId8" Type="http://schemas.openxmlformats.org/officeDocument/2006/relationships/image" Target="../media/image29.jpg"/><Relationship Id="rId9" Type="http://schemas.openxmlformats.org/officeDocument/2006/relationships/hyperlink" Target="https://www.youtube.com/watch?v=HQDUEU-Zhyc" TargetMode="External"/><Relationship Id="rId10" Type="http://schemas.openxmlformats.org/officeDocument/2006/relationships/image" Target="../media/image30.jpg"/><Relationship Id="rId11" Type="http://schemas.openxmlformats.org/officeDocument/2006/relationships/hyperlink" Target="https://www.youtube.com/watch?v=J4JTp1tNrk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2026年05月13日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【Among Us#331】ようやく帰還！？帰ってきた早苗のパーフェクトシェリフ教室🐸【ゆっくり実況】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めめんともり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61,665  👍 10,120  💬 1,248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18:06  ·  公開-5時間前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公開-5時間で急上昇入り！　急上昇中の新興コンテンツ　いいね率16.4%と視聴者の支持が非常に高い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『メリーゴーランド 』 acoustic cover. 優里 × 朝倉未来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優里ちゃんねる【公式】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121,247  👍 5,716  💬 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4:26  ·  公開15時間前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公開15時間で急上昇入り！　10万再生突破の話題作　いいね率4.7%と好評価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【スプラの闇】遂にSランクに到達した初心者を待ち受けていた地獄とは…【スプラ7日目】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120,245  👍 3,760  💬 539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50:41  ·  公開-1時間前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公開-1時間で急上昇入り！　10万再生突破の話題作　いいね率3.1%と好評価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[HYBE x Geffen] World Scout: The Final Piece ‘PARTY b4 the PARTY’ Live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HYBE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524,404  👍 24,065  💬 3,806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2:28  ·  公開12時間前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公開12時間で急上昇入り！　50万再生の注目コンテンツ　いいね率4.6%と好評価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抜いてはいけない『池の水』を全部抜いてみた【 マイクラ 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ちろぴの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89,590  👍 4,769  💬 277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28:34  ·  公開-6時間前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公開-6時間で急上昇入り！　急上昇中の新興コンテンツ　いいね率5.3%と視聴者の支持が非常に高い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映画『RYUJI 竜二』特報【10.30 fri 全国公開】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映画・ドラマ情報　カルチュア・エンタテインメント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34,322  👍 1,035  💬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0:38  ·  公開2時間前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公開2時間で急上昇入り！　急上昇中の新興コンテンツ　いいね率3.0%と好評価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＜期間限定公開＞Mrs. GREEN APPLE – クスシキ【LIVE on TBS “テレビ×ミセス”】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Mrs. GREEN APPLE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56,568  👍 12,664  💬 598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3:13  ·  公開-7時間前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公開-7時間で急上昇入り！　急上昇中の新興コンテンツ　いいね率22.4%と視聴者の支持が非常に高い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『ドラゴンクエストウォーク』の新情報をお届け「スマートウォーク」#143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ドラゴンクエストウォーク公式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92,257  👍 1,475  💬 165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6:31  ·  公開-4時間前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公開-4時間で急上昇入り！　急上昇中の新興コンテンツ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「ガス人間」ティーザー予告編 - Netflix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Netflix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134,853  👍 2,367  💬 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1:25  ·  公開2時間前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公開2時間で急上昇入り！　10万再生突破の話題作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024128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88620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PLAY BACK （『仮面ライダーゼッツ』主題歌）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370832"/>
            <a:ext cx="8595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281,746  👍 21,227  💬 0  ⏱ 3:07  📅 公開10時間前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90872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公開10時間で急上昇入り！　10万再生突破の話題作　いいね率7.5%と視聴者の支持が非常に高い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19,140,822  👍 158,089  ⏱ 0:10  📅 2025-08-09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[🔴LIVE]  깔깔티비 💫1박2일💫 화질UP 🔥24시간 무한 스트리밍🔥 ㅣ…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KBS Entertain: 깔깔티비  👁 16,187,020  👍 9,713  ⏱ 不明  📅 2025-04-07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無反応挑戦　w#おもしろ＃おもしろ動画＃エンタメ#お笑い#バラエティ#テレビ#バズれ…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14,609,574  👍 41,787  ⏱ 0:17  📅 2025-09-26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12,780,735  👍 170,587  ⏱ 1:28  📅 2025-04-14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MARATÓN de TRAVESURAS de El Chavo del 8 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El Chavo del 8  👁 12,255,677  👍 43,986  ⏱ 不明  📅 2025-12-25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24,712,704  👍 377,943  ⏱ 0:37  📅 2024-09-30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感動のダブルスイカ‼️ #スイカゲーム #ゲーム実況 #サワヤンゲームズ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20,444,865  👍 362,601  ⏱ 0:59  📅 2023-12-22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全部ひっかかる人【しょぼんのアクション3D】 #ゲーム実況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19,794,652  👍 389,848  ⏱ 1:00  📅 2023-09-28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ロシア人を質問責めしたら反応がカワイイwwwww【Liar’s Bar/ライアーズバ…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ゼロ / ZERO  👁 18,635,737  👍 547,113  ⏱ 0:44  📅 2024-12-11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見たことの無い落ち方をする配信者#葉 #ゲーム実況 #切り抜き #onlyup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18,303,122  👍 348,040  ⏱ 0:38  📅 2023-07-07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TVアニメ『呪術廻戦』第2期「懐玉・玉折」ノンクレジットOPムービー／OPテーマ：キ…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139,511,480  👍 0  ⏱ 1:31  📅 2023-07-07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『僕のヒーローアカデミア』×米津玄師「ピースサイン」スペシャルミュージックビデオ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105,035,308  👍 0  ⏱ 4:17  📅 2017-12-18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カプセルくるくるお皿でポン！たのしい回転ずしDX #アニメキッズ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アニメキッズanimekids  👁 44,214,770  👍 0  ⏱ 12:11  📅 2017-11-13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アイナ・ジ・エンド / 革命道中 - On The Way × TVアニメ『ダンダダ…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42,208,643  👍 183,686  ⏱ 3:22  📅 2025-08-20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TVアニメ『呪術廻戦』第3期「死滅回游 前編」ノンクレジットOPムービー／OPテーマ…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33,476,113  👍 508,556  ⏱ 1:31  📅 2026-01-09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6,789,687  👍 119,403  ⏱ 1:00  📅 2025-03-15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市川團十郎が語る映画「国宝」の率直な感想と歌舞伎への想い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3,485,313  👍 45,015  ⏱ 17:48  📅 2025-07-12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名作映画を見た感想を嘘ついてる奴は誰だ！映画人狼バトル開始！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3,311,105  👍 29,750  ⏱ 34:45  📅 2024-09-26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ディズニー１００周年のゴミ『ウィッシュ』レビュー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3,256,421  👍 43,126  ⏱ 12:56  📅 2023-12-19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【2ch有益スレ】今まで見た映画の中で「一番最悪だった映画」挙げてけｗ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2,947,854  👍 35,235  ⏱ 0:59  📅 2023-10-19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