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youtube.com/watch?v=0X2r9BE3p-U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uSDkIfuYrq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www.youtube.com/watch?v=NMBYbi6zk68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www.youtube.com/watch?v=ofI7CPSvk60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youtube.com/watch?v=VWWRvD68cS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www.youtube.com/watch?v=Pl6onql0xtg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www.youtube.com/watch?v=YC-ioRXqnX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www.youtube.com/watch?v=lQrqccgk0q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www.youtube.com/watch?v=oW9o571Nyr0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www.youtube.com/watch?v=efu7Ha7Yt5g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12.jpg"/><Relationship Id="rId5" Type="http://schemas.openxmlformats.org/officeDocument/2006/relationships/hyperlink" Target="https://www.youtube.com/watch?v=MVjIaSmOs3g" TargetMode="External"/><Relationship Id="rId6" Type="http://schemas.openxmlformats.org/officeDocument/2006/relationships/image" Target="../media/image13.jpg"/><Relationship Id="rId7" Type="http://schemas.openxmlformats.org/officeDocument/2006/relationships/hyperlink" Target="https://www.youtube.com/watch?v=P8QordVAUyU" TargetMode="External"/><Relationship Id="rId8" Type="http://schemas.openxmlformats.org/officeDocument/2006/relationships/image" Target="../media/image14.jpg"/><Relationship Id="rId9" Type="http://schemas.openxmlformats.org/officeDocument/2006/relationships/hyperlink" Target="https://www.youtube.com/watch?v=9nXbYZL8V9E" TargetMode="External"/><Relationship Id="rId10" Type="http://schemas.openxmlformats.org/officeDocument/2006/relationships/image" Target="../media/image15.jpg"/><Relationship Id="rId11" Type="http://schemas.openxmlformats.org/officeDocument/2006/relationships/hyperlink" Target="https://www.youtube.com/watch?v=fy_fYd3ZwPE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17.jpg"/><Relationship Id="rId5" Type="http://schemas.openxmlformats.org/officeDocument/2006/relationships/hyperlink" Target="https://www.youtube.com/watch?v=mhCy0IgobIw" TargetMode="External"/><Relationship Id="rId6" Type="http://schemas.openxmlformats.org/officeDocument/2006/relationships/image" Target="../media/image18.jpg"/><Relationship Id="rId7" Type="http://schemas.openxmlformats.org/officeDocument/2006/relationships/hyperlink" Target="https://www.youtube.com/watch?v=XGbduoPa_-0" TargetMode="External"/><Relationship Id="rId8" Type="http://schemas.openxmlformats.org/officeDocument/2006/relationships/image" Target="../media/image19.jpg"/><Relationship Id="rId9" Type="http://schemas.openxmlformats.org/officeDocument/2006/relationships/hyperlink" Target="https://www.youtube.com/watch?v=k3pCB0OwN10" TargetMode="External"/><Relationship Id="rId10" Type="http://schemas.openxmlformats.org/officeDocument/2006/relationships/image" Target="../media/image20.jpg"/><Relationship Id="rId11" Type="http://schemas.openxmlformats.org/officeDocument/2006/relationships/hyperlink" Target="https://www.youtube.com/watch?v=0cjKg-Z3xak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22.jpg"/><Relationship Id="rId5" Type="http://schemas.openxmlformats.org/officeDocument/2006/relationships/hyperlink" Target="https://www.youtube.com/watch?v=1oMxrHXzOsY" TargetMode="External"/><Relationship Id="rId6" Type="http://schemas.openxmlformats.org/officeDocument/2006/relationships/image" Target="../media/image23.jpg"/><Relationship Id="rId7" Type="http://schemas.openxmlformats.org/officeDocument/2006/relationships/hyperlink" Target="https://www.youtube.com/watch?v=ew4ig9E5gaQ" TargetMode="External"/><Relationship Id="rId8" Type="http://schemas.openxmlformats.org/officeDocument/2006/relationships/image" Target="../media/image24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25.jpg"/><Relationship Id="rId11" Type="http://schemas.openxmlformats.org/officeDocument/2006/relationships/hyperlink" Target="https://www.youtube.com/watch?v=Xr032EhUDPw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27.jpg"/><Relationship Id="rId5" Type="http://schemas.openxmlformats.org/officeDocument/2006/relationships/hyperlink" Target="https://www.youtube.com/watch?v=OhHzzl4Z6qU" TargetMode="External"/><Relationship Id="rId6" Type="http://schemas.openxmlformats.org/officeDocument/2006/relationships/image" Target="../media/image28.jpg"/><Relationship Id="rId7" Type="http://schemas.openxmlformats.org/officeDocument/2006/relationships/hyperlink" Target="https://www.youtube.com/watch?v=KWYewgdSAOI" TargetMode="External"/><Relationship Id="rId8" Type="http://schemas.openxmlformats.org/officeDocument/2006/relationships/image" Target="../media/image29.jpg"/><Relationship Id="rId9" Type="http://schemas.openxmlformats.org/officeDocument/2006/relationships/hyperlink" Target="https://www.youtube.com/watch?v=HQDUEU-Zhyc" TargetMode="External"/><Relationship Id="rId10" Type="http://schemas.openxmlformats.org/officeDocument/2006/relationships/image" Target="../media/image30.jpg"/><Relationship Id="rId11" Type="http://schemas.openxmlformats.org/officeDocument/2006/relationships/hyperlink" Target="https://www.youtube.com/watch?v=J4JTp1tNrk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2026年05月13日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【Among Us#331】ようやく帰還！？帰ってきた早苗のパーフェクトシェリフ教室🐸【ゆっくり実況】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めめんともり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71,848  👍 10,598  💬 1,299  📈+16.5%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18:06  ·  公開-5時間前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前日比+16.5%で着実に成長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『メリーゴーランド 』 acoustic cover. 優里 × 朝倉未来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優里ちゃんねる【公式】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122,393  👍 5,749  💬 389  📈+0.9%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4:26  ·  公開16時間前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10万再生突破の話題作　いいね率4.7%と好評価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【スプラの闇】遂にSランクに到達した初心者を待ち受けていた地獄とは…【スプラ7日目】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126,146  👍 3,859  💬 549  📈+4.9%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50:41  ·  公開0時間前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いいね率3.1%と好評価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[HYBE x Geffen] World Scout: The Final Piece ‘PARTY b4 the PARTY’ Live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529,007  👍 24,159  💬 3,832  📈+0.9%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2:28  ·  公開13時間前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いいね率4.6%と好評価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抜いてはいけない『池の水』を全部抜いてみた【 マイクラ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ちろぴの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99,762  👍 5,087  💬 285  📈+11.4%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28:34  ·  公開-5時間前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前日比+11.4%で着実に成長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映画『RYUJI 竜二』特報【10.30 fri 全国公開】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映画・ドラマ情報　カルチュア・エンタテインメント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35,253  👍 1,059  💬 33  📈+2.7%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0:38  ·  公開3時間前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公開3時間で急上昇入り！　急上昇中の新興コンテンツ　いいね率3.0%と好評価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＜期間限定公開＞Mrs. GREEN APPLE – クスシキ【LIVE on TBS “テレビ×ミセス”】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62,883  👍 13,728  💬 636  📈+11.2%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3:13  ·  公開-6時間前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公開-6時間で急上昇入り！　急上昇中の新興コンテンツ　前日比+11.2%で着実に成長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『ドラゴンクエストウォーク』の新情報をお届け「スマートウォーク」#143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ドラゴンクエストウォーク公式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96,648  👍 1,500  💬 166  📈+4.8%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6:31  ·  公開-3時間前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「ガス人間」ティーザー予告編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138,897  👍 2,428  💬 324  📈+3.0%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1:25  ·  公開3時間前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公開3時間で急上昇入り！　10万再生突破の話題作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24128"/>
            <a:ext cx="5029200" cy="2825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PLAY BACK （『仮面ライダーゼッツ』主題歌）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370832"/>
            <a:ext cx="8595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286,512  👍 21,325  💬 0  ⏱ 3:07  📅 公開11時間前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9087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いいね率7.4%と視聴者の支持が非常に高い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19,140,947  👍 158,089  ⏱ 0:10  📅 2025-08-09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Taşacak Bu Deniz - Tüm Bölümler Canlı Yayı…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Taşacak Bu Deniz  👁 16,307,088  👍 65,325  ⏱ 不明  📅 2026-02-11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[🔴LIVE]  깔깔티비 💫1박2일💫 화질UP 🔥24시간 무한 스트리밍🔥 ㅣ…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16,187,598  👍 9,713  ⏱ 不明  📅 2025-04-07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無反応挑戦　w#おもしろ＃おもしろ動画＃エンタメ#お笑い#バラエティ#テレビ#バズれ…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14,609,574  👍 41,786  ⏱ 0:17  📅 2025-09-26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MARATÓN de TRAVESURAS de El Chavo del 8 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12,255,938  👍 43,987  ⏱ 不明  📅 2025-12-25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24,712,901  👍 377,946  ⏱ 0:37  📅 2024-09-30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感動のダブルスイカ‼️ #スイカゲーム #ゲーム実況 #サワヤンゲームズ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20,444,859  👍 362,601  ⏱ 0:59  📅 2023-12-22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全部ひっかかる人【しょぼんのアクション3D】 #ゲーム実況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19,794,656  👍 389,849  ⏱ 1:00  📅 2023-09-28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ロシア人を質問責めしたら反応がカワイイwwwww【Liar’s Bar/ライアーズバ…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18,635,739  👍 547,113  ⏱ 0:44  📅 2024-12-11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見たことの無い落ち方をする配信者#葉 #ゲーム実況 #切り抜き #onlyup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18,303,166  👍 348,045  ⏱ 0:38  📅 2023-07-07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139,512,732  👍 0  ⏱ 1:31  📅 2023-07-07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『僕のヒーローアカデミア』×米津玄師「ピースサイン」スペシャルミュージックビデオ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105,035,875  👍 0  ⏱ 4:17  📅 2017-12-18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カプセルくるくるお皿でポン！たのしい回転ずしDX #アニメキッズ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44,214,906  👍 0  ⏱ 12:11  📅 2017-11-13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42,210,252  👍 183,693  ⏱ 3:22  📅 2025-08-20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TVアニメ『呪術廻戦』第3期「死滅回游 前編」ノンクレジットOPムービー／OPテーマ…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33,477,196  👍 508,558  ⏱ 1:31  📅 2026-01-09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6,789,687  👍 119,403  ⏱ 1:00  📅 2025-03-15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市川團十郎が語る映画「国宝」の率直な感想と歌舞伎への想い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3,485,319  👍 45,015  ⏱ 17:48  📅 2025-07-12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名作映画を見た感想を嘘ついてる奴は誰だ！映画人狼バトル開始！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3,311,138  👍 29,750  ⏱ 34:45  📅 2024-09-26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ディズニー１００周年のゴミ『ウィッシュ』レビュー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3,256,504  👍 43,127  ⏱ 12:56  📅 2023-12-19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【2ch有益スレ】今まで見た映画の中で「一番最悪だった映画」挙げてけｗ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2,947,931  👍 35,235  ⏱ 0:59  📅 2023-10-19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