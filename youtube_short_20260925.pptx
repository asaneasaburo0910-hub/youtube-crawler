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2026年09月25日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映画『マッチング TRUE LOVE』ファイナル予告【絶賛公開中】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KADOKAWA映画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1万回　👍 849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You (Acapella)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Fujii Kaze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6万回　👍 5,427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【地獄】進化前アヌビスwith虹の番人でヘラ降臨をクリアする。【パズドラ】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ゆうこる/Yuukoru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204万回　👍 6,809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予告 鴻池紗良 (20代女性) 編 | ダウンタイム | Netflix Jap…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30万回　👍 658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DND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Ado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26万回　👍 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