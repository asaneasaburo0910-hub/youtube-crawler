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ENHYPEN (엔하이픈) 'THE SIN : BLISS' Trailer…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 21st Single c/w『夢の続き』【MV 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「ストリートファイターリーグ JAPAN 2026」Division S 第1節…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「アベンジャーズ／エンドゲーム：アンコール」予告映像｜9月23日(水・祝)より期…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17万回　👍 2,700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Motoki Ohmori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17万回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