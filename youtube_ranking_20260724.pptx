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upCCiWN0wm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GJgaBM4NvO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VpS3nSPCHI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Rgfo28qzFe8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r48tVK3nD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MOclJJ7IpS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inxzQt78lOk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ev0nJdw0F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9IyFmf6xR5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Zg1hcWLOM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ru5Gp72W1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Z8xvh9B1JZ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wSTbdqo-j74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EoY46IjI_j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https://www.youtube.com/watch?v=upCCiWN0wmg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#デュエプレ 】DMPX-03「PRECIOUS IDOL FESTIVAL」を開封‼【にじさんじ/加賀美ハヤト】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加賀美 ハヤト/Hayato Kagami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156,346  👍 3,041  💬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3:15:06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https://www.youtube.com/watch?v=GJgaBM4NvOw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WHATCHA DOIN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JO1 -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45,869  👍 5,302  💬 615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いいね率11.6%と視聴者の支持が非常に高い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https://www.youtube.com/watch?v=VpS3nSPCHI8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【めっちゃカメレオン】やっと４人で遊べたカメレオン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あまり驚かないガッチマンはホラーゲームばかりやっている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416,194  👍 15,411  💬 908  📈+1418.7%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52:31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前日比+1418.7%の爆発的な伸び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https://www.youtube.com/watch?v=Rgfo28qzFe8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T.M.Revolution - THUNDERBIRD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1,460,741  👍 75,202  💬 5,353  📈+75.3%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6:18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前日比+75.3%と急拡散中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https://www.youtube.com/watch?v=Rr48tVK3nDM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詐欺グループのボス、詐欺の被害に遭い大金を振り込む【詐欺センターシミュレーター】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289,735  👍 9,393  💬 494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33:16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https://www.youtube.com/watch?v=MOclJJ7IpSY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EA SPORTS FC 27 | Official Reveal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EA SPORTS FC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2,337,095  👍 124,583  💬 9,792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2:36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100万再生超の大ヒット　いいね率5.3%と視聴者の支持が非常に高い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https://www.youtube.com/watch?v=inxzQt78lOk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aespa エスパ 'KISS N TELL'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1,091,615  👍 186,832  💬 10,500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　いいね率17.1%と視聴者の支持が非常に高い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https://www.youtube.com/watch?v=Pev0nJdw0FM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モンストニュース[7/23]超究極「石流龍」降臨！「神獣の聖域」に新たなエリアが登場！「選抜！13周年人気投票ガチャ」結果発表などモンストの最新情報をお届けします！【モンスト公式】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422,483  👍 4,893  💬 299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23:09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https://www.youtube.com/watch?v=9IyFmf6xR5k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誰も見たことがない、新たな──『バイオハザード』＜予告＞10月9日（金）全国の映画館で公開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1,054,279  👍 10,168  💬 1,187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KO1KEYZ(コイキーズ)｜'新世界(SHINSEKAI)' Dance Practice 12 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291,924  👍 21,663  💬 4,000  ⏱ 4:30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いいね率7.4%と視聴者の支持が非常に高い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https://www.youtube.com/watch?v=JZg1hcWLOMM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19,159,910  👍 157,889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14,609,901  👍 41,704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12,784,051  👍 170,439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11,752,176  👍 186,165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11,542,416  👍 133,067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21,456,094  👍 385,150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20,455,090  👍 362,182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19,815,867  👍 389,560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溶岩ダイブ！？ #shorts #マイクラ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14,671,188  👍 138,417  ⏱ 0:52  📅 2025-03-25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12,339,855  👍 160,551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733,440,830  👍 3,376,592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161,856,625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147,185,028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ピンポン玉チャレンジLv100【アニメ】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60,051,366  👍 213,849  ⏱ 0:22  📅 2026-06-08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【Lyric Video】結束バンド「星座になれたら」／ TVアニメ「ぼっち・ざ・ろ…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56,116,289  👍 356,033  ⏱ 4:15  📅 2022-12-25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https://www.youtube.com/watch?v=wSTbdqo-j74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6,832,723  👍 119,678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6,322,871  👍 98,335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マイケル・ジャクソンが心から笑った瞬間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3,961,283  👍 69,672  ⏱ 0:41  📅 2026-05-24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3,718,497  👍 46,732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3,453,916  👍 44,565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