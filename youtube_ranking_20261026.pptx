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PfFCgZp2NU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6fojOSl5nj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r6ntQkeY7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wGBXrTEGK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SySRldWdFs0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27u1s-jLnt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RgkoXU4BlO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spOggngeJ8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fNu7pcR0e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fE6_K8o0jh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crwxJBQKWj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NGsjOrzwjZ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https://www.youtube.com/watch?v=PfFCgZp2NUU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STARGLOW / Slam Dunk -Official Audio-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STARGLOW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97,727  👍 5,840  💬 653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https://www.youtube.com/watch?v=6fojOSl5njY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ブルアカらいぶ！秋の夜長、いかがおすごしですか？SP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ブルーアーカイブ-Blue Archive-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686,357  👍 10,348  💬 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3:39:21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https://www.youtube.com/watch?v=br6ntQkeY7k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KEY TO LIT - KEY TERUYA2 ～キテルヤツ～ [Music Video with lyrics]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KEY TO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2,118,539  👍 90,770  💬 24,219  📈+33.3%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公開57時間前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前日比+33.3%で着実に成長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https://www.youtube.com/watch?v=qwGBXrTEGKA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【対決】鉄千個集めるぼんじゅうるvs鉄消費どっちが早い！？【マイクラ】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466,777  👍 10,594  💬 448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30:41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https://www.youtube.com/watch?v=SySRldWdFs0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【歌ってみた】ファタール / covered by ヰ世界情緒 × 夜乃くろむ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ヰ世界情緒 -Isekaijoucho-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481,450  👍 32,045  💬 547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いいね率6.7%と視聴者の支持が非常に高い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https://www.youtube.com/watch?v=27u1s-jLntM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NIJISANJI Extreme Match / Overwatch【#にじEX_OW】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1,220,234  👍 12,299  💬 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7:15:58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https://www.youtube.com/watch?v=RgkoXU4BlOE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RIIZE 라이즈 'Insomnia'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2,648,136  👍 58,902  💬 6,165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100万再生超の大ヒット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https://www.youtube.com/watch?v=cspOggngeJ8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【4人実況】13年前に発売した絶大な人気を誇る名作ゲーム『 Wii Party U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958,590  👍 18,525  💬 1,502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1:53:38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https://www.youtube.com/watch?v=UfNu7pcR0e8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Avengers: Doomsday | In Theaters December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Marvel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11,810,621  👍 238,635  💬 7,202  📈+175.3%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500万再生超の超バズ動画　前日比+175.3%と急拡散中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ザッツ！超常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369,784  👍 26,277  💬 1,589  ⏱ 3:26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いいね率7.1%と視聴者の支持が非常に高い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https://www.youtube.com/watch?v=fE6_K8o0jhI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190,479,778  👍 400,267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Yaprak Dökümü Canlı Yayın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89,010,559  👍 38,640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19,165,561  👍 157,605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Avrupa Yakası Bölümler 7/24 #canlıyayın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13,148,668  👍 8,133  ⏱ 不明  📅 2025-10-30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12,786,630  👍 170,123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23,811,047  👍 418,055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20,485,885  👍 361,882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20,054,018  👍 274,707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16,779,133  👍 222,753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16,616,663  👍 194,632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227,609,499  👍 1,241,499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226,814,709  👍 2,068,727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138,250,359  👍 454,980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59,721,789  👍 185,479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53,983,904  👍 208,917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7,278,018  👍 109,088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6,991,076  👍 120,899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4,694,527  👍 24,835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4,203,487  👍 8,502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3,810,310  👍 47,123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