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『ゴジラ-0.0』ストーリーはこうなる!!全予告を並べた結果見えてきた結末とは｜…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Japan Sci-Fi 【SF解説・創作】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787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LE SSERAFIM (르세라핌) 'Made My Night' OFFIC…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237万回　👍 16万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LEVEL5 VISION 2026 II 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LEVEL5ch【公式】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130万回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【予告】映画「SUKIYAKI 上を向いて歩こう」＜12月25日(金)公開＞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6万回　👍 553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【歌ってみた】さよーならまたいつか！/星導ショウ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星導ショウ / Hoshirube Sho【にじさんじ】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42万回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