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6uO3sZLDl3A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NiZuFHfyQxU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Nq_IPyXn6C4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JhGdtc4nmv8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637Eb3U_KNM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zIbb9YGquOs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Q1RAMnHhVZ0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qE6EXHvvgcY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zc5pZOzDta0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-H4bB6hxeEs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y_fYd3ZwP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9nXbYZL8V9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i5TSvrhVH94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ytBtKVEAmG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-tKVN2mAKRI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hGjyPxe_tw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OIBODIPC_8Y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WPl10ZrhCtk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5yb2N3pnztU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pcQzhUcRfqE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2026年08月12日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https://www.youtube.com/watch?v=6uO3sZLDl3A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【後編】最低評価の選手変え続ければ人生初のレート1900到達できる説 【eFootball2026アプリ】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令和ちゃんねる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148,222  👍 3,434  💬 248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40:16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　いいね率2.3%と好評価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https://www.youtube.com/watch?v=NiZuFHfyQxU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Gradation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ShowMinorSavage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55,341  👍 8,112  💬 307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3:31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急上昇中の新興コンテンツ　いいね率14.7%と視聴者の支持が非常に高い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https://www.youtube.com/watch?v=Nq_IPyXn6C4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社長の部屋のヒミツが....衝撃だった【スパイ大作戦 5日目】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カラフルピーチ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382,308  👍 15,982  💬 605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49:34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いいね率4.2%と好評価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https://www.youtube.com/watch?v=JhGdtc4nmv8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Yes! 東京 (M!LK ver. 体験入学)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EBiDAN Ebisu Gakuen Boys Club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328,713  👍 18,751  💬 0  📈+168.8%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1:30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前日比+168.8%と急拡散中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https://www.youtube.com/watch?v=637Eb3U_KNM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【マインクラフト】マイクラ界で1番ヤバいものをついに見つけてしまう…【Minecraft】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HikakinGames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384,782  👍 8,328  💬 395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29:54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https://www.youtube.com/watch?v=zIbb9YGquOs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ざぶざぶ！？You!Joy!Parade!コール講座！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232,302  👍 23,002  💬 1,401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5:00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10万再生突破の話題作　いいね率9.9%と視聴者の支持が非常に高い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https://www.youtube.com/watch?v=Q1RAMnHhVZ0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鉄禁止の世界でエンドラ討伐！【マイクラ】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325,828  👍 10,271  💬 614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33:21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いいね率3.2%と好評価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https://www.youtube.com/watch?v=qE6EXHvvgcY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EBiDAN(恵比寿学園男子部) 「Yes! 東京」Making Lyric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EBiDAN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241,117  👍 23,758  💬 1,031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3:46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いいね率9.9%と視聴者の支持が非常に高い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https://www.youtube.com/watch?v=zc5pZOzDta0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にじさんじ甲子園2026 本戦 Day3【 #にじ甲2026_Day3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にじさんじ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2,104,566  👍 40,733  💬 1,356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6:37:08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100万再生超の大ヒット　コメント1000件超と議論が活発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【original anime MV】きゃぴ【宝鐘マリン / hololive】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355,137  👍 58,847  💬 1,915  ⏱ 3:22  📅 公開6時間前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いいね率16.6%と視聴者の支持が非常に高い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https://www.youtube.com/watch?v=-H4bB6hxeEs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26,674,633  👍 66,280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19,164,594  👍 157,854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El Chavo del 8 EN VIVO 24/7 🔴 Maratón de t…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17,658,219  👍 60,315  ⏱ 不明  📅 2025-12-25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14,609,997  👍 41,683  ⏱ 0:17  📅 2025-09-26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12,784,874  👍 170,398  ⏱ 1:28  📅 2025-04-14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22,209,987  👍 395,610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20,463,448  👍 362,241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19,824,634  👍 389,573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18,656,107  👍 546,360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ホラーゲームを全力で楽しむ男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17,482,431  👍 543,686  ⏱ 1:00  📅 2022-10-19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DAOKO × 米津玄師『打上花火』MUSIC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daoko_jp  👁 736,915,948  👍 3,387,108  ⏱ 4:53  📅 2017-08-10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https://www.youtube.com/watch?v=-tKVN2mAKRI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ふみきり | こどもアニメ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fumikiri channel  👁 573,711,224  👍 1,137,842  ⏱ 1:47  📅 2016-10-17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https://www.youtube.com/watch?v=hGjyPxe_twY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YOASOBI「勇者」 Official Music Video／TVアニメ『葬送の…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221,209,945  👍 1,225,690  ⏱ 3:24  📅 2023-09-29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ヒグチアイ / 悪魔の子 (アニメスペシャルVer.) | Ai Higuchi “…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219,760,566  👍 2,036,742  ⏱ 3:50  📅 2022-01-24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163,317,276  👍 0  ⏱ 1:31  📅 2023-09-01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6,845,419  👍 119,751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6,693,871  👍 103,033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4,323,481  👍 23,040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3,729,339  👍 46,822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映画『マイケル』を観たガチ勢の反応ｗｗ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キング・オブ・ポップ  👁 3,655,836  👍 40,603  ⏱ 0:18  📅 2026-05-08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https://www.youtube.com/watch?v=pcQzhUcRfqE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