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eIAh4W3iv9k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iT_WJkHPIRs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4LDQXYTfWjA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lx4f3GuO2MI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DFAoXU_kymI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AyHWT14Tgws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el38Q_DN8Hg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VODSuBIbChU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uAEf1Qjhllc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kcXKLaLNqww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mhCy0IgobIw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XGbduoPa_-0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ru5Gp72W17c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d9MAnruE_-c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CraZ3Q-I44g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-tKVN2mAKRI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210R0ozmLwg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1oMxrHXzOsY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7Nl90JOPHc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2026年07月07日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https://www.youtube.com/watch?v=eIAh4W3iv9k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＝LOVE（イコールラブ）/ 20th Single c/w『お姫様の作り方』2026.06.29 TBS系 CDTVライブ！ライブ！【期間限定公開】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＝LOVE（イコールラブ）公式チャンネル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143,321  👍 10,067  💬 402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3:58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いいね率7.0%と視聴者の支持が非常に高い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https://www.youtube.com/watch?v=iT_WJkHPIRs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【#生スバル】沈黙のスバおか【ホロライブ/大空スバル】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Subaru Ch. 大空スバル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381,231  👍 21,174  💬 289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56:50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いいね率5.6%と視聴者の支持が非常に高い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https://www.youtube.com/watch?v=4LDQXYTfWjA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ずっと真夜中でいいのに。『イチジク煙』MV (ZUTOMAYO - Fig Smoke)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ずっと真夜中でいいのに。 ZUTOMAYO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185,301  👍 18,543  💬 890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4:02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いいね率10.0%と視聴者の支持が非常に高い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https://www.youtube.com/watch?v=lx4f3GuO2MI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新作でも落ち着きが無さすぎて味方から疎まれまくるらっだぁ【リズム天国 ミラクルスターズ】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らっだぁ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278,736  👍 16,803  💬 805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15:51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いいね率6.0%と視聴者の支持が非常に高い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https://www.youtube.com/watch?v=DFAoXU_kymI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TAEYANG - 1AM (JP Ver.)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120,165  👍 14,145  💬 875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3:38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いいね率11.8%と視聴者の支持が非常に高い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https://www.youtube.com/watch?v=AyHWT14Tgws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「前ルールは強かったけど…。」環境激変の『レギュM-Bポケモンキャラランク：前編』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今日ポケch.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216,922  👍 2,400  💬 301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49:24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https://www.youtube.com/watch?v=el38Q_DN8Hg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グッタイム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Snow Man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516,522  👍 37,586  💬 1,494  📈+153.3%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3:22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前日比+153.3%と急拡散中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https://www.youtube.com/watch?v=VODSuBIbChU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※開発スタッフ全員がクリアできなかったシリーズ最悪のクソゲー【がんばれゴエモン 黒船党の謎】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からすまAチャンネル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282,969  👍 5,972  💬 849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20:01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https://www.youtube.com/watch?v=uAEf1Qjhllc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映画『マッチング TRUE LOVE』本予告映像(60秒)【2026年9月25日(木)全国公開】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KADOKAWA映画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15,385  👍 1,736  💬 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1:00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急上昇中の新興コンテンツ　いいね率11.3%と視聴者の支持が非常に高い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M!LK - しおざきわんだーらんど (塩﨑太智) (Official Music Video)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840,094  👍 81,376  💬 8,216  ⏱ 2:49  📅 公開11時間前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50万再生の注目コンテンツ　いいね率9.7%と視聴者の支持が非常に高い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https://www.youtube.com/watch?v=kcXKLaLNqww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19,155,408  👍 157,944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14,609,823  👍 41,727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11,740,006  👍 186,027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11,531,703  👍 133,011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10,553,730  👍 98,033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感動のダブルスイカ‼️ #スイカゲーム #ゲーム実況 #サワヤンゲームズ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20,452,670  👍 362,285  ⏱ 0:59  📅 2023-12-22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全部ひっかかる人【しょぼんのアクション3D】 #ゲーム実況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19,808,392  👍 389,586  ⏱ 1:00  📅 2023-09-28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溶岩ダイブ！？ #shorts #マイクラ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14,453,929  👍 137,255  ⏱ 0:52  📅 2025-03-25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自然に隠れた末路がww #shorts  #prophunt #かくれんぼ #cod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プン  👁 12,310,397  👍 160,346  ⏱ 1:00  📅 2024-10-30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https://www.youtube.com/watch?v=d9MAnruE_-c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絶対に風邪を引きたいマッチョ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ドズル社  👁 11,933,720  👍 151,358  ⏱ 0:24  📅 2024-03-30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https://www.youtube.com/watch?v=CraZ3Q-I44g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DAOKO × 米津玄師『打上花火』MUSIC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daoko_jp  👁 730,530,393  👍 3,367,187  ⏱ 4:53  📅 2017-08-10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https://www.youtube.com/watch?v=-tKVN2mAKRI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145,530,083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TVアニメ「マッシュル-MASHLE-」第2期ノンクレジットOPムービー｜Creep…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132,371,669  👍 1,351,163  ⏱ 1:31  📅 2024-01-07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https://www.youtube.com/watch?v=210R0ozmLwg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『僕のヒーローアカデミア』×米津玄師「ピースサイン」スペシャルミュージックビデオ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106,472,551  👍 0  ⏱ 4:17  📅 2017-12-18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https://www.youtube.com/watch?v=1oMxrHXzOsY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スーパーマーシャが助けにやってくる！ @MashaBearJAPAN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75,419,103  👍 358,567  ⏱ 0:15  📅 2023-10-06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https://www.youtube.com/watch?v=S7Nl90JOPHc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7,370,649  👍 106,458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6,823,945  👍 119,632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5,805,358  👍 91,523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3,697,212  👍 46,594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3,439,866  👍 30,260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