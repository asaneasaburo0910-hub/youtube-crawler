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『ヤニねこ』予告編 | Netflix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2,118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MAZZEL / So Strawberry -Music Video-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105万回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ガチ勢が選定！新ルールで追加されたポケモン達の『期待度キャラランク』【レギュM-…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今日ポケch.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24万回　👍 2,598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「モアナと伝説の海」日本版本予告編 「どこまでも ～How Far I’ll G…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ディズニー・スタジオ公式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45万回　👍 4,293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Dance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