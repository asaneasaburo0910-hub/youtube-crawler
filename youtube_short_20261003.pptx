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2026年10月03日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アヌビスでアテナ降臨を完全攻略する配信。嫁こる参戦するかも。【パズドラ】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ゆうこる/Yuukoru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110万回　👍 4,657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JO1 | 'ANIMAL' Official MV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【マインクラフト】この中にこっそりチートを使っている人がいます【日常組】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※ゲーム「バイオ」のプレイ感覚を完全再現※映画『バイオハザード』＜15秒予告＞1…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9万回　👍 303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ONE N' ONLY／ “Golden Sun”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ONE N' ONLY TV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37万回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